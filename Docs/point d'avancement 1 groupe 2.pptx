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3" r:id="rId5"/>
    <p:sldMasterId id="2147483674"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Lst>
  <p:sldSz cy="5143500" cx="9144000"/>
  <p:notesSz cx="6858000" cy="9144000"/>
  <p:embeddedFontLst>
    <p:embeddedFont>
      <p:font typeface="Roboto"/>
      <p:regular r:id="rId45"/>
      <p:bold r:id="rId46"/>
      <p:italic r:id="rId47"/>
      <p:boldItalic r:id="rId48"/>
    </p:embeddedFont>
    <p:embeddedFont>
      <p:font typeface="Montserrat"/>
      <p:regular r:id="rId49"/>
      <p:bold r:id="rId50"/>
      <p:italic r:id="rId51"/>
      <p:boldItalic r:id="rId52"/>
    </p:embeddedFont>
    <p:embeddedFont>
      <p:font typeface="Balthazar"/>
      <p:regular r:id="rId5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ECE7E06-3317-46A2-B09C-27432B9E9AEE}">
  <a:tblStyle styleId="{7ECE7E06-3317-46A2-B09C-27432B9E9AEE}"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font" Target="fonts/Roboto-bold.fntdata"/><Relationship Id="rId45" Type="http://schemas.openxmlformats.org/officeDocument/2006/relationships/font" Target="fonts/Roboto-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font" Target="fonts/Roboto-boldItalic.fntdata"/><Relationship Id="rId47" Type="http://schemas.openxmlformats.org/officeDocument/2006/relationships/font" Target="fonts/Roboto-italic.fntdata"/><Relationship Id="rId49" Type="http://schemas.openxmlformats.org/officeDocument/2006/relationships/font" Target="fonts/Montserrat-regular.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font" Target="fonts/Montserrat-italic.fntdata"/><Relationship Id="rId50" Type="http://schemas.openxmlformats.org/officeDocument/2006/relationships/font" Target="fonts/Montserrat-bold.fntdata"/><Relationship Id="rId53" Type="http://schemas.openxmlformats.org/officeDocument/2006/relationships/font" Target="fonts/Balthazar-regular.fntdata"/><Relationship Id="rId52" Type="http://schemas.openxmlformats.org/officeDocument/2006/relationships/font" Target="fonts/Montserrat-boldItalic.fntdata"/><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h5cb1969c7b0a3a7a_1_6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t/>
            </a:r>
            <a:endParaRPr/>
          </a:p>
        </p:txBody>
      </p:sp>
      <p:sp>
        <p:nvSpPr>
          <p:cNvPr id="690" name="Google Shape;690;h5cb1969c7b0a3a7a_1_6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h5cb1969c7b0a3a7a_1_6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t/>
            </a:r>
            <a:endParaRPr/>
          </a:p>
        </p:txBody>
      </p:sp>
      <p:sp>
        <p:nvSpPr>
          <p:cNvPr id="726" name="Google Shape;726;h5cb1969c7b0a3a7a_1_67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h5cb1969c7b0a3a7a_1_70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marR="0" rtl="0" algn="l">
              <a:lnSpc>
                <a:spcPct val="100000"/>
              </a:lnSpc>
              <a:spcBef>
                <a:spcPts val="0"/>
              </a:spcBef>
              <a:spcAft>
                <a:spcPts val="0"/>
              </a:spcAft>
              <a:buSzPts val="1400"/>
              <a:buNone/>
            </a:pPr>
            <a:r>
              <a:t/>
            </a:r>
            <a:endParaRPr/>
          </a:p>
        </p:txBody>
      </p:sp>
      <p:sp>
        <p:nvSpPr>
          <p:cNvPr id="762" name="Google Shape;762;h5cb1969c7b0a3a7a_1_70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6" name="Shape 796"/>
        <p:cNvGrpSpPr/>
        <p:nvPr/>
      </p:nvGrpSpPr>
      <p:grpSpPr>
        <a:xfrm>
          <a:off x="0" y="0"/>
          <a:ext cx="0" cy="0"/>
          <a:chOff x="0" y="0"/>
          <a:chExt cx="0" cy="0"/>
        </a:xfrm>
      </p:grpSpPr>
      <p:sp>
        <p:nvSpPr>
          <p:cNvPr id="797" name="Google Shape;797;h5cb1969c7b0a3a7a_1_7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t/>
            </a:r>
            <a:endParaRPr/>
          </a:p>
        </p:txBody>
      </p:sp>
      <p:sp>
        <p:nvSpPr>
          <p:cNvPr id="798" name="Google Shape;798;h5cb1969c7b0a3a7a_1_7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8" name="Shape 808"/>
        <p:cNvGrpSpPr/>
        <p:nvPr/>
      </p:nvGrpSpPr>
      <p:grpSpPr>
        <a:xfrm>
          <a:off x="0" y="0"/>
          <a:ext cx="0" cy="0"/>
          <a:chOff x="0" y="0"/>
          <a:chExt cx="0" cy="0"/>
        </a:xfrm>
      </p:grpSpPr>
      <p:sp>
        <p:nvSpPr>
          <p:cNvPr id="809" name="Google Shape;809;h5cb1969c7b0a3a7a_1_7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t/>
            </a:r>
            <a:endParaRPr sz="1100"/>
          </a:p>
        </p:txBody>
      </p:sp>
      <p:sp>
        <p:nvSpPr>
          <p:cNvPr id="810" name="Google Shape;810;h5cb1969c7b0a3a7a_1_75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6" name="Shape 976"/>
        <p:cNvGrpSpPr/>
        <p:nvPr/>
      </p:nvGrpSpPr>
      <p:grpSpPr>
        <a:xfrm>
          <a:off x="0" y="0"/>
          <a:ext cx="0" cy="0"/>
          <a:chOff x="0" y="0"/>
          <a:chExt cx="0" cy="0"/>
        </a:xfrm>
      </p:grpSpPr>
      <p:sp>
        <p:nvSpPr>
          <p:cNvPr id="977" name="Google Shape;977;h5cb1969c7b0a3a7a_1_9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8" name="Google Shape;978;h5cb1969c7b0a3a7a_1_9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1" name="Shape 981"/>
        <p:cNvGrpSpPr/>
        <p:nvPr/>
      </p:nvGrpSpPr>
      <p:grpSpPr>
        <a:xfrm>
          <a:off x="0" y="0"/>
          <a:ext cx="0" cy="0"/>
          <a:chOff x="0" y="0"/>
          <a:chExt cx="0" cy="0"/>
        </a:xfrm>
      </p:grpSpPr>
      <p:sp>
        <p:nvSpPr>
          <p:cNvPr id="982" name="Google Shape;982;h5cb1969c7b0a3a7a_1_9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t/>
            </a:r>
            <a:endParaRPr sz="2400"/>
          </a:p>
        </p:txBody>
      </p:sp>
      <p:sp>
        <p:nvSpPr>
          <p:cNvPr id="983" name="Google Shape;983;h5cb1969c7b0a3a7a_1_9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2" name="Shape 992"/>
        <p:cNvGrpSpPr/>
        <p:nvPr/>
      </p:nvGrpSpPr>
      <p:grpSpPr>
        <a:xfrm>
          <a:off x="0" y="0"/>
          <a:ext cx="0" cy="0"/>
          <a:chOff x="0" y="0"/>
          <a:chExt cx="0" cy="0"/>
        </a:xfrm>
      </p:grpSpPr>
      <p:sp>
        <p:nvSpPr>
          <p:cNvPr id="993" name="Google Shape;993;h5cb1969c7b0a3a7a_1_9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t/>
            </a:r>
            <a:endParaRPr sz="2400"/>
          </a:p>
        </p:txBody>
      </p:sp>
      <p:sp>
        <p:nvSpPr>
          <p:cNvPr id="994" name="Google Shape;994;h5cb1969c7b0a3a7a_1_9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5" name="Shape 1005"/>
        <p:cNvGrpSpPr/>
        <p:nvPr/>
      </p:nvGrpSpPr>
      <p:grpSpPr>
        <a:xfrm>
          <a:off x="0" y="0"/>
          <a:ext cx="0" cy="0"/>
          <a:chOff x="0" y="0"/>
          <a:chExt cx="0" cy="0"/>
        </a:xfrm>
      </p:grpSpPr>
      <p:sp>
        <p:nvSpPr>
          <p:cNvPr id="1006" name="Google Shape;1006;h5cb1969c7b0a3a7a_1_947:notes"/>
          <p:cNvSpPr txBox="1"/>
          <p:nvPr>
            <p:ph idx="1" type="body"/>
          </p:nvPr>
        </p:nvSpPr>
        <p:spPr>
          <a:xfrm>
            <a:off x="685800" y="4400550"/>
            <a:ext cx="5486400" cy="36004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07" name="Google Shape;1007;h5cb1969c7b0a3a7a_1_9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4" name="Shape 1014"/>
        <p:cNvGrpSpPr/>
        <p:nvPr/>
      </p:nvGrpSpPr>
      <p:grpSpPr>
        <a:xfrm>
          <a:off x="0" y="0"/>
          <a:ext cx="0" cy="0"/>
          <a:chOff x="0" y="0"/>
          <a:chExt cx="0" cy="0"/>
        </a:xfrm>
      </p:grpSpPr>
      <p:sp>
        <p:nvSpPr>
          <p:cNvPr id="1015" name="Google Shape;1015;h5cb1969c7b0a3a7a_1_95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6" name="Google Shape;1016;h5cb1969c7b0a3a7a_1_9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9" name="Shape 1019"/>
        <p:cNvGrpSpPr/>
        <p:nvPr/>
      </p:nvGrpSpPr>
      <p:grpSpPr>
        <a:xfrm>
          <a:off x="0" y="0"/>
          <a:ext cx="0" cy="0"/>
          <a:chOff x="0" y="0"/>
          <a:chExt cx="0" cy="0"/>
        </a:xfrm>
      </p:grpSpPr>
      <p:sp>
        <p:nvSpPr>
          <p:cNvPr id="1020" name="Google Shape;1020;h5cb1969c7b0a3a7a_1_9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100"/>
              </a:spcBef>
              <a:spcAft>
                <a:spcPts val="0"/>
              </a:spcAft>
              <a:buClr>
                <a:schemeClr val="dk1"/>
              </a:buClr>
              <a:buSzPts val="1100"/>
              <a:buFont typeface="Arial"/>
              <a:buNone/>
            </a:pPr>
            <a:r>
              <a:t/>
            </a:r>
            <a:endParaRPr/>
          </a:p>
        </p:txBody>
      </p:sp>
      <p:sp>
        <p:nvSpPr>
          <p:cNvPr id="1021" name="Google Shape;1021;h5cb1969c7b0a3a7a_1_95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9" name="Shape 1029"/>
        <p:cNvGrpSpPr/>
        <p:nvPr/>
      </p:nvGrpSpPr>
      <p:grpSpPr>
        <a:xfrm>
          <a:off x="0" y="0"/>
          <a:ext cx="0" cy="0"/>
          <a:chOff x="0" y="0"/>
          <a:chExt cx="0" cy="0"/>
        </a:xfrm>
      </p:grpSpPr>
      <p:sp>
        <p:nvSpPr>
          <p:cNvPr id="1030" name="Google Shape;1030;h5cb1969c7b0a3a7a_1_9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t/>
            </a:r>
            <a:endParaRPr/>
          </a:p>
        </p:txBody>
      </p:sp>
      <p:sp>
        <p:nvSpPr>
          <p:cNvPr id="1031" name="Google Shape;1031;h5cb1969c7b0a3a7a_1_96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9" name="Shape 1039"/>
        <p:cNvGrpSpPr/>
        <p:nvPr/>
      </p:nvGrpSpPr>
      <p:grpSpPr>
        <a:xfrm>
          <a:off x="0" y="0"/>
          <a:ext cx="0" cy="0"/>
          <a:chOff x="0" y="0"/>
          <a:chExt cx="0" cy="0"/>
        </a:xfrm>
      </p:grpSpPr>
      <p:sp>
        <p:nvSpPr>
          <p:cNvPr id="1040" name="Google Shape;1040;h5cb1969c7b0a3a7a_1_9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t/>
            </a:r>
            <a:endParaRPr/>
          </a:p>
        </p:txBody>
      </p:sp>
      <p:sp>
        <p:nvSpPr>
          <p:cNvPr id="1041" name="Google Shape;1041;h5cb1969c7b0a3a7a_1_97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8" name="Shape 1048"/>
        <p:cNvGrpSpPr/>
        <p:nvPr/>
      </p:nvGrpSpPr>
      <p:grpSpPr>
        <a:xfrm>
          <a:off x="0" y="0"/>
          <a:ext cx="0" cy="0"/>
          <a:chOff x="0" y="0"/>
          <a:chExt cx="0" cy="0"/>
        </a:xfrm>
      </p:grpSpPr>
      <p:sp>
        <p:nvSpPr>
          <p:cNvPr id="1049" name="Google Shape;1049;h5cb1969c7b0a3a7a_1_98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a:p>
        </p:txBody>
      </p:sp>
      <p:sp>
        <p:nvSpPr>
          <p:cNvPr id="1050" name="Google Shape;1050;h5cb1969c7b0a3a7a_1_98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7" name="Shape 1057"/>
        <p:cNvGrpSpPr/>
        <p:nvPr/>
      </p:nvGrpSpPr>
      <p:grpSpPr>
        <a:xfrm>
          <a:off x="0" y="0"/>
          <a:ext cx="0" cy="0"/>
          <a:chOff x="0" y="0"/>
          <a:chExt cx="0" cy="0"/>
        </a:xfrm>
      </p:grpSpPr>
      <p:sp>
        <p:nvSpPr>
          <p:cNvPr id="1058" name="Google Shape;1058;h5cb1969c7b0a3a7a_1_99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9" name="Google Shape;1059;h5cb1969c7b0a3a7a_1_9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2" name="Shape 1062"/>
        <p:cNvGrpSpPr/>
        <p:nvPr/>
      </p:nvGrpSpPr>
      <p:grpSpPr>
        <a:xfrm>
          <a:off x="0" y="0"/>
          <a:ext cx="0" cy="0"/>
          <a:chOff x="0" y="0"/>
          <a:chExt cx="0" cy="0"/>
        </a:xfrm>
      </p:grpSpPr>
      <p:sp>
        <p:nvSpPr>
          <p:cNvPr id="1063" name="Google Shape;1063;h5cb1969c7b0a3a7a_1_99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rPr lang="en"/>
              <a:t>On voit bien que plus la précision augmente plus le fichier sera lourd.</a:t>
            </a:r>
            <a:endParaRPr/>
          </a:p>
        </p:txBody>
      </p:sp>
      <p:sp>
        <p:nvSpPr>
          <p:cNvPr id="1064" name="Google Shape;1064;h5cb1969c7b0a3a7a_1_99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2" name="Shape 1072"/>
        <p:cNvGrpSpPr/>
        <p:nvPr/>
      </p:nvGrpSpPr>
      <p:grpSpPr>
        <a:xfrm>
          <a:off x="0" y="0"/>
          <a:ext cx="0" cy="0"/>
          <a:chOff x="0" y="0"/>
          <a:chExt cx="0" cy="0"/>
        </a:xfrm>
      </p:grpSpPr>
      <p:sp>
        <p:nvSpPr>
          <p:cNvPr id="1073" name="Google Shape;1073;h5cb1969c7b0a3a7a_1_100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t/>
            </a:r>
            <a:endParaRPr sz="1800"/>
          </a:p>
        </p:txBody>
      </p:sp>
      <p:sp>
        <p:nvSpPr>
          <p:cNvPr id="1074" name="Google Shape;1074;h5cb1969c7b0a3a7a_1_100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2" name="Shape 1082"/>
        <p:cNvGrpSpPr/>
        <p:nvPr/>
      </p:nvGrpSpPr>
      <p:grpSpPr>
        <a:xfrm>
          <a:off x="0" y="0"/>
          <a:ext cx="0" cy="0"/>
          <a:chOff x="0" y="0"/>
          <a:chExt cx="0" cy="0"/>
        </a:xfrm>
      </p:grpSpPr>
      <p:sp>
        <p:nvSpPr>
          <p:cNvPr id="1083" name="Google Shape;1083;h5cb1969c7b0a3a7a_1_10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4" name="Google Shape;1084;h5cb1969c7b0a3a7a_1_10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7" name="Shape 1087"/>
        <p:cNvGrpSpPr/>
        <p:nvPr/>
      </p:nvGrpSpPr>
      <p:grpSpPr>
        <a:xfrm>
          <a:off x="0" y="0"/>
          <a:ext cx="0" cy="0"/>
          <a:chOff x="0" y="0"/>
          <a:chExt cx="0" cy="0"/>
        </a:xfrm>
      </p:grpSpPr>
      <p:sp>
        <p:nvSpPr>
          <p:cNvPr id="1088" name="Google Shape;1088;h5cb1969c7b0a3a7a_1_10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100"/>
              </a:spcBef>
              <a:spcAft>
                <a:spcPts val="0"/>
              </a:spcAft>
              <a:buClr>
                <a:schemeClr val="dk1"/>
              </a:buClr>
              <a:buSzPts val="1100"/>
              <a:buFont typeface="Arial"/>
              <a:buNone/>
            </a:pPr>
            <a:r>
              <a:t/>
            </a:r>
            <a:endParaRPr/>
          </a:p>
        </p:txBody>
      </p:sp>
      <p:sp>
        <p:nvSpPr>
          <p:cNvPr id="1089" name="Google Shape;1089;h5cb1969c7b0a3a7a_1_10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6" name="Shape 1096"/>
        <p:cNvGrpSpPr/>
        <p:nvPr/>
      </p:nvGrpSpPr>
      <p:grpSpPr>
        <a:xfrm>
          <a:off x="0" y="0"/>
          <a:ext cx="0" cy="0"/>
          <a:chOff x="0" y="0"/>
          <a:chExt cx="0" cy="0"/>
        </a:xfrm>
      </p:grpSpPr>
      <p:sp>
        <p:nvSpPr>
          <p:cNvPr id="1097" name="Google Shape;1097;h5cb1969c7b0a3a7a_1_10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100"/>
              </a:spcBef>
              <a:spcAft>
                <a:spcPts val="0"/>
              </a:spcAft>
              <a:buClr>
                <a:schemeClr val="dk1"/>
              </a:buClr>
              <a:buSzPts val="1100"/>
              <a:buFont typeface="Arial"/>
              <a:buNone/>
            </a:pPr>
            <a:r>
              <a:t/>
            </a:r>
            <a:endParaRPr/>
          </a:p>
        </p:txBody>
      </p:sp>
      <p:sp>
        <p:nvSpPr>
          <p:cNvPr id="1098" name="Google Shape;1098;h5cb1969c7b0a3a7a_1_10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5" name="Shape 1105"/>
        <p:cNvGrpSpPr/>
        <p:nvPr/>
      </p:nvGrpSpPr>
      <p:grpSpPr>
        <a:xfrm>
          <a:off x="0" y="0"/>
          <a:ext cx="0" cy="0"/>
          <a:chOff x="0" y="0"/>
          <a:chExt cx="0" cy="0"/>
        </a:xfrm>
      </p:grpSpPr>
      <p:sp>
        <p:nvSpPr>
          <p:cNvPr id="1106" name="Google Shape;1106;h5cb1969c7b0a3a7a_1_10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7" name="Google Shape;1107;h5cb1969c7b0a3a7a_1_10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0" name="Shape 1110"/>
        <p:cNvGrpSpPr/>
        <p:nvPr/>
      </p:nvGrpSpPr>
      <p:grpSpPr>
        <a:xfrm>
          <a:off x="0" y="0"/>
          <a:ext cx="0" cy="0"/>
          <a:chOff x="0" y="0"/>
          <a:chExt cx="0" cy="0"/>
        </a:xfrm>
      </p:grpSpPr>
      <p:sp>
        <p:nvSpPr>
          <p:cNvPr id="1111" name="Google Shape;1111;h5cb1969c7b0a3a7a_1_10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1200"/>
              </a:spcBef>
              <a:spcAft>
                <a:spcPts val="0"/>
              </a:spcAft>
              <a:buClr>
                <a:schemeClr val="dk1"/>
              </a:buClr>
              <a:buSzPts val="1100"/>
              <a:buFont typeface="Calibri"/>
              <a:buNone/>
            </a:pPr>
            <a:r>
              <a:t/>
            </a:r>
            <a:endParaRPr sz="2400"/>
          </a:p>
        </p:txBody>
      </p:sp>
      <p:sp>
        <p:nvSpPr>
          <p:cNvPr id="1112" name="Google Shape;1112;h5cb1969c7b0a3a7a_1_10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0" name="Shape 1120"/>
        <p:cNvGrpSpPr/>
        <p:nvPr/>
      </p:nvGrpSpPr>
      <p:grpSpPr>
        <a:xfrm>
          <a:off x="0" y="0"/>
          <a:ext cx="0" cy="0"/>
          <a:chOff x="0" y="0"/>
          <a:chExt cx="0" cy="0"/>
        </a:xfrm>
      </p:grpSpPr>
      <p:sp>
        <p:nvSpPr>
          <p:cNvPr id="1121" name="Google Shape;1121;h5cb1969c7b0a3a7a_1_10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1200"/>
              </a:spcBef>
              <a:spcAft>
                <a:spcPts val="0"/>
              </a:spcAft>
              <a:buClr>
                <a:schemeClr val="dk1"/>
              </a:buClr>
              <a:buSzPts val="1100"/>
              <a:buFont typeface="Calibri"/>
              <a:buNone/>
            </a:pPr>
            <a:r>
              <a:t/>
            </a:r>
            <a:endParaRPr sz="2400"/>
          </a:p>
        </p:txBody>
      </p:sp>
      <p:sp>
        <p:nvSpPr>
          <p:cNvPr id="1122" name="Google Shape;1122;h5cb1969c7b0a3a7a_1_10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0" name="Shape 1130"/>
        <p:cNvGrpSpPr/>
        <p:nvPr/>
      </p:nvGrpSpPr>
      <p:grpSpPr>
        <a:xfrm>
          <a:off x="0" y="0"/>
          <a:ext cx="0" cy="0"/>
          <a:chOff x="0" y="0"/>
          <a:chExt cx="0" cy="0"/>
        </a:xfrm>
      </p:grpSpPr>
      <p:sp>
        <p:nvSpPr>
          <p:cNvPr id="1131" name="Google Shape;1131;h5cb1969c7b0a3a7a_1_10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1200"/>
              </a:spcBef>
              <a:spcAft>
                <a:spcPts val="0"/>
              </a:spcAft>
              <a:buClr>
                <a:schemeClr val="dk1"/>
              </a:buClr>
              <a:buSzPts val="1100"/>
              <a:buFont typeface="Calibri"/>
              <a:buNone/>
            </a:pPr>
            <a:r>
              <a:t/>
            </a:r>
            <a:endParaRPr sz="2400"/>
          </a:p>
        </p:txBody>
      </p:sp>
      <p:sp>
        <p:nvSpPr>
          <p:cNvPr id="1132" name="Google Shape;1132;h5cb1969c7b0a3a7a_1_105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0" name="Shape 1140"/>
        <p:cNvGrpSpPr/>
        <p:nvPr/>
      </p:nvGrpSpPr>
      <p:grpSpPr>
        <a:xfrm>
          <a:off x="0" y="0"/>
          <a:ext cx="0" cy="0"/>
          <a:chOff x="0" y="0"/>
          <a:chExt cx="0" cy="0"/>
        </a:xfrm>
      </p:grpSpPr>
      <p:sp>
        <p:nvSpPr>
          <p:cNvPr id="1141" name="Google Shape;1141;h13cf36848d9b9eeb_2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1200"/>
              </a:spcBef>
              <a:spcAft>
                <a:spcPts val="0"/>
              </a:spcAft>
              <a:buClr>
                <a:schemeClr val="dk1"/>
              </a:buClr>
              <a:buSzPts val="1100"/>
              <a:buFont typeface="Calibri"/>
              <a:buNone/>
            </a:pPr>
            <a:r>
              <a:t/>
            </a:r>
            <a:endParaRPr sz="2400"/>
          </a:p>
        </p:txBody>
      </p:sp>
      <p:sp>
        <p:nvSpPr>
          <p:cNvPr id="1142" name="Google Shape;1142;h13cf36848d9b9eeb_2_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0" name="Shape 1150"/>
        <p:cNvGrpSpPr/>
        <p:nvPr/>
      </p:nvGrpSpPr>
      <p:grpSpPr>
        <a:xfrm>
          <a:off x="0" y="0"/>
          <a:ext cx="0" cy="0"/>
          <a:chOff x="0" y="0"/>
          <a:chExt cx="0" cy="0"/>
        </a:xfrm>
      </p:grpSpPr>
      <p:sp>
        <p:nvSpPr>
          <p:cNvPr id="1151" name="Google Shape;1151;h5cb1969c7b0a3a7a_1_10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1200"/>
              </a:spcBef>
              <a:spcAft>
                <a:spcPts val="0"/>
              </a:spcAft>
              <a:buClr>
                <a:schemeClr val="dk1"/>
              </a:buClr>
              <a:buSzPts val="1100"/>
              <a:buFont typeface="Calibri"/>
              <a:buNone/>
            </a:pPr>
            <a:r>
              <a:t/>
            </a:r>
            <a:endParaRPr sz="2400"/>
          </a:p>
        </p:txBody>
      </p:sp>
      <p:sp>
        <p:nvSpPr>
          <p:cNvPr id="1152" name="Google Shape;1152;h5cb1969c7b0a3a7a_1_106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0" name="Shape 1160"/>
        <p:cNvGrpSpPr/>
        <p:nvPr/>
      </p:nvGrpSpPr>
      <p:grpSpPr>
        <a:xfrm>
          <a:off x="0" y="0"/>
          <a:ext cx="0" cy="0"/>
          <a:chOff x="0" y="0"/>
          <a:chExt cx="0" cy="0"/>
        </a:xfrm>
      </p:grpSpPr>
      <p:sp>
        <p:nvSpPr>
          <p:cNvPr id="1161" name="Google Shape;1161;h5cb1969c7b0a3a7a_1_10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1200"/>
              </a:spcBef>
              <a:spcAft>
                <a:spcPts val="0"/>
              </a:spcAft>
              <a:buClr>
                <a:schemeClr val="dk1"/>
              </a:buClr>
              <a:buSzPts val="1100"/>
              <a:buFont typeface="Calibri"/>
              <a:buNone/>
            </a:pPr>
            <a:r>
              <a:t/>
            </a:r>
            <a:endParaRPr sz="2400"/>
          </a:p>
        </p:txBody>
      </p:sp>
      <p:sp>
        <p:nvSpPr>
          <p:cNvPr id="1162" name="Google Shape;1162;h5cb1969c7b0a3a7a_1_107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9" name="Shape 1169"/>
        <p:cNvGrpSpPr/>
        <p:nvPr/>
      </p:nvGrpSpPr>
      <p:grpSpPr>
        <a:xfrm>
          <a:off x="0" y="0"/>
          <a:ext cx="0" cy="0"/>
          <a:chOff x="0" y="0"/>
          <a:chExt cx="0" cy="0"/>
        </a:xfrm>
      </p:grpSpPr>
      <p:sp>
        <p:nvSpPr>
          <p:cNvPr id="1170" name="Google Shape;1170;h5cb1969c7b0a3a7a_1_108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1" name="Google Shape;1171;h5cb1969c7b0a3a7a_1_10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4" name="Shape 1174"/>
        <p:cNvGrpSpPr/>
        <p:nvPr/>
      </p:nvGrpSpPr>
      <p:grpSpPr>
        <a:xfrm>
          <a:off x="0" y="0"/>
          <a:ext cx="0" cy="0"/>
          <a:chOff x="0" y="0"/>
          <a:chExt cx="0" cy="0"/>
        </a:xfrm>
      </p:grpSpPr>
      <p:sp>
        <p:nvSpPr>
          <p:cNvPr id="1175" name="Google Shape;1175;h5cb1969c7b0a3a7a_1_108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t/>
            </a:r>
            <a:endParaRPr/>
          </a:p>
        </p:txBody>
      </p:sp>
      <p:sp>
        <p:nvSpPr>
          <p:cNvPr id="1176" name="Google Shape;1176;h5cb1969c7b0a3a7a_1_108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4" name="Shape 1184"/>
        <p:cNvGrpSpPr/>
        <p:nvPr/>
      </p:nvGrpSpPr>
      <p:grpSpPr>
        <a:xfrm>
          <a:off x="0" y="0"/>
          <a:ext cx="0" cy="0"/>
          <a:chOff x="0" y="0"/>
          <a:chExt cx="0" cy="0"/>
        </a:xfrm>
      </p:grpSpPr>
      <p:sp>
        <p:nvSpPr>
          <p:cNvPr id="1185" name="Google Shape;1185;h5cb1969c7b0a3a7a_1_109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t/>
            </a:r>
            <a:endParaRPr sz="2400"/>
          </a:p>
        </p:txBody>
      </p:sp>
      <p:sp>
        <p:nvSpPr>
          <p:cNvPr id="1186" name="Google Shape;1186;h5cb1969c7b0a3a7a_1_109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3" name="Shape 1193"/>
        <p:cNvGrpSpPr/>
        <p:nvPr/>
      </p:nvGrpSpPr>
      <p:grpSpPr>
        <a:xfrm>
          <a:off x="0" y="0"/>
          <a:ext cx="0" cy="0"/>
          <a:chOff x="0" y="0"/>
          <a:chExt cx="0" cy="0"/>
        </a:xfrm>
      </p:grpSpPr>
      <p:sp>
        <p:nvSpPr>
          <p:cNvPr id="1194" name="Google Shape;1194;h5cb1969c7b0a3a7a_1_110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t/>
            </a:r>
            <a:endParaRPr sz="2400"/>
          </a:p>
        </p:txBody>
      </p:sp>
      <p:sp>
        <p:nvSpPr>
          <p:cNvPr id="1195" name="Google Shape;1195;h5cb1969c7b0a3a7a_1_110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2" name="Shape 1202"/>
        <p:cNvGrpSpPr/>
        <p:nvPr/>
      </p:nvGrpSpPr>
      <p:grpSpPr>
        <a:xfrm>
          <a:off x="0" y="0"/>
          <a:ext cx="0" cy="0"/>
          <a:chOff x="0" y="0"/>
          <a:chExt cx="0" cy="0"/>
        </a:xfrm>
      </p:grpSpPr>
      <p:sp>
        <p:nvSpPr>
          <p:cNvPr id="1203" name="Google Shape;1203;h5cb1969c7b0a3a7a_1_11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t/>
            </a:r>
            <a:endParaRPr sz="2400"/>
          </a:p>
        </p:txBody>
      </p:sp>
      <p:sp>
        <p:nvSpPr>
          <p:cNvPr id="1204" name="Google Shape;1204;h5cb1969c7b0a3a7a_1_11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2" name="Shape 1212"/>
        <p:cNvGrpSpPr/>
        <p:nvPr/>
      </p:nvGrpSpPr>
      <p:grpSpPr>
        <a:xfrm>
          <a:off x="0" y="0"/>
          <a:ext cx="0" cy="0"/>
          <a:chOff x="0" y="0"/>
          <a:chExt cx="0" cy="0"/>
        </a:xfrm>
      </p:grpSpPr>
      <p:sp>
        <p:nvSpPr>
          <p:cNvPr id="1213" name="Google Shape;1213;h5cb1969c7b0a3a7a_1_11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4" name="Google Shape;1214;h5cb1969c7b0a3a7a_1_11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 sz="1200" u="none" cap="none" strike="noStrike">
                <a:solidFill>
                  <a:schemeClr val="dk1"/>
                </a:solidFill>
                <a:latin typeface="Calibri"/>
                <a:ea typeface="Calibri"/>
                <a:cs typeface="Calibri"/>
                <a:sym typeface="Calibri"/>
              </a:rPr>
              <a:t>Démo : 1) File &gt; Open Image, choisir l’empreinte. 2) File &gt; Filter. 3) Montrer que les crêtes dans la direction θ=π/6 (à gauche) ressortent, le reste est atténué. 4) Optionnel : changer THETA en π/2 et relancer pour montrer la sélectivité. Valeur de contrôle du noyau : g(0,0) ≈ 0,002487.</a:t>
            </a:r>
            <a:endParaRPr/>
          </a:p>
        </p:txBody>
      </p:sp>
      <p:sp>
        <p:nvSpPr>
          <p:cNvPr id="1215" name="Google Shape;1215;h5cb1969c7b0a3a7a_1_1120:notes"/>
          <p:cNvSpPr txBox="1"/>
          <p:nvPr>
            <p:ph idx="12" type="sldNum"/>
          </p:nvPr>
        </p:nvSpPr>
        <p:spPr>
          <a:xfrm>
            <a:off x="3884613" y="8685213"/>
            <a:ext cx="2971800" cy="458787"/>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2" name="Shape 1222"/>
        <p:cNvGrpSpPr/>
        <p:nvPr/>
      </p:nvGrpSpPr>
      <p:grpSpPr>
        <a:xfrm>
          <a:off x="0" y="0"/>
          <a:ext cx="0" cy="0"/>
          <a:chOff x="0" y="0"/>
          <a:chExt cx="0" cy="0"/>
        </a:xfrm>
      </p:grpSpPr>
      <p:sp>
        <p:nvSpPr>
          <p:cNvPr id="1223" name="Google Shape;1223;h5cb1969c7b0a3a7a_1_11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4" name="Google Shape;1224;h5cb1969c7b0a3a7a_1_11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7" name="Shape 1227"/>
        <p:cNvGrpSpPr/>
        <p:nvPr/>
      </p:nvGrpSpPr>
      <p:grpSpPr>
        <a:xfrm>
          <a:off x="0" y="0"/>
          <a:ext cx="0" cy="0"/>
          <a:chOff x="0" y="0"/>
          <a:chExt cx="0" cy="0"/>
        </a:xfrm>
      </p:grpSpPr>
      <p:sp>
        <p:nvSpPr>
          <p:cNvPr id="1228" name="Google Shape;1228;h5cb1969c7b0a3a7a_1_11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1229" name="Google Shape;1229;h5cb1969c7b0a3a7a_1_11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7" name="Shape 1237"/>
        <p:cNvGrpSpPr/>
        <p:nvPr/>
      </p:nvGrpSpPr>
      <p:grpSpPr>
        <a:xfrm>
          <a:off x="0" y="0"/>
          <a:ext cx="0" cy="0"/>
          <a:chOff x="0" y="0"/>
          <a:chExt cx="0" cy="0"/>
        </a:xfrm>
      </p:grpSpPr>
      <p:sp>
        <p:nvSpPr>
          <p:cNvPr id="1238" name="Google Shape;1238;h5cb1969c7b0a3a7a_1_11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1239" name="Google Shape;1239;h5cb1969c7b0a3a7a_1_11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7" name="Shape 1247"/>
        <p:cNvGrpSpPr/>
        <p:nvPr/>
      </p:nvGrpSpPr>
      <p:grpSpPr>
        <a:xfrm>
          <a:off x="0" y="0"/>
          <a:ext cx="0" cy="0"/>
          <a:chOff x="0" y="0"/>
          <a:chExt cx="0" cy="0"/>
        </a:xfrm>
      </p:grpSpPr>
      <p:sp>
        <p:nvSpPr>
          <p:cNvPr id="1248" name="Google Shape;1248;h5cb1969c7b0a3a7a_1_11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49" name="Google Shape;1249;h5cb1969c7b0a3a7a_1_11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t/>
            </a:r>
            <a:endParaRPr sz="11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s and Contents Layout">
  <p:cSld name="Images and Contents Layout">
    <p:spTree>
      <p:nvGrpSpPr>
        <p:cNvPr id="56" name="Shape 56"/>
        <p:cNvGrpSpPr/>
        <p:nvPr/>
      </p:nvGrpSpPr>
      <p:grpSpPr>
        <a:xfrm>
          <a:off x="0" y="0"/>
          <a:ext cx="0" cy="0"/>
          <a:chOff x="0" y="0"/>
          <a:chExt cx="0" cy="0"/>
        </a:xfrm>
      </p:grpSpPr>
      <p:sp>
        <p:nvSpPr>
          <p:cNvPr id="57" name="Google Shape;57;p14"/>
          <p:cNvSpPr/>
          <p:nvPr>
            <p:ph idx="2" type="pic"/>
          </p:nvPr>
        </p:nvSpPr>
        <p:spPr>
          <a:xfrm>
            <a:off x="0" y="-1"/>
            <a:ext cx="9144000" cy="5143500"/>
          </a:xfrm>
          <a:prstGeom prst="rect">
            <a:avLst/>
          </a:prstGeom>
          <a:solidFill>
            <a:srgbClr val="F2F2F2"/>
          </a:solid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e de titre" type="title">
  <p:cSld name="TITLE">
    <p:spTree>
      <p:nvGrpSpPr>
        <p:cNvPr id="58" name="Shape 58"/>
        <p:cNvGrpSpPr/>
        <p:nvPr/>
      </p:nvGrpSpPr>
      <p:grpSpPr>
        <a:xfrm>
          <a:off x="0" y="0"/>
          <a:ext cx="0" cy="0"/>
          <a:chOff x="0" y="0"/>
          <a:chExt cx="0" cy="0"/>
        </a:xfrm>
      </p:grpSpPr>
      <p:sp>
        <p:nvSpPr>
          <p:cNvPr id="59" name="Google Shape;59;p15"/>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0" name="Google Shape;60;p15"/>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61" name="Google Shape;61;p15"/>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2" name="Google Shape;62;p15"/>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3" name="Google Shape;63;p1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ntents slide layout">
  <p:cSld name="1_Contents slide layout">
    <p:bg>
      <p:bgPr>
        <a:gradFill>
          <a:gsLst>
            <a:gs pos="0">
              <a:schemeClr val="accent1"/>
            </a:gs>
            <a:gs pos="27000">
              <a:srgbClr val="79A8F7"/>
            </a:gs>
            <a:gs pos="50000">
              <a:srgbClr val="8CB5F8"/>
            </a:gs>
            <a:gs pos="73000">
              <a:srgbClr val="79A8F7"/>
            </a:gs>
            <a:gs pos="100000">
              <a:schemeClr val="accent1"/>
            </a:gs>
          </a:gsLst>
          <a:lin ang="16200038" scaled="0"/>
        </a:gradFill>
      </p:bgPr>
    </p:bg>
    <p:spTree>
      <p:nvGrpSpPr>
        <p:cNvPr id="64" name="Shape 64"/>
        <p:cNvGrpSpPr/>
        <p:nvPr/>
      </p:nvGrpSpPr>
      <p:grpSpPr>
        <a:xfrm>
          <a:off x="0" y="0"/>
          <a:ext cx="0" cy="0"/>
          <a:chOff x="0" y="0"/>
          <a:chExt cx="0" cy="0"/>
        </a:xfrm>
      </p:grpSpPr>
      <p:sp>
        <p:nvSpPr>
          <p:cNvPr id="65" name="Google Shape;65;p16"/>
          <p:cNvSpPr txBox="1"/>
          <p:nvPr>
            <p:ph idx="1" type="body"/>
          </p:nvPr>
        </p:nvSpPr>
        <p:spPr>
          <a:xfrm>
            <a:off x="242647" y="254632"/>
            <a:ext cx="8679900" cy="543300"/>
          </a:xfrm>
          <a:prstGeom prst="rect">
            <a:avLst/>
          </a:prstGeom>
          <a:noFill/>
          <a:ln>
            <a:noFill/>
          </a:ln>
        </p:spPr>
        <p:txBody>
          <a:bodyPr anchorCtr="0" anchor="ctr" bIns="68575" lIns="68575" spcFirstLastPara="1" rIns="68575" wrap="square" tIns="68575">
            <a:normAutofit/>
          </a:bodyPr>
          <a:lstStyle>
            <a:lvl1pPr indent="-228600" lvl="0" marL="457200" algn="ctr">
              <a:lnSpc>
                <a:spcPct val="115000"/>
              </a:lnSpc>
              <a:spcBef>
                <a:spcPts val="0"/>
              </a:spcBef>
              <a:spcAft>
                <a:spcPts val="0"/>
              </a:spcAft>
              <a:buClr>
                <a:schemeClr val="lt1"/>
              </a:buClr>
              <a:buSzPts val="1400"/>
              <a:buNone/>
              <a:defRPr b="0" sz="4100">
                <a:solidFill>
                  <a:schemeClr val="lt1"/>
                </a:solidFill>
                <a:latin typeface="Arial"/>
                <a:ea typeface="Arial"/>
                <a:cs typeface="Arial"/>
                <a:sym typeface="Arial"/>
              </a:defRPr>
            </a:lvl1pPr>
            <a:lvl2pPr indent="-298450" lvl="1" marL="914400" algn="l">
              <a:lnSpc>
                <a:spcPct val="115000"/>
              </a:lnSpc>
              <a:spcBef>
                <a:spcPts val="0"/>
              </a:spcBef>
              <a:spcAft>
                <a:spcPts val="0"/>
              </a:spcAft>
              <a:buClr>
                <a:schemeClr val="dk1"/>
              </a:buClr>
              <a:buSzPts val="1100"/>
              <a:buChar char="○"/>
              <a:defRPr/>
            </a:lvl2pPr>
            <a:lvl3pPr indent="-298450" lvl="2" marL="1371600" algn="l">
              <a:lnSpc>
                <a:spcPct val="115000"/>
              </a:lnSpc>
              <a:spcBef>
                <a:spcPts val="0"/>
              </a:spcBef>
              <a:spcAft>
                <a:spcPts val="0"/>
              </a:spcAft>
              <a:buClr>
                <a:schemeClr val="dk1"/>
              </a:buClr>
              <a:buSzPts val="1100"/>
              <a:buChar char="■"/>
              <a:defRPr/>
            </a:lvl3pPr>
            <a:lvl4pPr indent="-298450" lvl="3" marL="1828800" algn="l">
              <a:lnSpc>
                <a:spcPct val="115000"/>
              </a:lnSpc>
              <a:spcBef>
                <a:spcPts val="0"/>
              </a:spcBef>
              <a:spcAft>
                <a:spcPts val="0"/>
              </a:spcAft>
              <a:buClr>
                <a:schemeClr val="dk1"/>
              </a:buClr>
              <a:buSzPts val="1100"/>
              <a:buChar char="●"/>
              <a:defRPr/>
            </a:lvl4pPr>
            <a:lvl5pPr indent="-298450" lvl="4" marL="2286000" algn="l">
              <a:lnSpc>
                <a:spcPct val="115000"/>
              </a:lnSpc>
              <a:spcBef>
                <a:spcPts val="0"/>
              </a:spcBef>
              <a:spcAft>
                <a:spcPts val="0"/>
              </a:spcAft>
              <a:buClr>
                <a:schemeClr val="dk1"/>
              </a:buClr>
              <a:buSzPts val="1100"/>
              <a:buChar char="○"/>
              <a:defRPr/>
            </a:lvl5pPr>
            <a:lvl6pPr indent="-298450" lvl="5" marL="2743200" algn="l">
              <a:lnSpc>
                <a:spcPct val="115000"/>
              </a:lnSpc>
              <a:spcBef>
                <a:spcPts val="0"/>
              </a:spcBef>
              <a:spcAft>
                <a:spcPts val="0"/>
              </a:spcAft>
              <a:buClr>
                <a:schemeClr val="dk1"/>
              </a:buClr>
              <a:buSzPts val="1100"/>
              <a:buChar char="■"/>
              <a:defRPr/>
            </a:lvl6pPr>
            <a:lvl7pPr indent="-298450" lvl="6" marL="3200400" algn="l">
              <a:lnSpc>
                <a:spcPct val="115000"/>
              </a:lnSpc>
              <a:spcBef>
                <a:spcPts val="0"/>
              </a:spcBef>
              <a:spcAft>
                <a:spcPts val="0"/>
              </a:spcAft>
              <a:buClr>
                <a:schemeClr val="dk1"/>
              </a:buClr>
              <a:buSzPts val="1100"/>
              <a:buChar char="●"/>
              <a:defRPr/>
            </a:lvl7pPr>
            <a:lvl8pPr indent="-298450" lvl="7" marL="3657600" algn="l">
              <a:lnSpc>
                <a:spcPct val="115000"/>
              </a:lnSpc>
              <a:spcBef>
                <a:spcPts val="0"/>
              </a:spcBef>
              <a:spcAft>
                <a:spcPts val="0"/>
              </a:spcAft>
              <a:buClr>
                <a:schemeClr val="dk1"/>
              </a:buClr>
              <a:buSzPts val="1100"/>
              <a:buChar char="○"/>
              <a:defRPr/>
            </a:lvl8pPr>
            <a:lvl9pPr indent="-298450" lvl="8" marL="4114800" algn="l">
              <a:lnSpc>
                <a:spcPct val="115000"/>
              </a:lnSpc>
              <a:spcBef>
                <a:spcPts val="0"/>
              </a:spcBef>
              <a:spcAft>
                <a:spcPts val="0"/>
              </a:spcAft>
              <a:buClr>
                <a:schemeClr val="dk1"/>
              </a:buClr>
              <a:buSzPts val="1100"/>
              <a:buChar char="■"/>
              <a:defRPr/>
            </a:lvl9pPr>
          </a:lstStyle>
          <a:p/>
        </p:txBody>
      </p:sp>
      <p:grpSp>
        <p:nvGrpSpPr>
          <p:cNvPr id="66" name="Google Shape;66;p16"/>
          <p:cNvGrpSpPr/>
          <p:nvPr/>
        </p:nvGrpSpPr>
        <p:grpSpPr>
          <a:xfrm>
            <a:off x="-74245" y="-78271"/>
            <a:ext cx="9306286" cy="5284099"/>
            <a:chOff x="-98994" y="-104361"/>
            <a:chExt cx="12408382" cy="7045465"/>
          </a:xfrm>
        </p:grpSpPr>
        <p:cxnSp>
          <p:nvCxnSpPr>
            <p:cNvPr id="67" name="Google Shape;67;p16"/>
            <p:cNvCxnSpPr>
              <a:stCxn id="68" idx="7"/>
              <a:endCxn id="69" idx="2"/>
            </p:cNvCxnSpPr>
            <p:nvPr/>
          </p:nvCxnSpPr>
          <p:spPr>
            <a:xfrm>
              <a:off x="1584514" y="1905027"/>
              <a:ext cx="1703100" cy="9444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70" name="Google Shape;70;p16"/>
            <p:cNvCxnSpPr>
              <a:stCxn id="69" idx="4"/>
              <a:endCxn id="71" idx="1"/>
            </p:cNvCxnSpPr>
            <p:nvPr/>
          </p:nvCxnSpPr>
          <p:spPr>
            <a:xfrm flipH="1" rot="10800000">
              <a:off x="3427797" y="2205542"/>
              <a:ext cx="483000" cy="5703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72" name="Google Shape;72;p16"/>
            <p:cNvCxnSpPr>
              <a:stCxn id="73" idx="2"/>
              <a:endCxn id="74" idx="6"/>
            </p:cNvCxnSpPr>
            <p:nvPr/>
          </p:nvCxnSpPr>
          <p:spPr>
            <a:xfrm flipH="1">
              <a:off x="4004083" y="998924"/>
              <a:ext cx="1032900" cy="4146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75" name="Google Shape;75;p16"/>
            <p:cNvCxnSpPr>
              <a:stCxn id="71" idx="5"/>
              <a:endCxn id="73" idx="1"/>
            </p:cNvCxnSpPr>
            <p:nvPr/>
          </p:nvCxnSpPr>
          <p:spPr>
            <a:xfrm flipH="1" rot="10800000">
              <a:off x="4016349" y="1082419"/>
              <a:ext cx="1055100" cy="10176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76" name="Google Shape;76;p16"/>
            <p:cNvCxnSpPr>
              <a:stCxn id="69" idx="5"/>
              <a:endCxn id="77" idx="1"/>
            </p:cNvCxnSpPr>
            <p:nvPr/>
          </p:nvCxnSpPr>
          <p:spPr>
            <a:xfrm flipH="1" rot="10800000">
              <a:off x="3493668" y="2247214"/>
              <a:ext cx="1466400" cy="5835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78" name="Google Shape;78;p16"/>
            <p:cNvCxnSpPr>
              <a:stCxn id="73" idx="0"/>
              <a:endCxn id="77" idx="4"/>
            </p:cNvCxnSpPr>
            <p:nvPr/>
          </p:nvCxnSpPr>
          <p:spPr>
            <a:xfrm flipH="1">
              <a:off x="5012833" y="1116974"/>
              <a:ext cx="142200" cy="10029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79" name="Google Shape;79;p16"/>
            <p:cNvCxnSpPr>
              <a:stCxn id="71" idx="3"/>
              <a:endCxn id="74" idx="0"/>
            </p:cNvCxnSpPr>
            <p:nvPr/>
          </p:nvCxnSpPr>
          <p:spPr>
            <a:xfrm rot="10800000">
              <a:off x="3892107" y="1525519"/>
              <a:ext cx="18600" cy="5745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80" name="Google Shape;80;p16"/>
            <p:cNvCxnSpPr>
              <a:stCxn id="81" idx="7"/>
              <a:endCxn id="82" idx="1"/>
            </p:cNvCxnSpPr>
            <p:nvPr/>
          </p:nvCxnSpPr>
          <p:spPr>
            <a:xfrm flipH="1" rot="10800000">
              <a:off x="5140024" y="2351113"/>
              <a:ext cx="1066500" cy="5526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83" name="Google Shape;83;p16"/>
            <p:cNvCxnSpPr>
              <a:stCxn id="73" idx="7"/>
              <a:endCxn id="82" idx="3"/>
            </p:cNvCxnSpPr>
            <p:nvPr/>
          </p:nvCxnSpPr>
          <p:spPr>
            <a:xfrm>
              <a:off x="5238507" y="1082398"/>
              <a:ext cx="967800" cy="11100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84" name="Google Shape;84;p16"/>
            <p:cNvCxnSpPr>
              <a:stCxn id="85" idx="3"/>
            </p:cNvCxnSpPr>
            <p:nvPr/>
          </p:nvCxnSpPr>
          <p:spPr>
            <a:xfrm rot="10800000">
              <a:off x="3211543" y="18423"/>
              <a:ext cx="498900" cy="5829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86" name="Google Shape;86;p16"/>
            <p:cNvCxnSpPr>
              <a:stCxn id="71" idx="6"/>
              <a:endCxn id="77" idx="2"/>
            </p:cNvCxnSpPr>
            <p:nvPr/>
          </p:nvCxnSpPr>
          <p:spPr>
            <a:xfrm>
              <a:off x="4038228" y="2152840"/>
              <a:ext cx="900000" cy="417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87" name="Google Shape;87;p16"/>
            <p:cNvCxnSpPr>
              <a:stCxn id="85" idx="0"/>
              <a:endCxn id="74" idx="4"/>
            </p:cNvCxnSpPr>
            <p:nvPr/>
          </p:nvCxnSpPr>
          <p:spPr>
            <a:xfrm>
              <a:off x="3789674" y="792604"/>
              <a:ext cx="102300" cy="5088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88" name="Google Shape;88;p16"/>
            <p:cNvCxnSpPr>
              <a:stCxn id="77" idx="6"/>
              <a:endCxn id="82" idx="2"/>
            </p:cNvCxnSpPr>
            <p:nvPr/>
          </p:nvCxnSpPr>
          <p:spPr>
            <a:xfrm>
              <a:off x="5087673" y="2194492"/>
              <a:ext cx="1086000" cy="774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89" name="Google Shape;89;p16"/>
            <p:cNvCxnSpPr>
              <a:stCxn id="90" idx="0"/>
              <a:endCxn id="82" idx="4"/>
            </p:cNvCxnSpPr>
            <p:nvPr/>
          </p:nvCxnSpPr>
          <p:spPr>
            <a:xfrm>
              <a:off x="6243045" y="1291086"/>
              <a:ext cx="42600" cy="8685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91" name="Google Shape;91;p16"/>
            <p:cNvCxnSpPr>
              <a:stCxn id="92" idx="1"/>
              <a:endCxn id="82" idx="5"/>
            </p:cNvCxnSpPr>
            <p:nvPr/>
          </p:nvCxnSpPr>
          <p:spPr>
            <a:xfrm flipH="1">
              <a:off x="6364796" y="570688"/>
              <a:ext cx="1332600" cy="16218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93" name="Google Shape;93;p16"/>
            <p:cNvCxnSpPr>
              <a:stCxn id="92" idx="0"/>
              <a:endCxn id="94" idx="4"/>
            </p:cNvCxnSpPr>
            <p:nvPr/>
          </p:nvCxnSpPr>
          <p:spPr>
            <a:xfrm flipH="1">
              <a:off x="7737917" y="592567"/>
              <a:ext cx="12300" cy="10176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95" name="Google Shape;95;p16"/>
            <p:cNvCxnSpPr>
              <a:stCxn id="94" idx="2"/>
              <a:endCxn id="82" idx="6"/>
            </p:cNvCxnSpPr>
            <p:nvPr/>
          </p:nvCxnSpPr>
          <p:spPr>
            <a:xfrm flipH="1">
              <a:off x="6397559" y="1722175"/>
              <a:ext cx="1228200" cy="5496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96" name="Google Shape;96;p16"/>
            <p:cNvCxnSpPr>
              <a:stCxn id="94" idx="7"/>
              <a:endCxn id="97" idx="5"/>
            </p:cNvCxnSpPr>
            <p:nvPr/>
          </p:nvCxnSpPr>
          <p:spPr>
            <a:xfrm>
              <a:off x="7817040" y="1801406"/>
              <a:ext cx="1650000" cy="11055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98" name="Google Shape;98;p16"/>
            <p:cNvCxnSpPr>
              <a:stCxn id="94" idx="6"/>
              <a:endCxn id="99" idx="2"/>
            </p:cNvCxnSpPr>
            <p:nvPr/>
          </p:nvCxnSpPr>
          <p:spPr>
            <a:xfrm flipH="1" rot="10800000">
              <a:off x="7849859" y="1627675"/>
              <a:ext cx="1344900" cy="945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100" name="Google Shape;100;p16"/>
            <p:cNvCxnSpPr>
              <a:stCxn id="99" idx="7"/>
              <a:endCxn id="101" idx="3"/>
            </p:cNvCxnSpPr>
            <p:nvPr/>
          </p:nvCxnSpPr>
          <p:spPr>
            <a:xfrm>
              <a:off x="9385913" y="1706946"/>
              <a:ext cx="910500" cy="8460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102" name="Google Shape;102;p16"/>
            <p:cNvCxnSpPr>
              <a:stCxn id="103" idx="0"/>
              <a:endCxn id="69" idx="3"/>
            </p:cNvCxnSpPr>
            <p:nvPr/>
          </p:nvCxnSpPr>
          <p:spPr>
            <a:xfrm>
              <a:off x="2865658" y="1745404"/>
              <a:ext cx="476700" cy="10383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104" name="Google Shape;104;p16"/>
            <p:cNvCxnSpPr>
              <a:stCxn id="74" idx="2"/>
              <a:endCxn id="103" idx="6"/>
            </p:cNvCxnSpPr>
            <p:nvPr/>
          </p:nvCxnSpPr>
          <p:spPr>
            <a:xfrm flipH="1">
              <a:off x="2983828" y="1413383"/>
              <a:ext cx="796200" cy="2139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105" name="Google Shape;105;p16"/>
            <p:cNvCxnSpPr>
              <a:stCxn id="85" idx="1"/>
              <a:endCxn id="103" idx="5"/>
            </p:cNvCxnSpPr>
            <p:nvPr/>
          </p:nvCxnSpPr>
          <p:spPr>
            <a:xfrm flipH="1">
              <a:off x="2949043" y="759785"/>
              <a:ext cx="761400" cy="7842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106" name="Google Shape;106;p16"/>
            <p:cNvCxnSpPr>
              <a:stCxn id="107" idx="7"/>
              <a:endCxn id="103" idx="3"/>
            </p:cNvCxnSpPr>
            <p:nvPr/>
          </p:nvCxnSpPr>
          <p:spPr>
            <a:xfrm>
              <a:off x="2026279" y="811100"/>
              <a:ext cx="756000" cy="7329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108" name="Google Shape;108;p16"/>
            <p:cNvCxnSpPr>
              <a:stCxn id="68" idx="6"/>
              <a:endCxn id="103" idx="2"/>
            </p:cNvCxnSpPr>
            <p:nvPr/>
          </p:nvCxnSpPr>
          <p:spPr>
            <a:xfrm flipH="1" rot="10800000">
              <a:off x="1617333" y="1627496"/>
              <a:ext cx="1130400" cy="1983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109" name="Google Shape;109;p16"/>
            <p:cNvCxnSpPr>
              <a:stCxn id="110" idx="7"/>
              <a:endCxn id="68" idx="3"/>
            </p:cNvCxnSpPr>
            <p:nvPr/>
          </p:nvCxnSpPr>
          <p:spPr>
            <a:xfrm>
              <a:off x="562738" y="991182"/>
              <a:ext cx="863400" cy="7554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111" name="Google Shape;111;p16"/>
            <p:cNvCxnSpPr>
              <a:stCxn id="110" idx="6"/>
              <a:endCxn id="107" idx="2"/>
            </p:cNvCxnSpPr>
            <p:nvPr/>
          </p:nvCxnSpPr>
          <p:spPr>
            <a:xfrm flipH="1" rot="10800000">
              <a:off x="584617" y="758361"/>
              <a:ext cx="1314000" cy="1800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112" name="Google Shape;112;p16"/>
            <p:cNvCxnSpPr>
              <a:stCxn id="110" idx="5"/>
            </p:cNvCxnSpPr>
            <p:nvPr/>
          </p:nvCxnSpPr>
          <p:spPr>
            <a:xfrm flipH="1" rot="10800000">
              <a:off x="562738" y="7740"/>
              <a:ext cx="830400" cy="8778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113" name="Google Shape;113;p16"/>
            <p:cNvCxnSpPr>
              <a:stCxn id="107" idx="4"/>
            </p:cNvCxnSpPr>
            <p:nvPr/>
          </p:nvCxnSpPr>
          <p:spPr>
            <a:xfrm rot="10800000">
              <a:off x="1913158" y="8879"/>
              <a:ext cx="60300" cy="6747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114" name="Google Shape;114;p16"/>
            <p:cNvCxnSpPr>
              <a:stCxn id="107" idx="5"/>
            </p:cNvCxnSpPr>
            <p:nvPr/>
          </p:nvCxnSpPr>
          <p:spPr>
            <a:xfrm flipH="1" rot="10800000">
              <a:off x="2026279" y="21458"/>
              <a:ext cx="969600" cy="6840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115" name="Google Shape;115;p16"/>
            <p:cNvCxnSpPr>
              <a:stCxn id="85" idx="5"/>
            </p:cNvCxnSpPr>
            <p:nvPr/>
          </p:nvCxnSpPr>
          <p:spPr>
            <a:xfrm flipH="1" rot="10800000">
              <a:off x="3868905" y="-11277"/>
              <a:ext cx="430500" cy="6126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116" name="Google Shape;116;p16"/>
            <p:cNvCxnSpPr>
              <a:stCxn id="107" idx="6"/>
              <a:endCxn id="85" idx="2"/>
            </p:cNvCxnSpPr>
            <p:nvPr/>
          </p:nvCxnSpPr>
          <p:spPr>
            <a:xfrm flipH="1" rot="10800000">
              <a:off x="2048158" y="680579"/>
              <a:ext cx="1629600" cy="777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117" name="Google Shape;117;p16"/>
            <p:cNvCxnSpPr>
              <a:stCxn id="85" idx="6"/>
              <a:endCxn id="73" idx="3"/>
            </p:cNvCxnSpPr>
            <p:nvPr/>
          </p:nvCxnSpPr>
          <p:spPr>
            <a:xfrm>
              <a:off x="3901724" y="680554"/>
              <a:ext cx="1169700" cy="2349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118" name="Google Shape;118;p16"/>
            <p:cNvCxnSpPr>
              <a:stCxn id="90" idx="2"/>
              <a:endCxn id="73" idx="6"/>
            </p:cNvCxnSpPr>
            <p:nvPr/>
          </p:nvCxnSpPr>
          <p:spPr>
            <a:xfrm rot="10800000">
              <a:off x="5273145" y="998886"/>
              <a:ext cx="895200" cy="2175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119" name="Google Shape;119;p16"/>
            <p:cNvCxnSpPr>
              <a:stCxn id="120" idx="0"/>
              <a:endCxn id="73" idx="5"/>
            </p:cNvCxnSpPr>
            <p:nvPr/>
          </p:nvCxnSpPr>
          <p:spPr>
            <a:xfrm flipH="1">
              <a:off x="5238531" y="-6148"/>
              <a:ext cx="1269600" cy="9216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121" name="Google Shape;121;p16"/>
            <p:cNvCxnSpPr>
              <a:endCxn id="73" idx="4"/>
            </p:cNvCxnSpPr>
            <p:nvPr/>
          </p:nvCxnSpPr>
          <p:spPr>
            <a:xfrm>
              <a:off x="4882933" y="-29626"/>
              <a:ext cx="272100" cy="9105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122" name="Google Shape;122;p16"/>
            <p:cNvCxnSpPr>
              <a:stCxn id="120" idx="2"/>
              <a:endCxn id="90" idx="4"/>
            </p:cNvCxnSpPr>
            <p:nvPr/>
          </p:nvCxnSpPr>
          <p:spPr>
            <a:xfrm flipH="1">
              <a:off x="6243079" y="-5456"/>
              <a:ext cx="339600" cy="11472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123" name="Google Shape;123;p16"/>
            <p:cNvCxnSpPr>
              <a:stCxn id="92" idx="2"/>
              <a:endCxn id="90" idx="6"/>
            </p:cNvCxnSpPr>
            <p:nvPr/>
          </p:nvCxnSpPr>
          <p:spPr>
            <a:xfrm flipH="1">
              <a:off x="6317717" y="517867"/>
              <a:ext cx="1357800" cy="6984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124" name="Google Shape;124;p16"/>
            <p:cNvCxnSpPr>
              <a:stCxn id="92" idx="4"/>
            </p:cNvCxnSpPr>
            <p:nvPr/>
          </p:nvCxnSpPr>
          <p:spPr>
            <a:xfrm flipH="1" rot="10800000">
              <a:off x="7750217" y="54367"/>
              <a:ext cx="93600" cy="3888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125" name="Google Shape;125;p16"/>
            <p:cNvCxnSpPr>
              <a:stCxn id="126" idx="3"/>
            </p:cNvCxnSpPr>
            <p:nvPr/>
          </p:nvCxnSpPr>
          <p:spPr>
            <a:xfrm rot="10800000">
              <a:off x="8652107" y="-11177"/>
              <a:ext cx="511500" cy="3567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127" name="Google Shape;127;p16"/>
            <p:cNvCxnSpPr>
              <a:stCxn id="126" idx="2"/>
              <a:endCxn id="92" idx="6"/>
            </p:cNvCxnSpPr>
            <p:nvPr/>
          </p:nvCxnSpPr>
          <p:spPr>
            <a:xfrm flipH="1">
              <a:off x="7824888" y="424754"/>
              <a:ext cx="1305900" cy="930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128" name="Google Shape;128;p16"/>
            <p:cNvCxnSpPr>
              <a:stCxn id="99" idx="4"/>
              <a:endCxn id="126" idx="0"/>
            </p:cNvCxnSpPr>
            <p:nvPr/>
          </p:nvCxnSpPr>
          <p:spPr>
            <a:xfrm rot="10800000">
              <a:off x="9242782" y="536765"/>
              <a:ext cx="63900" cy="9789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129" name="Google Shape;129;p16"/>
            <p:cNvCxnSpPr>
              <a:stCxn id="130" idx="3"/>
              <a:endCxn id="126" idx="7"/>
            </p:cNvCxnSpPr>
            <p:nvPr/>
          </p:nvCxnSpPr>
          <p:spPr>
            <a:xfrm rot="10800000">
              <a:off x="9321944" y="503894"/>
              <a:ext cx="1573200" cy="6498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131" name="Google Shape;131;p16"/>
            <p:cNvCxnSpPr>
              <a:stCxn id="130" idx="2"/>
              <a:endCxn id="99" idx="6"/>
            </p:cNvCxnSpPr>
            <p:nvPr/>
          </p:nvCxnSpPr>
          <p:spPr>
            <a:xfrm flipH="1">
              <a:off x="9418608" y="1237723"/>
              <a:ext cx="1459500" cy="3900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132" name="Google Shape;132;p16"/>
            <p:cNvCxnSpPr>
              <a:stCxn id="130" idx="1"/>
              <a:endCxn id="101" idx="4"/>
            </p:cNvCxnSpPr>
            <p:nvPr/>
          </p:nvCxnSpPr>
          <p:spPr>
            <a:xfrm flipH="1">
              <a:off x="10349179" y="1309187"/>
              <a:ext cx="576300" cy="12219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133" name="Google Shape;133;p16"/>
            <p:cNvCxnSpPr>
              <a:stCxn id="134" idx="1"/>
              <a:endCxn id="101" idx="5"/>
            </p:cNvCxnSpPr>
            <p:nvPr/>
          </p:nvCxnSpPr>
          <p:spPr>
            <a:xfrm flipH="1">
              <a:off x="10402005" y="1774675"/>
              <a:ext cx="1757100" cy="7782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135" name="Google Shape;135;p16"/>
            <p:cNvCxnSpPr>
              <a:stCxn id="134" idx="0"/>
              <a:endCxn id="136" idx="4"/>
            </p:cNvCxnSpPr>
            <p:nvPr/>
          </p:nvCxnSpPr>
          <p:spPr>
            <a:xfrm flipH="1">
              <a:off x="11893359" y="1806510"/>
              <a:ext cx="313200" cy="9576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137" name="Google Shape;137;p16"/>
            <p:cNvCxnSpPr>
              <a:stCxn id="138" idx="7"/>
              <a:endCxn id="139" idx="1"/>
            </p:cNvCxnSpPr>
            <p:nvPr/>
          </p:nvCxnSpPr>
          <p:spPr>
            <a:xfrm rot="10800000">
              <a:off x="8117500" y="3321935"/>
              <a:ext cx="642600" cy="11061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140" name="Google Shape;140;p16"/>
            <p:cNvCxnSpPr>
              <a:endCxn id="141" idx="6"/>
            </p:cNvCxnSpPr>
            <p:nvPr/>
          </p:nvCxnSpPr>
          <p:spPr>
            <a:xfrm rot="10800000">
              <a:off x="11941816" y="350876"/>
              <a:ext cx="294300" cy="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142" name="Google Shape;142;p16"/>
            <p:cNvCxnSpPr>
              <a:stCxn id="138" idx="0"/>
              <a:endCxn id="97" idx="3"/>
            </p:cNvCxnSpPr>
            <p:nvPr/>
          </p:nvCxnSpPr>
          <p:spPr>
            <a:xfrm flipH="1" rot="10800000">
              <a:off x="8839331" y="3056616"/>
              <a:ext cx="575700" cy="13386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143" name="Google Shape;143;p16"/>
            <p:cNvCxnSpPr>
              <a:stCxn id="144" idx="0"/>
              <a:endCxn id="145" idx="0"/>
            </p:cNvCxnSpPr>
            <p:nvPr/>
          </p:nvCxnSpPr>
          <p:spPr>
            <a:xfrm rot="10800000">
              <a:off x="10593667" y="3434199"/>
              <a:ext cx="970500" cy="11166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146" name="Google Shape;146;p16"/>
            <p:cNvCxnSpPr>
              <a:stCxn id="144" idx="1"/>
              <a:endCxn id="136" idx="0"/>
            </p:cNvCxnSpPr>
            <p:nvPr/>
          </p:nvCxnSpPr>
          <p:spPr>
            <a:xfrm flipH="1" rot="10800000">
              <a:off x="11616988" y="2982978"/>
              <a:ext cx="228900" cy="15897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147" name="Google Shape;147;p16"/>
            <p:cNvCxnSpPr>
              <a:stCxn id="136" idx="2"/>
              <a:endCxn id="101" idx="6"/>
            </p:cNvCxnSpPr>
            <p:nvPr/>
          </p:nvCxnSpPr>
          <p:spPr>
            <a:xfrm rot="10800000">
              <a:off x="10423902" y="2605722"/>
              <a:ext cx="1336200" cy="2439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148" name="Google Shape;148;p16"/>
            <p:cNvCxnSpPr>
              <a:stCxn id="134" idx="2"/>
              <a:endCxn id="130" idx="6"/>
            </p:cNvCxnSpPr>
            <p:nvPr/>
          </p:nvCxnSpPr>
          <p:spPr>
            <a:xfrm rot="10800000">
              <a:off x="11098059" y="1194809"/>
              <a:ext cx="1050000" cy="5238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149" name="Google Shape;149;p16"/>
            <p:cNvCxnSpPr>
              <a:stCxn id="141" idx="1"/>
              <a:endCxn id="130" idx="5"/>
            </p:cNvCxnSpPr>
            <p:nvPr/>
          </p:nvCxnSpPr>
          <p:spPr>
            <a:xfrm flipH="1">
              <a:off x="11050635" y="430107"/>
              <a:ext cx="699900" cy="6933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150" name="Google Shape;150;p16"/>
            <p:cNvCxnSpPr>
              <a:stCxn id="141" idx="3"/>
              <a:endCxn id="151" idx="1"/>
            </p:cNvCxnSpPr>
            <p:nvPr/>
          </p:nvCxnSpPr>
          <p:spPr>
            <a:xfrm rot="10800000">
              <a:off x="10480635" y="1645"/>
              <a:ext cx="1269900" cy="2700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152" name="Google Shape;152;p16"/>
            <p:cNvCxnSpPr>
              <a:stCxn id="130" idx="4"/>
              <a:endCxn id="151" idx="2"/>
            </p:cNvCxnSpPr>
            <p:nvPr/>
          </p:nvCxnSpPr>
          <p:spPr>
            <a:xfrm rot="10800000">
              <a:off x="10369008" y="523"/>
              <a:ext cx="597600" cy="11058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153" name="Google Shape;153;p16"/>
            <p:cNvCxnSpPr>
              <a:stCxn id="126" idx="5"/>
              <a:endCxn id="151" idx="0"/>
            </p:cNvCxnSpPr>
            <p:nvPr/>
          </p:nvCxnSpPr>
          <p:spPr>
            <a:xfrm flipH="1" rot="10800000">
              <a:off x="9322069" y="-377"/>
              <a:ext cx="935100" cy="3459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154" name="Google Shape;154;p16"/>
            <p:cNvCxnSpPr>
              <a:stCxn id="141" idx="7"/>
              <a:endCxn id="134" idx="3"/>
            </p:cNvCxnSpPr>
            <p:nvPr/>
          </p:nvCxnSpPr>
          <p:spPr>
            <a:xfrm>
              <a:off x="11908997" y="430107"/>
              <a:ext cx="270900" cy="12411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155" name="Google Shape;155;p16"/>
            <p:cNvCxnSpPr>
              <a:stCxn id="92" idx="7"/>
              <a:endCxn id="99" idx="3"/>
            </p:cNvCxnSpPr>
            <p:nvPr/>
          </p:nvCxnSpPr>
          <p:spPr>
            <a:xfrm>
              <a:off x="7803038" y="570688"/>
              <a:ext cx="1424400" cy="9777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156" name="Google Shape;156;p16"/>
            <p:cNvCxnSpPr>
              <a:endCxn id="141" idx="4"/>
            </p:cNvCxnSpPr>
            <p:nvPr/>
          </p:nvCxnSpPr>
          <p:spPr>
            <a:xfrm flipH="1">
              <a:off x="11829766" y="9026"/>
              <a:ext cx="14400" cy="229800"/>
            </a:xfrm>
            <a:prstGeom prst="straightConnector1">
              <a:avLst/>
            </a:prstGeom>
            <a:noFill/>
            <a:ln cap="flat" cmpd="sng" w="9525">
              <a:solidFill>
                <a:schemeClr val="lt1">
                  <a:alpha val="8627"/>
                </a:schemeClr>
              </a:solidFill>
              <a:prstDash val="solid"/>
              <a:round/>
              <a:headEnd len="sm" w="sm" type="none"/>
              <a:tailEnd len="sm" w="sm" type="none"/>
            </a:ln>
          </p:spPr>
        </p:cxnSp>
        <p:sp>
          <p:nvSpPr>
            <p:cNvPr id="69" name="Google Shape;69;p16"/>
            <p:cNvSpPr/>
            <p:nvPr/>
          </p:nvSpPr>
          <p:spPr>
            <a:xfrm flipH="1" rot="-9762329">
              <a:off x="3282482" y="2770778"/>
              <a:ext cx="224029" cy="224029"/>
            </a:xfrm>
            <a:prstGeom prst="ellipse">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103" name="Google Shape;103;p16"/>
            <p:cNvSpPr/>
            <p:nvPr/>
          </p:nvSpPr>
          <p:spPr>
            <a:xfrm flipH="1" rot="10800000">
              <a:off x="2747608" y="1509304"/>
              <a:ext cx="236100" cy="236100"/>
            </a:xfrm>
            <a:prstGeom prst="ellipse">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68" name="Google Shape;68;p16"/>
            <p:cNvSpPr/>
            <p:nvPr/>
          </p:nvSpPr>
          <p:spPr>
            <a:xfrm flipH="1" rot="10800000">
              <a:off x="1393233" y="1713746"/>
              <a:ext cx="224100" cy="224100"/>
            </a:xfrm>
            <a:prstGeom prst="ellipse">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107" name="Google Shape;107;p16"/>
            <p:cNvSpPr/>
            <p:nvPr/>
          </p:nvSpPr>
          <p:spPr>
            <a:xfrm flipH="1" rot="10800000">
              <a:off x="1898758" y="683579"/>
              <a:ext cx="149400" cy="149400"/>
            </a:xfrm>
            <a:prstGeom prst="ellipse">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85" name="Google Shape;85;p16"/>
            <p:cNvSpPr/>
            <p:nvPr/>
          </p:nvSpPr>
          <p:spPr>
            <a:xfrm flipH="1" rot="10800000">
              <a:off x="3677624" y="568504"/>
              <a:ext cx="224100" cy="224100"/>
            </a:xfrm>
            <a:prstGeom prst="ellipse">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73" name="Google Shape;73;p16"/>
            <p:cNvSpPr/>
            <p:nvPr/>
          </p:nvSpPr>
          <p:spPr>
            <a:xfrm flipH="1" rot="10800000">
              <a:off x="5036983" y="880874"/>
              <a:ext cx="236100" cy="236100"/>
            </a:xfrm>
            <a:prstGeom prst="ellipse">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90" name="Google Shape;90;p16"/>
            <p:cNvSpPr/>
            <p:nvPr/>
          </p:nvSpPr>
          <p:spPr>
            <a:xfrm flipH="1" rot="10800000">
              <a:off x="6168345" y="1141686"/>
              <a:ext cx="149400" cy="149400"/>
            </a:xfrm>
            <a:prstGeom prst="ellipse">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82" name="Google Shape;82;p16"/>
            <p:cNvSpPr/>
            <p:nvPr/>
          </p:nvSpPr>
          <p:spPr>
            <a:xfrm flipH="1" rot="10800000">
              <a:off x="6173566" y="2159692"/>
              <a:ext cx="224100" cy="224100"/>
            </a:xfrm>
            <a:prstGeom prst="ellipse">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94" name="Google Shape;94;p16"/>
            <p:cNvSpPr/>
            <p:nvPr/>
          </p:nvSpPr>
          <p:spPr>
            <a:xfrm flipH="1" rot="10800000">
              <a:off x="7625759" y="1610125"/>
              <a:ext cx="224100" cy="224100"/>
            </a:xfrm>
            <a:prstGeom prst="ellipse">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92" name="Google Shape;92;p16"/>
            <p:cNvSpPr/>
            <p:nvPr/>
          </p:nvSpPr>
          <p:spPr>
            <a:xfrm flipH="1" rot="10800000">
              <a:off x="7675517" y="443167"/>
              <a:ext cx="149400" cy="149400"/>
            </a:xfrm>
            <a:prstGeom prst="ellipse">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126" name="Google Shape;126;p16"/>
            <p:cNvSpPr/>
            <p:nvPr/>
          </p:nvSpPr>
          <p:spPr>
            <a:xfrm flipH="1" rot="10800000">
              <a:off x="9130788" y="312704"/>
              <a:ext cx="224100" cy="224100"/>
            </a:xfrm>
            <a:prstGeom prst="ellipse">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141" name="Google Shape;141;p16"/>
            <p:cNvSpPr/>
            <p:nvPr/>
          </p:nvSpPr>
          <p:spPr>
            <a:xfrm flipH="1" rot="10800000">
              <a:off x="11717716" y="238826"/>
              <a:ext cx="224100" cy="224100"/>
            </a:xfrm>
            <a:prstGeom prst="ellipse">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134" name="Google Shape;134;p16"/>
            <p:cNvSpPr/>
            <p:nvPr/>
          </p:nvSpPr>
          <p:spPr>
            <a:xfrm flipH="1" rot="-10118695">
              <a:off x="12146598" y="1658648"/>
              <a:ext cx="149323" cy="149323"/>
            </a:xfrm>
            <a:prstGeom prst="ellipse">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136" name="Google Shape;136;p16"/>
            <p:cNvSpPr/>
            <p:nvPr/>
          </p:nvSpPr>
          <p:spPr>
            <a:xfrm flipH="1" rot="-10062745">
              <a:off x="11757535" y="2761405"/>
              <a:ext cx="224135" cy="224135"/>
            </a:xfrm>
            <a:prstGeom prst="ellipse">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130" name="Google Shape;130;p16"/>
            <p:cNvSpPr/>
            <p:nvPr/>
          </p:nvSpPr>
          <p:spPr>
            <a:xfrm flipH="1" rot="10137654">
              <a:off x="10876035" y="1104250"/>
              <a:ext cx="224046" cy="224046"/>
            </a:xfrm>
            <a:prstGeom prst="ellipse">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99" name="Google Shape;99;p16"/>
            <p:cNvSpPr/>
            <p:nvPr/>
          </p:nvSpPr>
          <p:spPr>
            <a:xfrm flipH="1" rot="10800000">
              <a:off x="9194632" y="1515665"/>
              <a:ext cx="224100" cy="224100"/>
            </a:xfrm>
            <a:prstGeom prst="ellipse">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101" name="Google Shape;101;p16"/>
            <p:cNvSpPr/>
            <p:nvPr/>
          </p:nvSpPr>
          <p:spPr>
            <a:xfrm flipH="1" rot="10800000">
              <a:off x="10274387" y="2531123"/>
              <a:ext cx="149400" cy="149400"/>
            </a:xfrm>
            <a:prstGeom prst="ellipse">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74" name="Google Shape;74;p16"/>
            <p:cNvSpPr/>
            <p:nvPr/>
          </p:nvSpPr>
          <p:spPr>
            <a:xfrm flipH="1" rot="10800000">
              <a:off x="3780028" y="1301333"/>
              <a:ext cx="224100" cy="224100"/>
            </a:xfrm>
            <a:prstGeom prst="ellipse">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77" name="Google Shape;77;p16"/>
            <p:cNvSpPr/>
            <p:nvPr/>
          </p:nvSpPr>
          <p:spPr>
            <a:xfrm flipH="1" rot="10800000">
              <a:off x="4938273" y="2119792"/>
              <a:ext cx="149400" cy="149400"/>
            </a:xfrm>
            <a:prstGeom prst="ellipse">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71" name="Google Shape;71;p16"/>
            <p:cNvSpPr/>
            <p:nvPr/>
          </p:nvSpPr>
          <p:spPr>
            <a:xfrm flipH="1" rot="10800000">
              <a:off x="3888828" y="2078140"/>
              <a:ext cx="149400" cy="149400"/>
            </a:xfrm>
            <a:prstGeom prst="ellipse">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cxnSp>
          <p:nvCxnSpPr>
            <p:cNvPr id="157" name="Google Shape;157;p16"/>
            <p:cNvCxnSpPr>
              <a:stCxn id="71" idx="2"/>
              <a:endCxn id="103" idx="7"/>
            </p:cNvCxnSpPr>
            <p:nvPr/>
          </p:nvCxnSpPr>
          <p:spPr>
            <a:xfrm rot="10800000">
              <a:off x="2949228" y="1710940"/>
              <a:ext cx="939600" cy="4419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158" name="Google Shape;158;p16"/>
            <p:cNvCxnSpPr>
              <a:stCxn id="68" idx="4"/>
              <a:endCxn id="107" idx="1"/>
            </p:cNvCxnSpPr>
            <p:nvPr/>
          </p:nvCxnSpPr>
          <p:spPr>
            <a:xfrm flipH="1" rot="10800000">
              <a:off x="1505283" y="811046"/>
              <a:ext cx="415500" cy="902700"/>
            </a:xfrm>
            <a:prstGeom prst="straightConnector1">
              <a:avLst/>
            </a:prstGeom>
            <a:noFill/>
            <a:ln cap="flat" cmpd="sng" w="9525">
              <a:solidFill>
                <a:schemeClr val="lt1">
                  <a:alpha val="8627"/>
                </a:schemeClr>
              </a:solidFill>
              <a:prstDash val="solid"/>
              <a:round/>
              <a:headEnd len="sm" w="sm" type="none"/>
              <a:tailEnd len="sm" w="sm" type="none"/>
            </a:ln>
          </p:spPr>
        </p:cxnSp>
        <p:sp>
          <p:nvSpPr>
            <p:cNvPr id="110" name="Google Shape;110;p16"/>
            <p:cNvSpPr/>
            <p:nvPr/>
          </p:nvSpPr>
          <p:spPr>
            <a:xfrm flipH="1" rot="10800000">
              <a:off x="435217" y="863661"/>
              <a:ext cx="149400" cy="149400"/>
            </a:xfrm>
            <a:prstGeom prst="ellipse">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cxnSp>
          <p:nvCxnSpPr>
            <p:cNvPr id="159" name="Google Shape;159;p16"/>
            <p:cNvCxnSpPr>
              <a:stCxn id="110" idx="3"/>
            </p:cNvCxnSpPr>
            <p:nvPr/>
          </p:nvCxnSpPr>
          <p:spPr>
            <a:xfrm rot="10800000">
              <a:off x="14296" y="20940"/>
              <a:ext cx="442800" cy="8646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160" name="Google Shape;160;p16"/>
            <p:cNvCxnSpPr>
              <a:stCxn id="110" idx="2"/>
            </p:cNvCxnSpPr>
            <p:nvPr/>
          </p:nvCxnSpPr>
          <p:spPr>
            <a:xfrm rot="10800000">
              <a:off x="-27383" y="832161"/>
              <a:ext cx="462600" cy="1062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161" name="Google Shape;161;p16"/>
            <p:cNvCxnSpPr>
              <a:stCxn id="110" idx="1"/>
            </p:cNvCxnSpPr>
            <p:nvPr/>
          </p:nvCxnSpPr>
          <p:spPr>
            <a:xfrm flipH="1">
              <a:off x="-27404" y="991182"/>
              <a:ext cx="484500" cy="4965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162" name="Google Shape;162;p16"/>
            <p:cNvCxnSpPr>
              <a:endCxn id="68" idx="2"/>
            </p:cNvCxnSpPr>
            <p:nvPr/>
          </p:nvCxnSpPr>
          <p:spPr>
            <a:xfrm flipH="1" rot="10800000">
              <a:off x="42633" y="1825796"/>
              <a:ext cx="1350600" cy="177600"/>
            </a:xfrm>
            <a:prstGeom prst="straightConnector1">
              <a:avLst/>
            </a:prstGeom>
            <a:noFill/>
            <a:ln cap="flat" cmpd="sng" w="9525">
              <a:solidFill>
                <a:schemeClr val="lt1">
                  <a:alpha val="8627"/>
                </a:schemeClr>
              </a:solidFill>
              <a:prstDash val="solid"/>
              <a:round/>
              <a:headEnd len="sm" w="sm" type="none"/>
              <a:tailEnd len="sm" w="sm" type="none"/>
            </a:ln>
          </p:spPr>
        </p:cxnSp>
        <p:sp>
          <p:nvSpPr>
            <p:cNvPr id="120" name="Google Shape;120;p16"/>
            <p:cNvSpPr/>
            <p:nvPr/>
          </p:nvSpPr>
          <p:spPr>
            <a:xfrm flipH="1" rot="10800000">
              <a:off x="6507935" y="-75438"/>
              <a:ext cx="149400" cy="149400"/>
            </a:xfrm>
            <a:prstGeom prst="chord">
              <a:avLst>
                <a:gd fmla="val 10550803" name="adj1"/>
                <a:gd fmla="val 185318" name="adj2"/>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151" name="Google Shape;151;p16"/>
            <p:cNvSpPr/>
            <p:nvPr/>
          </p:nvSpPr>
          <p:spPr>
            <a:xfrm flipH="1" rot="10800000">
              <a:off x="10256792" y="-104361"/>
              <a:ext cx="224100" cy="224100"/>
            </a:xfrm>
            <a:prstGeom prst="chord">
              <a:avLst>
                <a:gd fmla="val 10550803" name="adj1"/>
                <a:gd fmla="val 185318" name="adj2"/>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cxnSp>
          <p:nvCxnSpPr>
            <p:cNvPr id="163" name="Google Shape;163;p16"/>
            <p:cNvCxnSpPr>
              <a:stCxn id="120" idx="1"/>
              <a:endCxn id="92" idx="3"/>
            </p:cNvCxnSpPr>
            <p:nvPr/>
          </p:nvCxnSpPr>
          <p:spPr>
            <a:xfrm>
              <a:off x="6657226" y="-4763"/>
              <a:ext cx="1040100" cy="4698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164" name="Google Shape;164;p16"/>
            <p:cNvCxnSpPr>
              <a:endCxn id="165" idx="1"/>
            </p:cNvCxnSpPr>
            <p:nvPr/>
          </p:nvCxnSpPr>
          <p:spPr>
            <a:xfrm flipH="1">
              <a:off x="11505581" y="5340993"/>
              <a:ext cx="674400" cy="3966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166" name="Google Shape;166;p16"/>
            <p:cNvCxnSpPr>
              <a:endCxn id="144" idx="2"/>
            </p:cNvCxnSpPr>
            <p:nvPr/>
          </p:nvCxnSpPr>
          <p:spPr>
            <a:xfrm flipH="1">
              <a:off x="11638867" y="4354899"/>
              <a:ext cx="670200" cy="2706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167" name="Google Shape;167;p16"/>
            <p:cNvCxnSpPr>
              <a:stCxn id="165" idx="0"/>
              <a:endCxn id="144" idx="4"/>
            </p:cNvCxnSpPr>
            <p:nvPr/>
          </p:nvCxnSpPr>
          <p:spPr>
            <a:xfrm flipH="1" rot="10800000">
              <a:off x="11422107" y="4700117"/>
              <a:ext cx="142200" cy="10029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168" name="Google Shape;168;p16"/>
            <p:cNvCxnSpPr>
              <a:stCxn id="145" idx="2"/>
              <a:endCxn id="169" idx="1"/>
            </p:cNvCxnSpPr>
            <p:nvPr/>
          </p:nvCxnSpPr>
          <p:spPr>
            <a:xfrm>
              <a:off x="10451267" y="3503200"/>
              <a:ext cx="31500" cy="6933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170" name="Google Shape;170;p16"/>
            <p:cNvCxnSpPr>
              <a:stCxn id="165" idx="7"/>
              <a:endCxn id="169" idx="3"/>
            </p:cNvCxnSpPr>
            <p:nvPr/>
          </p:nvCxnSpPr>
          <p:spPr>
            <a:xfrm rot="10800000">
              <a:off x="10482733" y="4354893"/>
              <a:ext cx="855900" cy="13827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171" name="Google Shape;171;p16"/>
            <p:cNvCxnSpPr>
              <a:endCxn id="144" idx="3"/>
            </p:cNvCxnSpPr>
            <p:nvPr/>
          </p:nvCxnSpPr>
          <p:spPr>
            <a:xfrm rot="10800000">
              <a:off x="11616988" y="4678320"/>
              <a:ext cx="692400" cy="4095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172" name="Google Shape;172;p16"/>
            <p:cNvCxnSpPr>
              <a:stCxn id="144" idx="6"/>
              <a:endCxn id="169" idx="2"/>
            </p:cNvCxnSpPr>
            <p:nvPr/>
          </p:nvCxnSpPr>
          <p:spPr>
            <a:xfrm rot="10800000">
              <a:off x="10515667" y="4275699"/>
              <a:ext cx="973800" cy="3498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173" name="Google Shape;173;p16"/>
            <p:cNvCxnSpPr>
              <a:stCxn id="174" idx="0"/>
              <a:endCxn id="169" idx="4"/>
            </p:cNvCxnSpPr>
            <p:nvPr/>
          </p:nvCxnSpPr>
          <p:spPr>
            <a:xfrm flipH="1" rot="10800000">
              <a:off x="10334095" y="4387705"/>
              <a:ext cx="69600" cy="11412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175" name="Google Shape;175;p16"/>
            <p:cNvCxnSpPr>
              <a:stCxn id="176" idx="1"/>
              <a:endCxn id="169" idx="5"/>
            </p:cNvCxnSpPr>
            <p:nvPr/>
          </p:nvCxnSpPr>
          <p:spPr>
            <a:xfrm flipH="1" rot="10800000">
              <a:off x="8879744" y="4354953"/>
              <a:ext cx="1444500" cy="13038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177" name="Google Shape;177;p16"/>
            <p:cNvCxnSpPr>
              <a:stCxn id="176" idx="0"/>
              <a:endCxn id="138" idx="4"/>
            </p:cNvCxnSpPr>
            <p:nvPr/>
          </p:nvCxnSpPr>
          <p:spPr>
            <a:xfrm flipH="1" rot="10800000">
              <a:off x="8826923" y="4619274"/>
              <a:ext cx="12300" cy="10176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178" name="Google Shape;178;p16"/>
            <p:cNvCxnSpPr>
              <a:stCxn id="138" idx="2"/>
              <a:endCxn id="169" idx="6"/>
            </p:cNvCxnSpPr>
            <p:nvPr/>
          </p:nvCxnSpPr>
          <p:spPr>
            <a:xfrm flipH="1" rot="10800000">
              <a:off x="8951381" y="4275666"/>
              <a:ext cx="1340100" cy="2316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179" name="Google Shape;179;p16"/>
            <p:cNvCxnSpPr>
              <a:stCxn id="138" idx="7"/>
              <a:endCxn id="180" idx="2"/>
            </p:cNvCxnSpPr>
            <p:nvPr/>
          </p:nvCxnSpPr>
          <p:spPr>
            <a:xfrm rot="10800000">
              <a:off x="6683200" y="3221135"/>
              <a:ext cx="2076900" cy="12069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181" name="Google Shape;181;p16"/>
            <p:cNvCxnSpPr>
              <a:stCxn id="138" idx="6"/>
              <a:endCxn id="182" idx="2"/>
            </p:cNvCxnSpPr>
            <p:nvPr/>
          </p:nvCxnSpPr>
          <p:spPr>
            <a:xfrm flipH="1">
              <a:off x="7382381" y="4507266"/>
              <a:ext cx="1344900" cy="945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183" name="Google Shape;183;p16"/>
            <p:cNvCxnSpPr>
              <a:stCxn id="182" idx="7"/>
              <a:endCxn id="180" idx="3"/>
            </p:cNvCxnSpPr>
            <p:nvPr/>
          </p:nvCxnSpPr>
          <p:spPr>
            <a:xfrm rot="10800000">
              <a:off x="6661427" y="3274195"/>
              <a:ext cx="529800" cy="12483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184" name="Google Shape;184;p16"/>
            <p:cNvCxnSpPr>
              <a:stCxn id="97" idx="1"/>
              <a:endCxn id="169" idx="0"/>
            </p:cNvCxnSpPr>
            <p:nvPr/>
          </p:nvCxnSpPr>
          <p:spPr>
            <a:xfrm>
              <a:off x="9564539" y="3108449"/>
              <a:ext cx="839100" cy="10554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185" name="Google Shape;185;p16"/>
            <p:cNvCxnSpPr>
              <a:endCxn id="165" idx="3"/>
            </p:cNvCxnSpPr>
            <p:nvPr/>
          </p:nvCxnSpPr>
          <p:spPr>
            <a:xfrm rot="10800000">
              <a:off x="11505581" y="5904541"/>
              <a:ext cx="674400" cy="3279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186" name="Google Shape;186;p16"/>
            <p:cNvCxnSpPr>
              <a:stCxn id="174" idx="2"/>
              <a:endCxn id="165" idx="6"/>
            </p:cNvCxnSpPr>
            <p:nvPr/>
          </p:nvCxnSpPr>
          <p:spPr>
            <a:xfrm>
              <a:off x="10408795" y="5603605"/>
              <a:ext cx="895200" cy="2175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187" name="Google Shape;187;p16"/>
            <p:cNvCxnSpPr>
              <a:stCxn id="188" idx="0"/>
              <a:endCxn id="165" idx="5"/>
            </p:cNvCxnSpPr>
            <p:nvPr/>
          </p:nvCxnSpPr>
          <p:spPr>
            <a:xfrm flipH="1" rot="10800000">
              <a:off x="10069009" y="5904539"/>
              <a:ext cx="1269600" cy="9216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189" name="Google Shape;189;p16"/>
            <p:cNvCxnSpPr>
              <a:endCxn id="165" idx="4"/>
            </p:cNvCxnSpPr>
            <p:nvPr/>
          </p:nvCxnSpPr>
          <p:spPr>
            <a:xfrm rot="10800000">
              <a:off x="11422107" y="5939117"/>
              <a:ext cx="272100" cy="9105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190" name="Google Shape;190;p16"/>
            <p:cNvCxnSpPr>
              <a:stCxn id="188" idx="2"/>
              <a:endCxn id="174" idx="4"/>
            </p:cNvCxnSpPr>
            <p:nvPr/>
          </p:nvCxnSpPr>
          <p:spPr>
            <a:xfrm flipH="1" rot="10800000">
              <a:off x="9994461" y="5678247"/>
              <a:ext cx="339600" cy="11472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191" name="Google Shape;191;p16"/>
            <p:cNvCxnSpPr>
              <a:stCxn id="176" idx="2"/>
              <a:endCxn id="174" idx="6"/>
            </p:cNvCxnSpPr>
            <p:nvPr/>
          </p:nvCxnSpPr>
          <p:spPr>
            <a:xfrm flipH="1" rot="10800000">
              <a:off x="8901623" y="5603574"/>
              <a:ext cx="1357800" cy="1080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192" name="Google Shape;192;p16"/>
            <p:cNvCxnSpPr>
              <a:stCxn id="176" idx="4"/>
            </p:cNvCxnSpPr>
            <p:nvPr/>
          </p:nvCxnSpPr>
          <p:spPr>
            <a:xfrm flipH="1">
              <a:off x="8785523" y="5786274"/>
              <a:ext cx="41400" cy="10425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193" name="Google Shape;193;p16"/>
            <p:cNvCxnSpPr>
              <a:stCxn id="194" idx="3"/>
            </p:cNvCxnSpPr>
            <p:nvPr/>
          </p:nvCxnSpPr>
          <p:spPr>
            <a:xfrm>
              <a:off x="7413533" y="5883918"/>
              <a:ext cx="565500" cy="9588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195" name="Google Shape;195;p16"/>
            <p:cNvCxnSpPr>
              <a:stCxn id="194" idx="2"/>
              <a:endCxn id="176" idx="6"/>
            </p:cNvCxnSpPr>
            <p:nvPr/>
          </p:nvCxnSpPr>
          <p:spPr>
            <a:xfrm flipH="1" rot="10800000">
              <a:off x="7446352" y="5711687"/>
              <a:ext cx="1305900" cy="930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196" name="Google Shape;196;p16"/>
            <p:cNvCxnSpPr>
              <a:stCxn id="182" idx="4"/>
              <a:endCxn id="194" idx="0"/>
            </p:cNvCxnSpPr>
            <p:nvPr/>
          </p:nvCxnSpPr>
          <p:spPr>
            <a:xfrm>
              <a:off x="7270458" y="4713776"/>
              <a:ext cx="63900" cy="9789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197" name="Google Shape;197;p16"/>
            <p:cNvCxnSpPr>
              <a:stCxn id="198" idx="3"/>
              <a:endCxn id="194" idx="7"/>
            </p:cNvCxnSpPr>
            <p:nvPr/>
          </p:nvCxnSpPr>
          <p:spPr>
            <a:xfrm>
              <a:off x="5681996" y="5075747"/>
              <a:ext cx="1573200" cy="6498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199" name="Google Shape;199;p16"/>
            <p:cNvCxnSpPr>
              <a:stCxn id="198" idx="2"/>
              <a:endCxn id="182" idx="6"/>
            </p:cNvCxnSpPr>
            <p:nvPr/>
          </p:nvCxnSpPr>
          <p:spPr>
            <a:xfrm flipH="1" rot="10800000">
              <a:off x="5699032" y="4601718"/>
              <a:ext cx="1459500" cy="3900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200" name="Google Shape;200;p16"/>
            <p:cNvCxnSpPr>
              <a:stCxn id="198" idx="1"/>
              <a:endCxn id="180" idx="4"/>
            </p:cNvCxnSpPr>
            <p:nvPr/>
          </p:nvCxnSpPr>
          <p:spPr>
            <a:xfrm flipH="1" rot="10800000">
              <a:off x="5651661" y="3296054"/>
              <a:ext cx="957000" cy="16242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201" name="Google Shape;201;p16"/>
            <p:cNvCxnSpPr>
              <a:stCxn id="202" idx="1"/>
              <a:endCxn id="180" idx="5"/>
            </p:cNvCxnSpPr>
            <p:nvPr/>
          </p:nvCxnSpPr>
          <p:spPr>
            <a:xfrm flipH="1" rot="10800000">
              <a:off x="4477852" y="3274185"/>
              <a:ext cx="2077800" cy="17727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203" name="Google Shape;203;p16"/>
            <p:cNvCxnSpPr>
              <a:stCxn id="202" idx="0"/>
              <a:endCxn id="204" idx="4"/>
            </p:cNvCxnSpPr>
            <p:nvPr/>
          </p:nvCxnSpPr>
          <p:spPr>
            <a:xfrm flipH="1" rot="10800000">
              <a:off x="4430398" y="4043650"/>
              <a:ext cx="58500" cy="9714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205" name="Google Shape;205;p16"/>
            <p:cNvCxnSpPr>
              <a:stCxn id="206" idx="0"/>
              <a:endCxn id="207" idx="4"/>
            </p:cNvCxnSpPr>
            <p:nvPr/>
          </p:nvCxnSpPr>
          <p:spPr>
            <a:xfrm flipH="1" rot="10800000">
              <a:off x="2274954" y="3873632"/>
              <a:ext cx="236100" cy="11538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208" name="Google Shape;208;p16"/>
            <p:cNvCxnSpPr>
              <a:stCxn id="209" idx="7"/>
              <a:endCxn id="207" idx="5"/>
            </p:cNvCxnSpPr>
            <p:nvPr/>
          </p:nvCxnSpPr>
          <p:spPr>
            <a:xfrm flipH="1" rot="10800000">
              <a:off x="1153455" y="3840620"/>
              <a:ext cx="1278300" cy="7167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210" name="Google Shape;210;p16"/>
            <p:cNvCxnSpPr>
              <a:endCxn id="206" idx="6"/>
            </p:cNvCxnSpPr>
            <p:nvPr/>
          </p:nvCxnSpPr>
          <p:spPr>
            <a:xfrm flipH="1" rot="10800000">
              <a:off x="1109304" y="5139482"/>
              <a:ext cx="1053600" cy="4206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211" name="Google Shape;211;p16"/>
            <p:cNvCxnSpPr>
              <a:stCxn id="212" idx="5"/>
              <a:endCxn id="213" idx="6"/>
            </p:cNvCxnSpPr>
            <p:nvPr/>
          </p:nvCxnSpPr>
          <p:spPr>
            <a:xfrm>
              <a:off x="1094257" y="5702158"/>
              <a:ext cx="1771500" cy="4776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214" name="Google Shape;214;p16"/>
            <p:cNvCxnSpPr>
              <a:endCxn id="213" idx="4"/>
            </p:cNvCxnSpPr>
            <p:nvPr/>
          </p:nvCxnSpPr>
          <p:spPr>
            <a:xfrm flipH="1" rot="10800000">
              <a:off x="2739148" y="6254490"/>
              <a:ext cx="201300" cy="5439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215" name="Google Shape;215;p16"/>
            <p:cNvCxnSpPr>
              <a:stCxn id="213" idx="3"/>
            </p:cNvCxnSpPr>
            <p:nvPr/>
          </p:nvCxnSpPr>
          <p:spPr>
            <a:xfrm>
              <a:off x="2993269" y="6232611"/>
              <a:ext cx="836400" cy="5658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216" name="Google Shape;216;p16"/>
            <p:cNvCxnSpPr>
              <a:stCxn id="213" idx="3"/>
              <a:endCxn id="217" idx="6"/>
            </p:cNvCxnSpPr>
            <p:nvPr/>
          </p:nvCxnSpPr>
          <p:spPr>
            <a:xfrm flipH="1" rot="10800000">
              <a:off x="2993269" y="6187911"/>
              <a:ext cx="1497000" cy="447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218" name="Google Shape;218;p16"/>
            <p:cNvCxnSpPr>
              <a:stCxn id="213" idx="1"/>
              <a:endCxn id="202" idx="5"/>
            </p:cNvCxnSpPr>
            <p:nvPr/>
          </p:nvCxnSpPr>
          <p:spPr>
            <a:xfrm flipH="1" rot="10800000">
              <a:off x="2993269" y="5129469"/>
              <a:ext cx="1360200" cy="9975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219" name="Google Shape;219;p16"/>
            <p:cNvCxnSpPr>
              <a:stCxn id="206" idx="2"/>
              <a:endCxn id="202" idx="6"/>
            </p:cNvCxnSpPr>
            <p:nvPr/>
          </p:nvCxnSpPr>
          <p:spPr>
            <a:xfrm flipH="1" rot="10800000">
              <a:off x="2387004" y="5073482"/>
              <a:ext cx="1955400" cy="660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220" name="Google Shape;220;p16"/>
            <p:cNvCxnSpPr>
              <a:stCxn id="207" idx="3"/>
              <a:endCxn id="202" idx="7"/>
            </p:cNvCxnSpPr>
            <p:nvPr/>
          </p:nvCxnSpPr>
          <p:spPr>
            <a:xfrm>
              <a:off x="2590341" y="3840674"/>
              <a:ext cx="1784100" cy="11853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221" name="Google Shape;221;p16"/>
            <p:cNvCxnSpPr>
              <a:stCxn id="207" idx="2"/>
              <a:endCxn id="204" idx="6"/>
            </p:cNvCxnSpPr>
            <p:nvPr/>
          </p:nvCxnSpPr>
          <p:spPr>
            <a:xfrm>
              <a:off x="2623160" y="3761443"/>
              <a:ext cx="1780200" cy="1488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222" name="Google Shape;222;p16"/>
            <p:cNvCxnSpPr>
              <a:stCxn id="204" idx="1"/>
              <a:endCxn id="180" idx="6"/>
            </p:cNvCxnSpPr>
            <p:nvPr/>
          </p:nvCxnSpPr>
          <p:spPr>
            <a:xfrm flipH="1" rot="10800000">
              <a:off x="4607056" y="3221265"/>
              <a:ext cx="1926900" cy="6522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223" name="Google Shape;223;p16"/>
            <p:cNvCxnSpPr>
              <a:stCxn id="202" idx="2"/>
              <a:endCxn id="198" idx="6"/>
            </p:cNvCxnSpPr>
            <p:nvPr/>
          </p:nvCxnSpPr>
          <p:spPr>
            <a:xfrm flipH="1" rot="10800000">
              <a:off x="4488898" y="5034551"/>
              <a:ext cx="990300" cy="684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224" name="Google Shape;224;p16"/>
            <p:cNvCxnSpPr>
              <a:stCxn id="217" idx="1"/>
              <a:endCxn id="198" idx="5"/>
            </p:cNvCxnSpPr>
            <p:nvPr/>
          </p:nvCxnSpPr>
          <p:spPr>
            <a:xfrm flipH="1" rot="10800000">
              <a:off x="4681459" y="5105975"/>
              <a:ext cx="845100" cy="10026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225" name="Google Shape;225;p16"/>
            <p:cNvCxnSpPr>
              <a:stCxn id="217" idx="3"/>
              <a:endCxn id="226" idx="1"/>
            </p:cNvCxnSpPr>
            <p:nvPr/>
          </p:nvCxnSpPr>
          <p:spPr>
            <a:xfrm>
              <a:off x="4681459" y="6267037"/>
              <a:ext cx="1470300" cy="5682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227" name="Google Shape;227;p16"/>
            <p:cNvCxnSpPr>
              <a:stCxn id="198" idx="4"/>
              <a:endCxn id="226" idx="2"/>
            </p:cNvCxnSpPr>
            <p:nvPr/>
          </p:nvCxnSpPr>
          <p:spPr>
            <a:xfrm>
              <a:off x="5610532" y="5123118"/>
              <a:ext cx="653100" cy="17130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228" name="Google Shape;228;p16"/>
            <p:cNvCxnSpPr>
              <a:stCxn id="194" idx="5"/>
              <a:endCxn id="226" idx="0"/>
            </p:cNvCxnSpPr>
            <p:nvPr/>
          </p:nvCxnSpPr>
          <p:spPr>
            <a:xfrm flipH="1">
              <a:off x="6375471" y="5883918"/>
              <a:ext cx="879600" cy="9534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229" name="Google Shape;229;p16"/>
            <p:cNvCxnSpPr>
              <a:stCxn id="217" idx="7"/>
              <a:endCxn id="202" idx="3"/>
            </p:cNvCxnSpPr>
            <p:nvPr/>
          </p:nvCxnSpPr>
          <p:spPr>
            <a:xfrm rot="10800000">
              <a:off x="4456997" y="5150375"/>
              <a:ext cx="66000" cy="9582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230" name="Google Shape;230;p16"/>
            <p:cNvCxnSpPr>
              <a:stCxn id="176" idx="7"/>
              <a:endCxn id="182" idx="3"/>
            </p:cNvCxnSpPr>
            <p:nvPr/>
          </p:nvCxnSpPr>
          <p:spPr>
            <a:xfrm rot="10800000">
              <a:off x="7349702" y="4681053"/>
              <a:ext cx="1424400" cy="9777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231" name="Google Shape;231;p16"/>
            <p:cNvCxnSpPr>
              <a:endCxn id="217" idx="4"/>
            </p:cNvCxnSpPr>
            <p:nvPr/>
          </p:nvCxnSpPr>
          <p:spPr>
            <a:xfrm flipH="1" rot="10800000">
              <a:off x="4489128" y="6299856"/>
              <a:ext cx="113100" cy="5460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232" name="Google Shape;232;p16"/>
            <p:cNvCxnSpPr>
              <a:stCxn id="213" idx="7"/>
              <a:endCxn id="206" idx="4"/>
            </p:cNvCxnSpPr>
            <p:nvPr/>
          </p:nvCxnSpPr>
          <p:spPr>
            <a:xfrm rot="10800000">
              <a:off x="2275027" y="5251569"/>
              <a:ext cx="612600" cy="875400"/>
            </a:xfrm>
            <a:prstGeom prst="straightConnector1">
              <a:avLst/>
            </a:prstGeom>
            <a:noFill/>
            <a:ln cap="flat" cmpd="sng" w="9525">
              <a:solidFill>
                <a:schemeClr val="lt1">
                  <a:alpha val="8627"/>
                </a:schemeClr>
              </a:solidFill>
              <a:prstDash val="solid"/>
              <a:round/>
              <a:headEnd len="sm" w="sm" type="none"/>
              <a:tailEnd len="sm" w="sm" type="none"/>
            </a:ln>
          </p:spPr>
        </p:cxnSp>
        <p:sp>
          <p:nvSpPr>
            <p:cNvPr id="165" name="Google Shape;165;p16"/>
            <p:cNvSpPr/>
            <p:nvPr/>
          </p:nvSpPr>
          <p:spPr>
            <a:xfrm flipH="1">
              <a:off x="11304057" y="5703017"/>
              <a:ext cx="236100" cy="236100"/>
            </a:xfrm>
            <a:prstGeom prst="ellipse">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174" name="Google Shape;174;p16"/>
            <p:cNvSpPr/>
            <p:nvPr/>
          </p:nvSpPr>
          <p:spPr>
            <a:xfrm flipH="1">
              <a:off x="10259395" y="5528905"/>
              <a:ext cx="149400" cy="149400"/>
            </a:xfrm>
            <a:prstGeom prst="ellipse">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169" name="Google Shape;169;p16"/>
            <p:cNvSpPr/>
            <p:nvPr/>
          </p:nvSpPr>
          <p:spPr>
            <a:xfrm flipH="1">
              <a:off x="10291518" y="4163736"/>
              <a:ext cx="224100" cy="224100"/>
            </a:xfrm>
            <a:prstGeom prst="ellipse">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138" name="Google Shape;138;p16"/>
            <p:cNvSpPr/>
            <p:nvPr/>
          </p:nvSpPr>
          <p:spPr>
            <a:xfrm flipH="1">
              <a:off x="8727281" y="4395216"/>
              <a:ext cx="224100" cy="224100"/>
            </a:xfrm>
            <a:prstGeom prst="ellipse">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176" name="Google Shape;176;p16"/>
            <p:cNvSpPr/>
            <p:nvPr/>
          </p:nvSpPr>
          <p:spPr>
            <a:xfrm flipH="1">
              <a:off x="8752223" y="5636874"/>
              <a:ext cx="149400" cy="149400"/>
            </a:xfrm>
            <a:prstGeom prst="ellipse">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194" name="Google Shape;194;p16"/>
            <p:cNvSpPr/>
            <p:nvPr/>
          </p:nvSpPr>
          <p:spPr>
            <a:xfrm flipH="1">
              <a:off x="7222252" y="5692637"/>
              <a:ext cx="224100" cy="224100"/>
            </a:xfrm>
            <a:prstGeom prst="ellipse">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217" name="Google Shape;217;p16"/>
            <p:cNvSpPr/>
            <p:nvPr/>
          </p:nvSpPr>
          <p:spPr>
            <a:xfrm flipH="1">
              <a:off x="4490178" y="6075756"/>
              <a:ext cx="224100" cy="224100"/>
            </a:xfrm>
            <a:prstGeom prst="ellipse">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202" name="Google Shape;202;p16"/>
            <p:cNvSpPr/>
            <p:nvPr/>
          </p:nvSpPr>
          <p:spPr>
            <a:xfrm flipH="1" rot="681305">
              <a:off x="4341036" y="5013589"/>
              <a:ext cx="149323" cy="149323"/>
            </a:xfrm>
            <a:prstGeom prst="ellipse">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204" name="Google Shape;204;p16"/>
            <p:cNvSpPr/>
            <p:nvPr/>
          </p:nvSpPr>
          <p:spPr>
            <a:xfrm flipH="1" rot="737255">
              <a:off x="4400696" y="3821961"/>
              <a:ext cx="224135" cy="224135"/>
            </a:xfrm>
            <a:prstGeom prst="ellipse">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198" name="Google Shape;198;p16"/>
            <p:cNvSpPr/>
            <p:nvPr/>
          </p:nvSpPr>
          <p:spPr>
            <a:xfrm flipH="1" rot="-662346">
              <a:off x="5477059" y="4901145"/>
              <a:ext cx="224046" cy="224046"/>
            </a:xfrm>
            <a:prstGeom prst="ellipse">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182" name="Google Shape;182;p16"/>
            <p:cNvSpPr/>
            <p:nvPr/>
          </p:nvSpPr>
          <p:spPr>
            <a:xfrm flipH="1">
              <a:off x="7158408" y="4489676"/>
              <a:ext cx="224100" cy="224100"/>
            </a:xfrm>
            <a:prstGeom prst="ellipse">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180" name="Google Shape;180;p16"/>
            <p:cNvSpPr/>
            <p:nvPr/>
          </p:nvSpPr>
          <p:spPr>
            <a:xfrm flipH="1">
              <a:off x="6533826" y="3146530"/>
              <a:ext cx="149400" cy="149400"/>
            </a:xfrm>
            <a:prstGeom prst="ellipse">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207" name="Google Shape;207;p16"/>
            <p:cNvSpPr/>
            <p:nvPr/>
          </p:nvSpPr>
          <p:spPr>
            <a:xfrm flipH="1">
              <a:off x="2399060" y="3649393"/>
              <a:ext cx="224100" cy="224100"/>
            </a:xfrm>
            <a:prstGeom prst="ellipse">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206" name="Google Shape;206;p16"/>
            <p:cNvSpPr/>
            <p:nvPr/>
          </p:nvSpPr>
          <p:spPr>
            <a:xfrm flipH="1">
              <a:off x="2162904" y="5027432"/>
              <a:ext cx="224100" cy="224100"/>
            </a:xfrm>
            <a:prstGeom prst="ellipse">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213" name="Google Shape;213;p16"/>
            <p:cNvSpPr/>
            <p:nvPr/>
          </p:nvSpPr>
          <p:spPr>
            <a:xfrm flipH="1">
              <a:off x="2865748" y="6105090"/>
              <a:ext cx="149400" cy="149400"/>
            </a:xfrm>
            <a:prstGeom prst="ellipse">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144" name="Google Shape;144;p16"/>
            <p:cNvSpPr/>
            <p:nvPr/>
          </p:nvSpPr>
          <p:spPr>
            <a:xfrm flipH="1">
              <a:off x="11489467" y="4550799"/>
              <a:ext cx="149400" cy="149400"/>
            </a:xfrm>
            <a:prstGeom prst="ellipse">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188" name="Google Shape;188;p16"/>
            <p:cNvSpPr/>
            <p:nvPr/>
          </p:nvSpPr>
          <p:spPr>
            <a:xfrm flipH="1">
              <a:off x="9919805" y="6746029"/>
              <a:ext cx="149400" cy="149400"/>
            </a:xfrm>
            <a:prstGeom prst="chord">
              <a:avLst>
                <a:gd fmla="val 10550803" name="adj1"/>
                <a:gd fmla="val 185318" name="adj2"/>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226" name="Google Shape;226;p16"/>
            <p:cNvSpPr/>
            <p:nvPr/>
          </p:nvSpPr>
          <p:spPr>
            <a:xfrm flipH="1">
              <a:off x="6151539" y="6717004"/>
              <a:ext cx="224100" cy="224100"/>
            </a:xfrm>
            <a:prstGeom prst="chord">
              <a:avLst>
                <a:gd fmla="val 10550803" name="adj1"/>
                <a:gd fmla="val 185318" name="adj2"/>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cxnSp>
          <p:nvCxnSpPr>
            <p:cNvPr id="233" name="Google Shape;233;p16"/>
            <p:cNvCxnSpPr>
              <a:stCxn id="188" idx="1"/>
              <a:endCxn id="176" idx="3"/>
            </p:cNvCxnSpPr>
            <p:nvPr/>
          </p:nvCxnSpPr>
          <p:spPr>
            <a:xfrm rot="10800000">
              <a:off x="8879814" y="5764254"/>
              <a:ext cx="1040100" cy="10605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234" name="Google Shape;234;p16"/>
            <p:cNvCxnSpPr>
              <a:stCxn id="235" idx="6"/>
              <a:endCxn id="207" idx="6"/>
            </p:cNvCxnSpPr>
            <p:nvPr/>
          </p:nvCxnSpPr>
          <p:spPr>
            <a:xfrm>
              <a:off x="1249747" y="3691571"/>
              <a:ext cx="1149300" cy="699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236" name="Google Shape;236;p16"/>
            <p:cNvCxnSpPr>
              <a:stCxn id="237" idx="4"/>
              <a:endCxn id="209" idx="1"/>
            </p:cNvCxnSpPr>
            <p:nvPr/>
          </p:nvCxnSpPr>
          <p:spPr>
            <a:xfrm>
              <a:off x="181261" y="3694790"/>
              <a:ext cx="833400" cy="8625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238" name="Google Shape;238;p16"/>
            <p:cNvCxnSpPr>
              <a:stCxn id="209" idx="4"/>
              <a:endCxn id="212" idx="0"/>
            </p:cNvCxnSpPr>
            <p:nvPr/>
          </p:nvCxnSpPr>
          <p:spPr>
            <a:xfrm flipH="1">
              <a:off x="990188" y="4724787"/>
              <a:ext cx="93900" cy="7263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239" name="Google Shape;239;p16"/>
            <p:cNvCxnSpPr>
              <a:stCxn id="240" idx="3"/>
            </p:cNvCxnSpPr>
            <p:nvPr/>
          </p:nvCxnSpPr>
          <p:spPr>
            <a:xfrm flipH="1">
              <a:off x="994410" y="6664656"/>
              <a:ext cx="195300" cy="1932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241" name="Google Shape;241;p16"/>
            <p:cNvCxnSpPr>
              <a:stCxn id="240" idx="0"/>
              <a:endCxn id="212" idx="4"/>
            </p:cNvCxnSpPr>
            <p:nvPr/>
          </p:nvCxnSpPr>
          <p:spPr>
            <a:xfrm rot="10800000">
              <a:off x="990161" y="5745355"/>
              <a:ext cx="303600" cy="6681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242" name="Google Shape;242;p16"/>
            <p:cNvCxnSpPr>
              <a:stCxn id="243" idx="1"/>
              <a:endCxn id="237" idx="3"/>
            </p:cNvCxnSpPr>
            <p:nvPr/>
          </p:nvCxnSpPr>
          <p:spPr>
            <a:xfrm flipH="1" rot="10800000">
              <a:off x="7019" y="3684594"/>
              <a:ext cx="62100" cy="10395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244" name="Google Shape;244;p16"/>
            <p:cNvCxnSpPr>
              <a:stCxn id="212" idx="2"/>
              <a:endCxn id="243" idx="0"/>
            </p:cNvCxnSpPr>
            <p:nvPr/>
          </p:nvCxnSpPr>
          <p:spPr>
            <a:xfrm rot="10800000">
              <a:off x="4856" y="4947707"/>
              <a:ext cx="838200" cy="6504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245" name="Google Shape;245;p16"/>
            <p:cNvCxnSpPr>
              <a:stCxn id="240" idx="1"/>
            </p:cNvCxnSpPr>
            <p:nvPr/>
          </p:nvCxnSpPr>
          <p:spPr>
            <a:xfrm flipH="1">
              <a:off x="-90" y="6456554"/>
              <a:ext cx="1189800" cy="1905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246" name="Google Shape;246;p16"/>
            <p:cNvCxnSpPr>
              <a:stCxn id="207" idx="1"/>
              <a:endCxn id="69" idx="0"/>
            </p:cNvCxnSpPr>
            <p:nvPr/>
          </p:nvCxnSpPr>
          <p:spPr>
            <a:xfrm flipH="1" rot="10800000">
              <a:off x="2590341" y="2989812"/>
              <a:ext cx="771000" cy="6924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247" name="Google Shape;247;p16"/>
            <p:cNvCxnSpPr>
              <a:stCxn id="248" idx="6"/>
              <a:endCxn id="249" idx="2"/>
            </p:cNvCxnSpPr>
            <p:nvPr/>
          </p:nvCxnSpPr>
          <p:spPr>
            <a:xfrm>
              <a:off x="683730" y="2689189"/>
              <a:ext cx="1047000" cy="2610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250" name="Google Shape;250;p16"/>
            <p:cNvCxnSpPr>
              <a:stCxn id="237" idx="7"/>
              <a:endCxn id="248" idx="3"/>
            </p:cNvCxnSpPr>
            <p:nvPr/>
          </p:nvCxnSpPr>
          <p:spPr>
            <a:xfrm flipH="1" rot="10800000">
              <a:off x="206130" y="2793091"/>
              <a:ext cx="226500" cy="6309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251" name="Google Shape;251;p16"/>
            <p:cNvCxnSpPr>
              <a:stCxn id="237" idx="5"/>
              <a:endCxn id="235" idx="2"/>
            </p:cNvCxnSpPr>
            <p:nvPr/>
          </p:nvCxnSpPr>
          <p:spPr>
            <a:xfrm>
              <a:off x="267860" y="3622759"/>
              <a:ext cx="785700" cy="687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252" name="Google Shape;252;p16"/>
            <p:cNvCxnSpPr>
              <a:stCxn id="249" idx="3"/>
              <a:endCxn id="235" idx="7"/>
            </p:cNvCxnSpPr>
            <p:nvPr/>
          </p:nvCxnSpPr>
          <p:spPr>
            <a:xfrm flipH="1">
              <a:off x="1221038" y="3059856"/>
              <a:ext cx="555000" cy="5622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253" name="Google Shape;253;p16"/>
            <p:cNvCxnSpPr>
              <a:stCxn id="235" idx="4"/>
              <a:endCxn id="209" idx="0"/>
            </p:cNvCxnSpPr>
            <p:nvPr/>
          </p:nvCxnSpPr>
          <p:spPr>
            <a:xfrm flipH="1">
              <a:off x="1084147" y="3789671"/>
              <a:ext cx="67500" cy="7389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254" name="Google Shape;254;p16"/>
            <p:cNvCxnSpPr>
              <a:stCxn id="213" idx="2"/>
              <a:endCxn id="240" idx="2"/>
            </p:cNvCxnSpPr>
            <p:nvPr/>
          </p:nvCxnSpPr>
          <p:spPr>
            <a:xfrm flipH="1">
              <a:off x="1146748" y="6179790"/>
              <a:ext cx="1868400" cy="3807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255" name="Google Shape;255;p16"/>
            <p:cNvCxnSpPr>
              <a:endCxn id="240" idx="5"/>
            </p:cNvCxnSpPr>
            <p:nvPr/>
          </p:nvCxnSpPr>
          <p:spPr>
            <a:xfrm rot="10800000">
              <a:off x="1397812" y="6664656"/>
              <a:ext cx="704100" cy="276300"/>
            </a:xfrm>
            <a:prstGeom prst="straightConnector1">
              <a:avLst/>
            </a:prstGeom>
            <a:noFill/>
            <a:ln cap="flat" cmpd="sng" w="9525">
              <a:solidFill>
                <a:schemeClr val="lt1">
                  <a:alpha val="8627"/>
                </a:schemeClr>
              </a:solidFill>
              <a:prstDash val="solid"/>
              <a:round/>
              <a:headEnd len="sm" w="sm" type="none"/>
              <a:tailEnd len="sm" w="sm" type="none"/>
            </a:ln>
          </p:spPr>
        </p:cxnSp>
        <p:sp>
          <p:nvSpPr>
            <p:cNvPr id="237" name="Google Shape;237;p16"/>
            <p:cNvSpPr/>
            <p:nvPr/>
          </p:nvSpPr>
          <p:spPr>
            <a:xfrm rot="-1035180">
              <a:off x="-9561" y="3407068"/>
              <a:ext cx="294344" cy="294344"/>
            </a:xfrm>
            <a:prstGeom prst="ellipse">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249" name="Google Shape;249;p16"/>
            <p:cNvSpPr/>
            <p:nvPr/>
          </p:nvSpPr>
          <p:spPr>
            <a:xfrm>
              <a:off x="1730610" y="2795084"/>
              <a:ext cx="310200" cy="310200"/>
            </a:xfrm>
            <a:prstGeom prst="ellipse">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248" name="Google Shape;248;p16"/>
            <p:cNvSpPr/>
            <p:nvPr/>
          </p:nvSpPr>
          <p:spPr>
            <a:xfrm>
              <a:off x="389430" y="2542039"/>
              <a:ext cx="294300" cy="294300"/>
            </a:xfrm>
            <a:prstGeom prst="ellipse">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235" name="Google Shape;235;p16"/>
            <p:cNvSpPr/>
            <p:nvPr/>
          </p:nvSpPr>
          <p:spPr>
            <a:xfrm>
              <a:off x="1053547" y="3593471"/>
              <a:ext cx="196200" cy="196200"/>
            </a:xfrm>
            <a:prstGeom prst="ellipse">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240" name="Google Shape;240;p16"/>
            <p:cNvSpPr/>
            <p:nvPr/>
          </p:nvSpPr>
          <p:spPr>
            <a:xfrm>
              <a:off x="1146611" y="6413455"/>
              <a:ext cx="294300" cy="294300"/>
            </a:xfrm>
            <a:prstGeom prst="ellipse">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212" name="Google Shape;212;p16"/>
            <p:cNvSpPr/>
            <p:nvPr/>
          </p:nvSpPr>
          <p:spPr>
            <a:xfrm>
              <a:off x="843056" y="5450957"/>
              <a:ext cx="294300" cy="294300"/>
            </a:xfrm>
            <a:prstGeom prst="ellipse">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209" name="Google Shape;209;p16"/>
            <p:cNvSpPr/>
            <p:nvPr/>
          </p:nvSpPr>
          <p:spPr>
            <a:xfrm>
              <a:off x="985988" y="4528587"/>
              <a:ext cx="196200" cy="196200"/>
            </a:xfrm>
            <a:prstGeom prst="ellipse">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cxnSp>
          <p:nvCxnSpPr>
            <p:cNvPr id="256" name="Google Shape;256;p16"/>
            <p:cNvCxnSpPr>
              <a:stCxn id="209" idx="3"/>
            </p:cNvCxnSpPr>
            <p:nvPr/>
          </p:nvCxnSpPr>
          <p:spPr>
            <a:xfrm flipH="1">
              <a:off x="125221" y="4696054"/>
              <a:ext cx="889500" cy="1629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257" name="Google Shape;257;p16"/>
            <p:cNvCxnSpPr>
              <a:stCxn id="248" idx="4"/>
              <a:endCxn id="235" idx="1"/>
            </p:cNvCxnSpPr>
            <p:nvPr/>
          </p:nvCxnSpPr>
          <p:spPr>
            <a:xfrm>
              <a:off x="536580" y="2836339"/>
              <a:ext cx="545700" cy="786000"/>
            </a:xfrm>
            <a:prstGeom prst="straightConnector1">
              <a:avLst/>
            </a:prstGeom>
            <a:noFill/>
            <a:ln cap="flat" cmpd="sng" w="9525">
              <a:solidFill>
                <a:schemeClr val="lt1">
                  <a:alpha val="8627"/>
                </a:schemeClr>
              </a:solidFill>
              <a:prstDash val="solid"/>
              <a:round/>
              <a:headEnd len="sm" w="sm" type="none"/>
              <a:tailEnd len="sm" w="sm" type="none"/>
            </a:ln>
          </p:spPr>
        </p:cxnSp>
        <p:sp>
          <p:nvSpPr>
            <p:cNvPr id="81" name="Google Shape;81;p16"/>
            <p:cNvSpPr/>
            <p:nvPr/>
          </p:nvSpPr>
          <p:spPr>
            <a:xfrm>
              <a:off x="4972557" y="2874980"/>
              <a:ext cx="196200" cy="196200"/>
            </a:xfrm>
            <a:prstGeom prst="ellipse">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cxnSp>
          <p:nvCxnSpPr>
            <p:cNvPr id="258" name="Google Shape;258;p16"/>
            <p:cNvCxnSpPr>
              <a:stCxn id="81" idx="3"/>
              <a:endCxn id="204" idx="0"/>
            </p:cNvCxnSpPr>
            <p:nvPr/>
          </p:nvCxnSpPr>
          <p:spPr>
            <a:xfrm flipH="1">
              <a:off x="4536590" y="3042447"/>
              <a:ext cx="464700" cy="7821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259" name="Google Shape;259;p16"/>
            <p:cNvCxnSpPr>
              <a:stCxn id="81" idx="2"/>
              <a:endCxn id="69" idx="6"/>
            </p:cNvCxnSpPr>
            <p:nvPr/>
          </p:nvCxnSpPr>
          <p:spPr>
            <a:xfrm rot="10800000">
              <a:off x="3501357" y="2916080"/>
              <a:ext cx="1471200" cy="570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260" name="Google Shape;260;p16"/>
            <p:cNvCxnSpPr>
              <a:stCxn id="248" idx="7"/>
              <a:endCxn id="68" idx="1"/>
            </p:cNvCxnSpPr>
            <p:nvPr/>
          </p:nvCxnSpPr>
          <p:spPr>
            <a:xfrm flipH="1" rot="10800000">
              <a:off x="640631" y="1905038"/>
              <a:ext cx="785400" cy="6801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261" name="Google Shape;261;p16"/>
            <p:cNvCxnSpPr>
              <a:endCxn id="248" idx="1"/>
            </p:cNvCxnSpPr>
            <p:nvPr/>
          </p:nvCxnSpPr>
          <p:spPr>
            <a:xfrm>
              <a:off x="-60671" y="2344838"/>
              <a:ext cx="493200" cy="240300"/>
            </a:xfrm>
            <a:prstGeom prst="straightConnector1">
              <a:avLst/>
            </a:prstGeom>
            <a:noFill/>
            <a:ln cap="flat" cmpd="sng" w="9525">
              <a:solidFill>
                <a:schemeClr val="lt1">
                  <a:alpha val="8627"/>
                </a:schemeClr>
              </a:solidFill>
              <a:prstDash val="solid"/>
              <a:round/>
              <a:headEnd len="sm" w="sm" type="none"/>
              <a:tailEnd len="sm" w="sm" type="none"/>
            </a:ln>
          </p:spPr>
        </p:cxnSp>
        <p:sp>
          <p:nvSpPr>
            <p:cNvPr id="243" name="Google Shape;243;p16"/>
            <p:cNvSpPr/>
            <p:nvPr/>
          </p:nvSpPr>
          <p:spPr>
            <a:xfrm flipH="1" rot="5400000">
              <a:off x="-98994" y="4723931"/>
              <a:ext cx="224100" cy="224100"/>
            </a:xfrm>
            <a:prstGeom prst="chord">
              <a:avLst>
                <a:gd fmla="val 10550803" name="adj1"/>
                <a:gd fmla="val 185318" name="adj2"/>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cxnSp>
          <p:nvCxnSpPr>
            <p:cNvPr id="262" name="Google Shape;262;p16"/>
            <p:cNvCxnSpPr>
              <a:stCxn id="212" idx="3"/>
            </p:cNvCxnSpPr>
            <p:nvPr/>
          </p:nvCxnSpPr>
          <p:spPr>
            <a:xfrm flipH="1">
              <a:off x="-45" y="5702158"/>
              <a:ext cx="886200" cy="5649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263" name="Google Shape;263;p16"/>
            <p:cNvCxnSpPr>
              <a:stCxn id="249" idx="6"/>
              <a:endCxn id="69" idx="1"/>
            </p:cNvCxnSpPr>
            <p:nvPr/>
          </p:nvCxnSpPr>
          <p:spPr>
            <a:xfrm flipH="1" rot="10800000">
              <a:off x="2040810" y="2934884"/>
              <a:ext cx="1254600" cy="153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264" name="Google Shape;264;p16"/>
            <p:cNvCxnSpPr>
              <a:stCxn id="249" idx="5"/>
              <a:endCxn id="207" idx="0"/>
            </p:cNvCxnSpPr>
            <p:nvPr/>
          </p:nvCxnSpPr>
          <p:spPr>
            <a:xfrm>
              <a:off x="1995382" y="3059856"/>
              <a:ext cx="515700" cy="5895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265" name="Google Shape;265;p16"/>
            <p:cNvCxnSpPr>
              <a:stCxn id="68" idx="0"/>
              <a:endCxn id="249" idx="0"/>
            </p:cNvCxnSpPr>
            <p:nvPr/>
          </p:nvCxnSpPr>
          <p:spPr>
            <a:xfrm>
              <a:off x="1505283" y="1937846"/>
              <a:ext cx="380400" cy="8571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266" name="Google Shape;266;p16"/>
            <p:cNvCxnSpPr>
              <a:stCxn id="209" idx="5"/>
              <a:endCxn id="206" idx="7"/>
            </p:cNvCxnSpPr>
            <p:nvPr/>
          </p:nvCxnSpPr>
          <p:spPr>
            <a:xfrm>
              <a:off x="1153455" y="4696054"/>
              <a:ext cx="1042200" cy="3642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267" name="Google Shape;267;p16"/>
            <p:cNvCxnSpPr>
              <a:stCxn id="204" idx="7"/>
              <a:endCxn id="69" idx="7"/>
            </p:cNvCxnSpPr>
            <p:nvPr/>
          </p:nvCxnSpPr>
          <p:spPr>
            <a:xfrm rot="10800000">
              <a:off x="3446600" y="2982036"/>
              <a:ext cx="1005600" cy="8577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268" name="Google Shape;268;p16"/>
            <p:cNvCxnSpPr>
              <a:stCxn id="77" idx="7"/>
              <a:endCxn id="81" idx="0"/>
            </p:cNvCxnSpPr>
            <p:nvPr/>
          </p:nvCxnSpPr>
          <p:spPr>
            <a:xfrm>
              <a:off x="5065794" y="2247313"/>
              <a:ext cx="4800" cy="6276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269" name="Google Shape;269;p16"/>
            <p:cNvCxnSpPr>
              <a:stCxn id="180" idx="7"/>
              <a:endCxn id="82" idx="0"/>
            </p:cNvCxnSpPr>
            <p:nvPr/>
          </p:nvCxnSpPr>
          <p:spPr>
            <a:xfrm rot="10800000">
              <a:off x="6285705" y="2383909"/>
              <a:ext cx="270000" cy="7845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270" name="Google Shape;270;p16"/>
            <p:cNvCxnSpPr>
              <a:stCxn id="180" idx="6"/>
              <a:endCxn id="81" idx="5"/>
            </p:cNvCxnSpPr>
            <p:nvPr/>
          </p:nvCxnSpPr>
          <p:spPr>
            <a:xfrm rot="10800000">
              <a:off x="5140026" y="3042430"/>
              <a:ext cx="1393800" cy="1788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271" name="Google Shape;271;p16"/>
            <p:cNvCxnSpPr>
              <a:stCxn id="94" idx="0"/>
              <a:endCxn id="180" idx="1"/>
            </p:cNvCxnSpPr>
            <p:nvPr/>
          </p:nvCxnSpPr>
          <p:spPr>
            <a:xfrm flipH="1">
              <a:off x="6661409" y="1834225"/>
              <a:ext cx="1076400" cy="13341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272" name="Google Shape;272;p16"/>
            <p:cNvCxnSpPr>
              <a:stCxn id="97" idx="0"/>
              <a:endCxn id="145" idx="4"/>
            </p:cNvCxnSpPr>
            <p:nvPr/>
          </p:nvCxnSpPr>
          <p:spPr>
            <a:xfrm>
              <a:off x="9621498" y="3044436"/>
              <a:ext cx="760800" cy="3162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273" name="Google Shape;273;p16"/>
            <p:cNvCxnSpPr>
              <a:stCxn id="101" idx="0"/>
              <a:endCxn id="145" idx="5"/>
            </p:cNvCxnSpPr>
            <p:nvPr/>
          </p:nvCxnSpPr>
          <p:spPr>
            <a:xfrm>
              <a:off x="10349087" y="2680523"/>
              <a:ext cx="90000" cy="6162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274" name="Google Shape;274;p16"/>
            <p:cNvCxnSpPr>
              <a:stCxn id="99" idx="0"/>
              <a:endCxn id="97" idx="6"/>
            </p:cNvCxnSpPr>
            <p:nvPr/>
          </p:nvCxnSpPr>
          <p:spPr>
            <a:xfrm>
              <a:off x="9306682" y="1739765"/>
              <a:ext cx="245700" cy="11622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275" name="Google Shape;275;p16"/>
            <p:cNvCxnSpPr>
              <a:stCxn id="180" idx="1"/>
              <a:endCxn id="139" idx="5"/>
            </p:cNvCxnSpPr>
            <p:nvPr/>
          </p:nvCxnSpPr>
          <p:spPr>
            <a:xfrm>
              <a:off x="6661347" y="3168409"/>
              <a:ext cx="1391100" cy="189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276" name="Google Shape;276;p16"/>
            <p:cNvCxnSpPr>
              <a:stCxn id="94" idx="0"/>
              <a:endCxn id="139" idx="5"/>
            </p:cNvCxnSpPr>
            <p:nvPr/>
          </p:nvCxnSpPr>
          <p:spPr>
            <a:xfrm>
              <a:off x="7737809" y="1834225"/>
              <a:ext cx="314700" cy="13533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277" name="Google Shape;277;p16"/>
            <p:cNvCxnSpPr>
              <a:stCxn id="139" idx="7"/>
              <a:endCxn id="97" idx="4"/>
            </p:cNvCxnSpPr>
            <p:nvPr/>
          </p:nvCxnSpPr>
          <p:spPr>
            <a:xfrm flipH="1" rot="10800000">
              <a:off x="8152245" y="2970811"/>
              <a:ext cx="1257900" cy="251400"/>
            </a:xfrm>
            <a:prstGeom prst="straightConnector1">
              <a:avLst/>
            </a:prstGeom>
            <a:noFill/>
            <a:ln cap="flat" cmpd="sng" w="9525">
              <a:solidFill>
                <a:schemeClr val="lt1">
                  <a:alpha val="8627"/>
                </a:schemeClr>
              </a:solidFill>
              <a:prstDash val="solid"/>
              <a:round/>
              <a:headEnd len="sm" w="sm" type="none"/>
              <a:tailEnd len="sm" w="sm" type="none"/>
            </a:ln>
          </p:spPr>
        </p:cxnSp>
        <p:sp>
          <p:nvSpPr>
            <p:cNvPr id="145" name="Google Shape;145;p16"/>
            <p:cNvSpPr/>
            <p:nvPr/>
          </p:nvSpPr>
          <p:spPr>
            <a:xfrm flipH="1" rot="6549795">
              <a:off x="10376063" y="3285497"/>
              <a:ext cx="223907" cy="223907"/>
            </a:xfrm>
            <a:prstGeom prst="ellipse">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97" name="Google Shape;97;p16"/>
            <p:cNvSpPr/>
            <p:nvPr/>
          </p:nvSpPr>
          <p:spPr>
            <a:xfrm flipH="1" rot="6549795">
              <a:off x="9403795" y="2895733"/>
              <a:ext cx="223907" cy="223907"/>
            </a:xfrm>
            <a:prstGeom prst="ellipse">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139" name="Google Shape;139;p16"/>
            <p:cNvSpPr/>
            <p:nvPr/>
          </p:nvSpPr>
          <p:spPr>
            <a:xfrm flipH="1" rot="6554144">
              <a:off x="8010331" y="3179999"/>
              <a:ext cx="149337" cy="149337"/>
            </a:xfrm>
            <a:prstGeom prst="ellipse">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cxnSp>
          <p:nvCxnSpPr>
            <p:cNvPr id="278" name="Google Shape;278;p16"/>
            <p:cNvCxnSpPr>
              <a:stCxn id="136" idx="0"/>
              <a:endCxn id="145" idx="7"/>
            </p:cNvCxnSpPr>
            <p:nvPr/>
          </p:nvCxnSpPr>
          <p:spPr>
            <a:xfrm flipH="1">
              <a:off x="10588752" y="2982973"/>
              <a:ext cx="1257000" cy="3657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279" name="Google Shape;279;p16"/>
            <p:cNvCxnSpPr>
              <a:endCxn id="136" idx="7"/>
            </p:cNvCxnSpPr>
            <p:nvPr/>
          </p:nvCxnSpPr>
          <p:spPr>
            <a:xfrm rot="10800000">
              <a:off x="11930166" y="2967765"/>
              <a:ext cx="291300" cy="286800"/>
            </a:xfrm>
            <a:prstGeom prst="straightConnector1">
              <a:avLst/>
            </a:prstGeom>
            <a:noFill/>
            <a:ln cap="flat" cmpd="sng" w="9525">
              <a:solidFill>
                <a:schemeClr val="lt1">
                  <a:alpha val="8627"/>
                </a:schemeClr>
              </a:solidFill>
              <a:prstDash val="solid"/>
              <a:round/>
              <a:headEnd len="sm" w="sm" type="none"/>
              <a:tailEnd len="sm" w="sm" type="none"/>
            </a:ln>
          </p:spPr>
        </p:cxnSp>
      </p:grpSp>
      <p:grpSp>
        <p:nvGrpSpPr>
          <p:cNvPr id="280" name="Google Shape;280;p16"/>
          <p:cNvGrpSpPr/>
          <p:nvPr/>
        </p:nvGrpSpPr>
        <p:grpSpPr>
          <a:xfrm>
            <a:off x="-21671" y="-59247"/>
            <a:ext cx="1984360" cy="1241763"/>
            <a:chOff x="-28895" y="-78998"/>
            <a:chExt cx="2645814" cy="1655684"/>
          </a:xfrm>
        </p:grpSpPr>
        <p:cxnSp>
          <p:nvCxnSpPr>
            <p:cNvPr id="281" name="Google Shape;281;p16"/>
            <p:cNvCxnSpPr>
              <a:stCxn id="282" idx="7"/>
              <a:endCxn id="283" idx="2"/>
            </p:cNvCxnSpPr>
            <p:nvPr/>
          </p:nvCxnSpPr>
          <p:spPr>
            <a:xfrm flipH="1">
              <a:off x="1296267" y="505961"/>
              <a:ext cx="424800" cy="728100"/>
            </a:xfrm>
            <a:prstGeom prst="straightConnector1">
              <a:avLst/>
            </a:prstGeom>
            <a:noFill/>
            <a:ln cap="flat" cmpd="sng" w="9525">
              <a:solidFill>
                <a:schemeClr val="lt1"/>
              </a:solidFill>
              <a:prstDash val="solid"/>
              <a:round/>
              <a:headEnd len="sm" w="sm" type="none"/>
              <a:tailEnd len="sm" w="sm" type="none"/>
            </a:ln>
          </p:spPr>
        </p:cxnSp>
        <p:cxnSp>
          <p:nvCxnSpPr>
            <p:cNvPr id="284" name="Google Shape;284;p16"/>
            <p:cNvCxnSpPr>
              <a:stCxn id="283" idx="4"/>
              <a:endCxn id="285" idx="1"/>
            </p:cNvCxnSpPr>
            <p:nvPr/>
          </p:nvCxnSpPr>
          <p:spPr>
            <a:xfrm rot="10800000">
              <a:off x="937391" y="831354"/>
              <a:ext cx="303000" cy="390300"/>
            </a:xfrm>
            <a:prstGeom prst="straightConnector1">
              <a:avLst/>
            </a:prstGeom>
            <a:noFill/>
            <a:ln cap="flat" cmpd="sng" w="9525">
              <a:solidFill>
                <a:schemeClr val="lt1"/>
              </a:solidFill>
              <a:prstDash val="solid"/>
              <a:round/>
              <a:headEnd len="sm" w="sm" type="none"/>
              <a:tailEnd len="sm" w="sm" type="none"/>
            </a:ln>
          </p:spPr>
        </p:cxnSp>
        <p:cxnSp>
          <p:nvCxnSpPr>
            <p:cNvPr id="286" name="Google Shape;286;p16"/>
            <p:cNvCxnSpPr>
              <a:stCxn id="287" idx="2"/>
              <a:endCxn id="288" idx="6"/>
            </p:cNvCxnSpPr>
            <p:nvPr/>
          </p:nvCxnSpPr>
          <p:spPr>
            <a:xfrm>
              <a:off x="356924" y="366212"/>
              <a:ext cx="472800" cy="197400"/>
            </a:xfrm>
            <a:prstGeom prst="straightConnector1">
              <a:avLst/>
            </a:prstGeom>
            <a:noFill/>
            <a:ln cap="flat" cmpd="sng" w="9525">
              <a:solidFill>
                <a:schemeClr val="lt1"/>
              </a:solidFill>
              <a:prstDash val="solid"/>
              <a:round/>
              <a:headEnd len="sm" w="sm" type="none"/>
              <a:tailEnd len="sm" w="sm" type="none"/>
            </a:ln>
          </p:spPr>
        </p:cxnSp>
        <p:cxnSp>
          <p:nvCxnSpPr>
            <p:cNvPr id="289" name="Google Shape;289;p16"/>
            <p:cNvCxnSpPr>
              <a:stCxn id="285" idx="5"/>
              <a:endCxn id="287" idx="1"/>
            </p:cNvCxnSpPr>
            <p:nvPr/>
          </p:nvCxnSpPr>
          <p:spPr>
            <a:xfrm rot="10800000">
              <a:off x="352938" y="398806"/>
              <a:ext cx="537600" cy="405600"/>
            </a:xfrm>
            <a:prstGeom prst="straightConnector1">
              <a:avLst/>
            </a:prstGeom>
            <a:noFill/>
            <a:ln cap="flat" cmpd="sng" w="9525">
              <a:solidFill>
                <a:schemeClr val="lt1"/>
              </a:solidFill>
              <a:prstDash val="solid"/>
              <a:round/>
              <a:headEnd len="sm" w="sm" type="none"/>
              <a:tailEnd len="sm" w="sm" type="none"/>
            </a:ln>
          </p:spPr>
        </p:cxnSp>
        <p:cxnSp>
          <p:nvCxnSpPr>
            <p:cNvPr id="290" name="Google Shape;290;p16"/>
            <p:cNvCxnSpPr>
              <a:stCxn id="283" idx="5"/>
              <a:endCxn id="291" idx="1"/>
            </p:cNvCxnSpPr>
            <p:nvPr/>
          </p:nvCxnSpPr>
          <p:spPr>
            <a:xfrm rot="10800000">
              <a:off x="574879" y="945251"/>
              <a:ext cx="647700" cy="301800"/>
            </a:xfrm>
            <a:prstGeom prst="straightConnector1">
              <a:avLst/>
            </a:prstGeom>
            <a:noFill/>
            <a:ln cap="flat" cmpd="sng" w="9525">
              <a:solidFill>
                <a:schemeClr val="lt1"/>
              </a:solidFill>
              <a:prstDash val="solid"/>
              <a:round/>
              <a:headEnd len="sm" w="sm" type="none"/>
              <a:tailEnd len="sm" w="sm" type="none"/>
            </a:ln>
          </p:spPr>
        </p:cxnSp>
        <p:cxnSp>
          <p:nvCxnSpPr>
            <p:cNvPr id="292" name="Google Shape;292;p16"/>
            <p:cNvCxnSpPr>
              <a:stCxn id="287" idx="0"/>
              <a:endCxn id="291" idx="4"/>
            </p:cNvCxnSpPr>
            <p:nvPr/>
          </p:nvCxnSpPr>
          <p:spPr>
            <a:xfrm>
              <a:off x="326924" y="418711"/>
              <a:ext cx="217500" cy="487200"/>
            </a:xfrm>
            <a:prstGeom prst="straightConnector1">
              <a:avLst/>
            </a:prstGeom>
            <a:noFill/>
            <a:ln cap="flat" cmpd="sng" w="9525">
              <a:solidFill>
                <a:schemeClr val="lt1"/>
              </a:solidFill>
              <a:prstDash val="solid"/>
              <a:round/>
              <a:headEnd len="sm" w="sm" type="none"/>
              <a:tailEnd len="sm" w="sm" type="none"/>
            </a:ln>
          </p:spPr>
        </p:cxnSp>
        <p:cxnSp>
          <p:nvCxnSpPr>
            <p:cNvPr id="293" name="Google Shape;293;p16"/>
            <p:cNvCxnSpPr>
              <a:stCxn id="285" idx="3"/>
              <a:endCxn id="288" idx="0"/>
            </p:cNvCxnSpPr>
            <p:nvPr/>
          </p:nvCxnSpPr>
          <p:spPr>
            <a:xfrm rot="10800000">
              <a:off x="879449" y="592236"/>
              <a:ext cx="48000" cy="202200"/>
            </a:xfrm>
            <a:prstGeom prst="straightConnector1">
              <a:avLst/>
            </a:prstGeom>
            <a:noFill/>
            <a:ln cap="flat" cmpd="sng" w="9525">
              <a:solidFill>
                <a:schemeClr val="lt1"/>
              </a:solidFill>
              <a:prstDash val="solid"/>
              <a:round/>
              <a:headEnd len="sm" w="sm" type="none"/>
              <a:tailEnd len="sm" w="sm" type="none"/>
            </a:ln>
          </p:spPr>
        </p:cxnSp>
        <p:cxnSp>
          <p:nvCxnSpPr>
            <p:cNvPr id="294" name="Google Shape;294;p16"/>
            <p:cNvCxnSpPr>
              <a:stCxn id="283" idx="6"/>
              <a:endCxn id="295" idx="2"/>
            </p:cNvCxnSpPr>
            <p:nvPr/>
          </p:nvCxnSpPr>
          <p:spPr>
            <a:xfrm rot="10800000">
              <a:off x="695141" y="1213705"/>
              <a:ext cx="532800" cy="63900"/>
            </a:xfrm>
            <a:prstGeom prst="straightConnector1">
              <a:avLst/>
            </a:prstGeom>
            <a:noFill/>
            <a:ln cap="flat" cmpd="sng" w="9525">
              <a:solidFill>
                <a:schemeClr val="lt1"/>
              </a:solidFill>
              <a:prstDash val="solid"/>
              <a:round/>
              <a:headEnd len="sm" w="sm" type="none"/>
              <a:tailEnd len="sm" w="sm" type="none"/>
            </a:ln>
          </p:spPr>
        </p:cxnSp>
        <p:cxnSp>
          <p:nvCxnSpPr>
            <p:cNvPr id="296" name="Google Shape;296;p16"/>
            <p:cNvCxnSpPr>
              <a:stCxn id="287" idx="7"/>
              <a:endCxn id="297" idx="3"/>
            </p:cNvCxnSpPr>
            <p:nvPr/>
          </p:nvCxnSpPr>
          <p:spPr>
            <a:xfrm flipH="1">
              <a:off x="199361" y="414585"/>
              <a:ext cx="95100" cy="714300"/>
            </a:xfrm>
            <a:prstGeom prst="straightConnector1">
              <a:avLst/>
            </a:prstGeom>
            <a:noFill/>
            <a:ln cap="flat" cmpd="sng" w="9525">
              <a:solidFill>
                <a:schemeClr val="lt1"/>
              </a:solidFill>
              <a:prstDash val="solid"/>
              <a:round/>
              <a:headEnd len="sm" w="sm" type="none"/>
              <a:tailEnd len="sm" w="sm" type="none"/>
            </a:ln>
          </p:spPr>
        </p:cxnSp>
        <p:cxnSp>
          <p:nvCxnSpPr>
            <p:cNvPr id="298" name="Google Shape;298;p16"/>
            <p:cNvCxnSpPr>
              <a:stCxn id="285" idx="6"/>
              <a:endCxn id="291" idx="2"/>
            </p:cNvCxnSpPr>
            <p:nvPr/>
          </p:nvCxnSpPr>
          <p:spPr>
            <a:xfrm flipH="1">
              <a:off x="577678" y="824927"/>
              <a:ext cx="310200" cy="99900"/>
            </a:xfrm>
            <a:prstGeom prst="straightConnector1">
              <a:avLst/>
            </a:prstGeom>
            <a:noFill/>
            <a:ln cap="flat" cmpd="sng" w="9525">
              <a:solidFill>
                <a:schemeClr val="lt1"/>
              </a:solidFill>
              <a:prstDash val="solid"/>
              <a:round/>
              <a:headEnd len="sm" w="sm" type="none"/>
              <a:tailEnd len="sm" w="sm" type="none"/>
            </a:ln>
          </p:spPr>
        </p:cxnSp>
        <p:cxnSp>
          <p:nvCxnSpPr>
            <p:cNvPr id="299" name="Google Shape;299;p16"/>
            <p:cNvCxnSpPr>
              <a:stCxn id="300" idx="0"/>
              <a:endCxn id="288" idx="4"/>
            </p:cNvCxnSpPr>
            <p:nvPr/>
          </p:nvCxnSpPr>
          <p:spPr>
            <a:xfrm>
              <a:off x="809235" y="86833"/>
              <a:ext cx="48900" cy="426900"/>
            </a:xfrm>
            <a:prstGeom prst="straightConnector1">
              <a:avLst/>
            </a:prstGeom>
            <a:noFill/>
            <a:ln cap="flat" cmpd="sng" w="9525">
              <a:solidFill>
                <a:schemeClr val="lt1"/>
              </a:solidFill>
              <a:prstDash val="solid"/>
              <a:round/>
              <a:headEnd len="sm" w="sm" type="none"/>
              <a:tailEnd len="sm" w="sm" type="none"/>
            </a:ln>
          </p:spPr>
        </p:cxnSp>
        <p:cxnSp>
          <p:nvCxnSpPr>
            <p:cNvPr id="301" name="Google Shape;301;p16"/>
            <p:cNvCxnSpPr>
              <a:stCxn id="291" idx="6"/>
              <a:endCxn id="297" idx="2"/>
            </p:cNvCxnSpPr>
            <p:nvPr/>
          </p:nvCxnSpPr>
          <p:spPr>
            <a:xfrm flipH="1">
              <a:off x="218507" y="938936"/>
              <a:ext cx="306900" cy="214500"/>
            </a:xfrm>
            <a:prstGeom prst="straightConnector1">
              <a:avLst/>
            </a:prstGeom>
            <a:noFill/>
            <a:ln cap="flat" cmpd="sng" w="9525">
              <a:solidFill>
                <a:schemeClr val="lt1"/>
              </a:solidFill>
              <a:prstDash val="solid"/>
              <a:round/>
              <a:headEnd len="sm" w="sm" type="none"/>
              <a:tailEnd len="sm" w="sm" type="none"/>
            </a:ln>
          </p:spPr>
        </p:cxnSp>
        <p:cxnSp>
          <p:nvCxnSpPr>
            <p:cNvPr id="302" name="Google Shape;302;p16"/>
            <p:cNvCxnSpPr>
              <a:stCxn id="303" idx="0"/>
              <a:endCxn id="297" idx="4"/>
            </p:cNvCxnSpPr>
            <p:nvPr/>
          </p:nvCxnSpPr>
          <p:spPr>
            <a:xfrm>
              <a:off x="19055" y="733141"/>
              <a:ext cx="149700" cy="391800"/>
            </a:xfrm>
            <a:prstGeom prst="straightConnector1">
              <a:avLst/>
            </a:prstGeom>
            <a:noFill/>
            <a:ln cap="flat" cmpd="sng" w="9525">
              <a:solidFill>
                <a:schemeClr val="lt1"/>
              </a:solidFill>
              <a:prstDash val="solid"/>
              <a:round/>
              <a:headEnd len="sm" w="sm" type="none"/>
              <a:tailEnd len="sm" w="sm" type="none"/>
            </a:ln>
          </p:spPr>
        </p:cxnSp>
        <p:cxnSp>
          <p:nvCxnSpPr>
            <p:cNvPr id="304" name="Google Shape;304;p16"/>
            <p:cNvCxnSpPr>
              <a:stCxn id="295" idx="1"/>
              <a:endCxn id="297" idx="5"/>
            </p:cNvCxnSpPr>
            <p:nvPr/>
          </p:nvCxnSpPr>
          <p:spPr>
            <a:xfrm rot="10800000">
              <a:off x="144233" y="1143822"/>
              <a:ext cx="548100" cy="90300"/>
            </a:xfrm>
            <a:prstGeom prst="straightConnector1">
              <a:avLst/>
            </a:prstGeom>
            <a:noFill/>
            <a:ln cap="flat" cmpd="sng" w="9525">
              <a:solidFill>
                <a:schemeClr val="lt1"/>
              </a:solidFill>
              <a:prstDash val="solid"/>
              <a:round/>
              <a:headEnd len="sm" w="sm" type="none"/>
              <a:tailEnd len="sm" w="sm" type="none"/>
            </a:ln>
          </p:spPr>
        </p:cxnSp>
        <p:cxnSp>
          <p:nvCxnSpPr>
            <p:cNvPr id="305" name="Google Shape;305;p16"/>
            <p:cNvCxnSpPr>
              <a:stCxn id="295" idx="7"/>
              <a:endCxn id="306" idx="3"/>
            </p:cNvCxnSpPr>
            <p:nvPr/>
          </p:nvCxnSpPr>
          <p:spPr>
            <a:xfrm flipH="1">
              <a:off x="408522" y="1244092"/>
              <a:ext cx="246900" cy="247500"/>
            </a:xfrm>
            <a:prstGeom prst="straightConnector1">
              <a:avLst/>
            </a:prstGeom>
            <a:noFill/>
            <a:ln cap="flat" cmpd="sng" w="9525">
              <a:solidFill>
                <a:schemeClr val="lt1"/>
              </a:solidFill>
              <a:prstDash val="solid"/>
              <a:round/>
              <a:headEnd len="sm" w="sm" type="none"/>
              <a:tailEnd len="sm" w="sm" type="none"/>
            </a:ln>
          </p:spPr>
        </p:cxnSp>
        <p:cxnSp>
          <p:nvCxnSpPr>
            <p:cNvPr id="307" name="Google Shape;307;p16"/>
            <p:cNvCxnSpPr>
              <a:stCxn id="306" idx="5"/>
              <a:endCxn id="297" idx="1"/>
            </p:cNvCxnSpPr>
            <p:nvPr/>
          </p:nvCxnSpPr>
          <p:spPr>
            <a:xfrm rot="10800000">
              <a:off x="214452" y="1184234"/>
              <a:ext cx="138600" cy="322500"/>
            </a:xfrm>
            <a:prstGeom prst="straightConnector1">
              <a:avLst/>
            </a:prstGeom>
            <a:noFill/>
            <a:ln cap="flat" cmpd="sng" w="9525">
              <a:solidFill>
                <a:schemeClr val="lt1"/>
              </a:solidFill>
              <a:prstDash val="solid"/>
              <a:round/>
              <a:headEnd len="sm" w="sm" type="none"/>
              <a:tailEnd len="sm" w="sm" type="none"/>
            </a:ln>
          </p:spPr>
        </p:cxnSp>
        <p:cxnSp>
          <p:nvCxnSpPr>
            <p:cNvPr id="308" name="Google Shape;308;p16"/>
            <p:cNvCxnSpPr>
              <a:stCxn id="306" idx="6"/>
            </p:cNvCxnSpPr>
            <p:nvPr/>
          </p:nvCxnSpPr>
          <p:spPr>
            <a:xfrm rot="10800000">
              <a:off x="-21684" y="1483536"/>
              <a:ext cx="370800" cy="54000"/>
            </a:xfrm>
            <a:prstGeom prst="straightConnector1">
              <a:avLst/>
            </a:prstGeom>
            <a:noFill/>
            <a:ln cap="flat" cmpd="sng" w="9525">
              <a:solidFill>
                <a:schemeClr val="lt1"/>
              </a:solidFill>
              <a:prstDash val="solid"/>
              <a:round/>
              <a:headEnd len="sm" w="sm" type="none"/>
              <a:tailEnd len="sm" w="sm" type="none"/>
            </a:ln>
          </p:spPr>
        </p:cxnSp>
        <p:cxnSp>
          <p:nvCxnSpPr>
            <p:cNvPr id="309" name="Google Shape;309;p16"/>
            <p:cNvCxnSpPr>
              <a:stCxn id="310" idx="0"/>
              <a:endCxn id="283" idx="3"/>
            </p:cNvCxnSpPr>
            <p:nvPr/>
          </p:nvCxnSpPr>
          <p:spPr>
            <a:xfrm>
              <a:off x="1258644" y="571672"/>
              <a:ext cx="12300" cy="644700"/>
            </a:xfrm>
            <a:prstGeom prst="straightConnector1">
              <a:avLst/>
            </a:prstGeom>
            <a:noFill/>
            <a:ln cap="flat" cmpd="sng" w="9525">
              <a:solidFill>
                <a:schemeClr val="lt1"/>
              </a:solidFill>
              <a:prstDash val="solid"/>
              <a:round/>
              <a:headEnd len="sm" w="sm" type="none"/>
              <a:tailEnd len="sm" w="sm" type="none"/>
            </a:ln>
          </p:spPr>
        </p:cxnSp>
        <p:cxnSp>
          <p:nvCxnSpPr>
            <p:cNvPr id="311" name="Google Shape;311;p16"/>
            <p:cNvCxnSpPr>
              <a:stCxn id="288" idx="2"/>
              <a:endCxn id="310" idx="6"/>
            </p:cNvCxnSpPr>
            <p:nvPr/>
          </p:nvCxnSpPr>
          <p:spPr>
            <a:xfrm flipH="1" rot="10800000">
              <a:off x="907921" y="541722"/>
              <a:ext cx="298200" cy="600"/>
            </a:xfrm>
            <a:prstGeom prst="straightConnector1">
              <a:avLst/>
            </a:prstGeom>
            <a:noFill/>
            <a:ln cap="flat" cmpd="sng" w="9525">
              <a:solidFill>
                <a:schemeClr val="lt1"/>
              </a:solidFill>
              <a:prstDash val="solid"/>
              <a:round/>
              <a:headEnd len="sm" w="sm" type="none"/>
              <a:tailEnd len="sm" w="sm" type="none"/>
            </a:ln>
          </p:spPr>
        </p:cxnSp>
        <p:cxnSp>
          <p:nvCxnSpPr>
            <p:cNvPr id="312" name="Google Shape;312;p16"/>
            <p:cNvCxnSpPr>
              <a:stCxn id="300" idx="1"/>
              <a:endCxn id="310" idx="5"/>
            </p:cNvCxnSpPr>
            <p:nvPr/>
          </p:nvCxnSpPr>
          <p:spPr>
            <a:xfrm>
              <a:off x="833799" y="67836"/>
              <a:ext cx="376500" cy="441300"/>
            </a:xfrm>
            <a:prstGeom prst="straightConnector1">
              <a:avLst/>
            </a:prstGeom>
            <a:noFill/>
            <a:ln cap="flat" cmpd="sng" w="9525">
              <a:solidFill>
                <a:schemeClr val="lt1"/>
              </a:solidFill>
              <a:prstDash val="solid"/>
              <a:round/>
              <a:headEnd len="sm" w="sm" type="none"/>
              <a:tailEnd len="sm" w="sm" type="none"/>
            </a:ln>
          </p:spPr>
        </p:cxnSp>
        <p:cxnSp>
          <p:nvCxnSpPr>
            <p:cNvPr id="313" name="Google Shape;313;p16"/>
            <p:cNvCxnSpPr>
              <a:stCxn id="314" idx="7"/>
              <a:endCxn id="310" idx="3"/>
            </p:cNvCxnSpPr>
            <p:nvPr/>
          </p:nvCxnSpPr>
          <p:spPr>
            <a:xfrm flipH="1">
              <a:off x="1268712" y="-22407"/>
              <a:ext cx="275400" cy="515700"/>
            </a:xfrm>
            <a:prstGeom prst="straightConnector1">
              <a:avLst/>
            </a:prstGeom>
            <a:noFill/>
            <a:ln cap="flat" cmpd="sng" w="9525">
              <a:solidFill>
                <a:schemeClr val="lt1"/>
              </a:solidFill>
              <a:prstDash val="solid"/>
              <a:round/>
              <a:headEnd len="sm" w="sm" type="none"/>
              <a:tailEnd len="sm" w="sm" type="none"/>
            </a:ln>
          </p:spPr>
        </p:cxnSp>
        <p:cxnSp>
          <p:nvCxnSpPr>
            <p:cNvPr id="315" name="Google Shape;315;p16"/>
            <p:cNvCxnSpPr>
              <a:stCxn id="282" idx="6"/>
              <a:endCxn id="310" idx="2"/>
            </p:cNvCxnSpPr>
            <p:nvPr/>
          </p:nvCxnSpPr>
          <p:spPr>
            <a:xfrm flipH="1">
              <a:off x="1288670" y="481397"/>
              <a:ext cx="413400" cy="37800"/>
            </a:xfrm>
            <a:prstGeom prst="straightConnector1">
              <a:avLst/>
            </a:prstGeom>
            <a:noFill/>
            <a:ln cap="flat" cmpd="sng" w="9525">
              <a:solidFill>
                <a:schemeClr val="lt1"/>
              </a:solidFill>
              <a:prstDash val="solid"/>
              <a:round/>
              <a:headEnd len="sm" w="sm" type="none"/>
              <a:tailEnd len="sm" w="sm" type="none"/>
            </a:ln>
          </p:spPr>
        </p:cxnSp>
        <p:cxnSp>
          <p:nvCxnSpPr>
            <p:cNvPr id="316" name="Google Shape;316;p16"/>
            <p:cNvCxnSpPr>
              <a:stCxn id="317" idx="7"/>
              <a:endCxn id="282" idx="3"/>
            </p:cNvCxnSpPr>
            <p:nvPr/>
          </p:nvCxnSpPr>
          <p:spPr>
            <a:xfrm flipH="1">
              <a:off x="1761521" y="89945"/>
              <a:ext cx="398400" cy="345600"/>
            </a:xfrm>
            <a:prstGeom prst="straightConnector1">
              <a:avLst/>
            </a:prstGeom>
            <a:noFill/>
            <a:ln cap="flat" cmpd="sng" w="9525">
              <a:solidFill>
                <a:schemeClr val="lt1"/>
              </a:solidFill>
              <a:prstDash val="solid"/>
              <a:round/>
              <a:headEnd len="sm" w="sm" type="none"/>
              <a:tailEnd len="sm" w="sm" type="none"/>
            </a:ln>
          </p:spPr>
        </p:cxnSp>
        <p:cxnSp>
          <p:nvCxnSpPr>
            <p:cNvPr id="318" name="Google Shape;318;p16"/>
            <p:cNvCxnSpPr>
              <a:stCxn id="317" idx="6"/>
              <a:endCxn id="314" idx="2"/>
            </p:cNvCxnSpPr>
            <p:nvPr/>
          </p:nvCxnSpPr>
          <p:spPr>
            <a:xfrm rot="10800000">
              <a:off x="1583591" y="-53045"/>
              <a:ext cx="563700" cy="126600"/>
            </a:xfrm>
            <a:prstGeom prst="straightConnector1">
              <a:avLst/>
            </a:prstGeom>
            <a:noFill/>
            <a:ln cap="flat" cmpd="sng" w="9525">
              <a:solidFill>
                <a:schemeClr val="lt1"/>
              </a:solidFill>
              <a:prstDash val="solid"/>
              <a:round/>
              <a:headEnd len="sm" w="sm" type="none"/>
              <a:tailEnd len="sm" w="sm" type="none"/>
            </a:ln>
          </p:spPr>
        </p:cxnSp>
        <p:cxnSp>
          <p:nvCxnSpPr>
            <p:cNvPr id="319" name="Google Shape;319;p16"/>
            <p:cNvCxnSpPr>
              <a:stCxn id="317" idx="4"/>
            </p:cNvCxnSpPr>
            <p:nvPr/>
          </p:nvCxnSpPr>
          <p:spPr>
            <a:xfrm rot="10800000">
              <a:off x="2121941" y="-9096"/>
              <a:ext cx="44400" cy="49500"/>
            </a:xfrm>
            <a:prstGeom prst="straightConnector1">
              <a:avLst/>
            </a:prstGeom>
            <a:noFill/>
            <a:ln cap="flat" cmpd="sng" w="9525">
              <a:solidFill>
                <a:schemeClr val="lt1"/>
              </a:solidFill>
              <a:prstDash val="solid"/>
              <a:round/>
              <a:headEnd len="sm" w="sm" type="none"/>
              <a:tailEnd len="sm" w="sm" type="none"/>
            </a:ln>
          </p:spPr>
        </p:cxnSp>
        <p:cxnSp>
          <p:nvCxnSpPr>
            <p:cNvPr id="320" name="Google Shape;320;p16"/>
            <p:cNvCxnSpPr>
              <a:stCxn id="314" idx="6"/>
              <a:endCxn id="300" idx="2"/>
            </p:cNvCxnSpPr>
            <p:nvPr/>
          </p:nvCxnSpPr>
          <p:spPr>
            <a:xfrm flipH="1">
              <a:off x="837882" y="-38797"/>
              <a:ext cx="693600" cy="75900"/>
            </a:xfrm>
            <a:prstGeom prst="straightConnector1">
              <a:avLst/>
            </a:prstGeom>
            <a:noFill/>
            <a:ln cap="flat" cmpd="sng" w="9525">
              <a:solidFill>
                <a:schemeClr val="lt1"/>
              </a:solidFill>
              <a:prstDash val="solid"/>
              <a:round/>
              <a:headEnd len="sm" w="sm" type="none"/>
              <a:tailEnd len="sm" w="sm" type="none"/>
            </a:ln>
          </p:spPr>
        </p:cxnSp>
        <p:cxnSp>
          <p:nvCxnSpPr>
            <p:cNvPr id="321" name="Google Shape;321;p16"/>
            <p:cNvCxnSpPr>
              <a:stCxn id="300" idx="6"/>
              <a:endCxn id="287" idx="3"/>
            </p:cNvCxnSpPr>
            <p:nvPr/>
          </p:nvCxnSpPr>
          <p:spPr>
            <a:xfrm flipH="1">
              <a:off x="337036" y="58333"/>
              <a:ext cx="422400" cy="282000"/>
            </a:xfrm>
            <a:prstGeom prst="straightConnector1">
              <a:avLst/>
            </a:prstGeom>
            <a:noFill/>
            <a:ln cap="flat" cmpd="sng" w="9525">
              <a:solidFill>
                <a:schemeClr val="lt1"/>
              </a:solidFill>
              <a:prstDash val="solid"/>
              <a:round/>
              <a:headEnd len="sm" w="sm" type="none"/>
              <a:tailEnd len="sm" w="sm" type="none"/>
            </a:ln>
          </p:spPr>
        </p:cxnSp>
        <p:cxnSp>
          <p:nvCxnSpPr>
            <p:cNvPr id="322" name="Google Shape;322;p16"/>
            <p:cNvCxnSpPr>
              <a:stCxn id="303" idx="2"/>
              <a:endCxn id="287" idx="6"/>
            </p:cNvCxnSpPr>
            <p:nvPr/>
          </p:nvCxnSpPr>
          <p:spPr>
            <a:xfrm flipH="1" rot="10800000">
              <a:off x="38105" y="388590"/>
              <a:ext cx="236400" cy="311400"/>
            </a:xfrm>
            <a:prstGeom prst="straightConnector1">
              <a:avLst/>
            </a:prstGeom>
            <a:noFill/>
            <a:ln cap="flat" cmpd="sng" w="9525">
              <a:solidFill>
                <a:schemeClr val="lt1"/>
              </a:solidFill>
              <a:prstDash val="solid"/>
              <a:round/>
              <a:headEnd len="sm" w="sm" type="none"/>
              <a:tailEnd len="sm" w="sm" type="none"/>
            </a:ln>
          </p:spPr>
        </p:cxnSp>
        <p:cxnSp>
          <p:nvCxnSpPr>
            <p:cNvPr id="323" name="Google Shape;323;p16"/>
            <p:cNvCxnSpPr>
              <a:endCxn id="287" idx="5"/>
            </p:cNvCxnSpPr>
            <p:nvPr/>
          </p:nvCxnSpPr>
          <p:spPr>
            <a:xfrm>
              <a:off x="-6149" y="281848"/>
              <a:ext cx="284700" cy="74400"/>
            </a:xfrm>
            <a:prstGeom prst="straightConnector1">
              <a:avLst/>
            </a:prstGeom>
            <a:noFill/>
            <a:ln cap="flat" cmpd="sng" w="9525">
              <a:solidFill>
                <a:schemeClr val="lt1"/>
              </a:solidFill>
              <a:prstDash val="solid"/>
              <a:round/>
              <a:headEnd len="sm" w="sm" type="none"/>
              <a:tailEnd len="sm" w="sm" type="none"/>
            </a:ln>
          </p:spPr>
        </p:cxnSp>
        <p:cxnSp>
          <p:nvCxnSpPr>
            <p:cNvPr id="324" name="Google Shape;324;p16"/>
            <p:cNvCxnSpPr>
              <a:endCxn id="287" idx="3"/>
            </p:cNvCxnSpPr>
            <p:nvPr/>
          </p:nvCxnSpPr>
          <p:spPr>
            <a:xfrm flipH="1">
              <a:off x="336888" y="-23262"/>
              <a:ext cx="69000" cy="363600"/>
            </a:xfrm>
            <a:prstGeom prst="straightConnector1">
              <a:avLst/>
            </a:prstGeom>
            <a:noFill/>
            <a:ln cap="flat" cmpd="sng" w="9525">
              <a:solidFill>
                <a:schemeClr val="lt1"/>
              </a:solidFill>
              <a:prstDash val="solid"/>
              <a:round/>
              <a:headEnd len="sm" w="sm" type="none"/>
              <a:tailEnd len="sm" w="sm" type="none"/>
            </a:ln>
          </p:spPr>
        </p:cxnSp>
        <p:cxnSp>
          <p:nvCxnSpPr>
            <p:cNvPr id="325" name="Google Shape;325;p16"/>
            <p:cNvCxnSpPr>
              <a:stCxn id="295" idx="4"/>
              <a:endCxn id="291" idx="0"/>
            </p:cNvCxnSpPr>
            <p:nvPr/>
          </p:nvCxnSpPr>
          <p:spPr>
            <a:xfrm rot="10800000">
              <a:off x="558642" y="957851"/>
              <a:ext cx="103200" cy="236700"/>
            </a:xfrm>
            <a:prstGeom prst="straightConnector1">
              <a:avLst/>
            </a:prstGeom>
            <a:noFill/>
            <a:ln cap="flat" cmpd="sng" w="9525">
              <a:solidFill>
                <a:schemeClr val="lt1"/>
              </a:solidFill>
              <a:prstDash val="solid"/>
              <a:round/>
              <a:headEnd len="sm" w="sm" type="none"/>
              <a:tailEnd len="sm" w="sm" type="none"/>
            </a:ln>
          </p:spPr>
        </p:cxnSp>
        <p:cxnSp>
          <p:nvCxnSpPr>
            <p:cNvPr id="326" name="Google Shape;326;p16"/>
            <p:cNvCxnSpPr>
              <a:endCxn id="297" idx="6"/>
            </p:cNvCxnSpPr>
            <p:nvPr/>
          </p:nvCxnSpPr>
          <p:spPr>
            <a:xfrm>
              <a:off x="-16992" y="1146191"/>
              <a:ext cx="157200" cy="28500"/>
            </a:xfrm>
            <a:prstGeom prst="straightConnector1">
              <a:avLst/>
            </a:prstGeom>
            <a:noFill/>
            <a:ln cap="flat" cmpd="sng" w="9525">
              <a:solidFill>
                <a:schemeClr val="lt1"/>
              </a:solidFill>
              <a:prstDash val="solid"/>
              <a:round/>
              <a:headEnd len="sm" w="sm" type="none"/>
              <a:tailEnd len="sm" w="sm" type="none"/>
            </a:ln>
          </p:spPr>
        </p:cxnSp>
        <p:cxnSp>
          <p:nvCxnSpPr>
            <p:cNvPr id="327" name="Google Shape;327;p16"/>
            <p:cNvCxnSpPr>
              <a:stCxn id="297" idx="7"/>
            </p:cNvCxnSpPr>
            <p:nvPr/>
          </p:nvCxnSpPr>
          <p:spPr>
            <a:xfrm flipH="1">
              <a:off x="-28895" y="1199255"/>
              <a:ext cx="188100" cy="212100"/>
            </a:xfrm>
            <a:prstGeom prst="straightConnector1">
              <a:avLst/>
            </a:prstGeom>
            <a:noFill/>
            <a:ln cap="flat" cmpd="sng" w="9525">
              <a:solidFill>
                <a:schemeClr val="lt1"/>
              </a:solidFill>
              <a:prstDash val="solid"/>
              <a:round/>
              <a:headEnd len="sm" w="sm" type="none"/>
              <a:tailEnd len="sm" w="sm" type="none"/>
            </a:ln>
          </p:spPr>
        </p:cxnSp>
        <p:sp>
          <p:nvSpPr>
            <p:cNvPr id="283" name="Google Shape;283;p16"/>
            <p:cNvSpPr/>
            <p:nvPr/>
          </p:nvSpPr>
          <p:spPr>
            <a:xfrm rot="8852704">
              <a:off x="1221611" y="1215324"/>
              <a:ext cx="81061" cy="81061"/>
            </a:xfrm>
            <a:prstGeom prst="ellipse">
              <a:avLst/>
            </a:prstGeom>
            <a:solidFill>
              <a:schemeClr val="lt1"/>
            </a:solidFill>
            <a:ln cap="flat" cmpd="sng" w="25400">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310" name="Google Shape;310;p16"/>
            <p:cNvSpPr/>
            <p:nvPr/>
          </p:nvSpPr>
          <p:spPr>
            <a:xfrm rot="9884693">
              <a:off x="1204638" y="487666"/>
              <a:ext cx="85513" cy="85513"/>
            </a:xfrm>
            <a:prstGeom prst="ellipse">
              <a:avLst/>
            </a:prstGeom>
            <a:solidFill>
              <a:schemeClr val="lt1"/>
            </a:solidFill>
            <a:ln cap="flat" cmpd="sng" w="25400">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282" name="Google Shape;282;p16"/>
            <p:cNvSpPr/>
            <p:nvPr/>
          </p:nvSpPr>
          <p:spPr>
            <a:xfrm rot="9886922">
              <a:off x="1700647" y="430175"/>
              <a:ext cx="81145" cy="81145"/>
            </a:xfrm>
            <a:prstGeom prst="ellipse">
              <a:avLst/>
            </a:prstGeom>
            <a:solidFill>
              <a:schemeClr val="lt1"/>
            </a:solidFill>
            <a:ln cap="flat" cmpd="sng" w="25400">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314" name="Google Shape;314;p16"/>
            <p:cNvSpPr/>
            <p:nvPr/>
          </p:nvSpPr>
          <p:spPr>
            <a:xfrm rot="9893057">
              <a:off x="1530547" y="-72883"/>
              <a:ext cx="54071" cy="54071"/>
            </a:xfrm>
            <a:prstGeom prst="ellipse">
              <a:avLst/>
            </a:prstGeom>
            <a:solidFill>
              <a:schemeClr val="lt1"/>
            </a:solidFill>
            <a:ln cap="flat" cmpd="sng" w="25400">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300" name="Google Shape;300;p16"/>
            <p:cNvSpPr/>
            <p:nvPr/>
          </p:nvSpPr>
          <p:spPr>
            <a:xfrm rot="9886922">
              <a:off x="758013" y="7111"/>
              <a:ext cx="81145" cy="81145"/>
            </a:xfrm>
            <a:prstGeom prst="ellipse">
              <a:avLst/>
            </a:prstGeom>
            <a:solidFill>
              <a:schemeClr val="lt1"/>
            </a:solidFill>
            <a:ln cap="flat" cmpd="sng" w="25400">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287" name="Google Shape;287;p16"/>
            <p:cNvSpPr/>
            <p:nvPr/>
          </p:nvSpPr>
          <p:spPr>
            <a:xfrm rot="9884693">
              <a:off x="272918" y="334705"/>
              <a:ext cx="85513" cy="85513"/>
            </a:xfrm>
            <a:prstGeom prst="ellipse">
              <a:avLst/>
            </a:prstGeom>
            <a:solidFill>
              <a:schemeClr val="lt1"/>
            </a:solidFill>
            <a:ln cap="flat" cmpd="sng" w="25400">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303" name="Google Shape;303;p16"/>
            <p:cNvSpPr/>
            <p:nvPr/>
          </p:nvSpPr>
          <p:spPr>
            <a:xfrm rot="9893057">
              <a:off x="-15031" y="680005"/>
              <a:ext cx="54071" cy="54071"/>
            </a:xfrm>
            <a:prstGeom prst="ellipse">
              <a:avLst/>
            </a:prstGeom>
            <a:solidFill>
              <a:schemeClr val="lt1"/>
            </a:solidFill>
            <a:ln cap="flat" cmpd="sng" w="25400">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297" name="Google Shape;297;p16"/>
            <p:cNvSpPr/>
            <p:nvPr/>
          </p:nvSpPr>
          <p:spPr>
            <a:xfrm rot="9886922">
              <a:off x="138785" y="1123469"/>
              <a:ext cx="81145" cy="81145"/>
            </a:xfrm>
            <a:prstGeom prst="ellipse">
              <a:avLst/>
            </a:prstGeom>
            <a:solidFill>
              <a:schemeClr val="lt1"/>
            </a:solidFill>
            <a:ln cap="flat" cmpd="sng" w="25400">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306" name="Google Shape;306;p16"/>
            <p:cNvSpPr/>
            <p:nvPr/>
          </p:nvSpPr>
          <p:spPr>
            <a:xfrm rot="9886922">
              <a:off x="347693" y="1486314"/>
              <a:ext cx="81145" cy="81145"/>
            </a:xfrm>
            <a:prstGeom prst="ellipse">
              <a:avLst/>
            </a:prstGeom>
            <a:solidFill>
              <a:schemeClr val="lt1"/>
            </a:solidFill>
            <a:ln cap="flat" cmpd="sng" w="25400">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295" name="Google Shape;295;p16"/>
            <p:cNvSpPr/>
            <p:nvPr/>
          </p:nvSpPr>
          <p:spPr>
            <a:xfrm rot="9893057">
              <a:off x="641857" y="1193616"/>
              <a:ext cx="54071" cy="54071"/>
            </a:xfrm>
            <a:prstGeom prst="ellipse">
              <a:avLst/>
            </a:prstGeom>
            <a:solidFill>
              <a:schemeClr val="lt1"/>
            </a:solidFill>
            <a:ln cap="flat" cmpd="sng" w="25400">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288" name="Google Shape;288;p16"/>
            <p:cNvSpPr/>
            <p:nvPr/>
          </p:nvSpPr>
          <p:spPr>
            <a:xfrm rot="9886922">
              <a:off x="828199" y="512399"/>
              <a:ext cx="81145" cy="81145"/>
            </a:xfrm>
            <a:prstGeom prst="ellipse">
              <a:avLst/>
            </a:prstGeom>
            <a:solidFill>
              <a:schemeClr val="lt1"/>
            </a:solidFill>
            <a:ln cap="flat" cmpd="sng" w="25400">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291" name="Google Shape;291;p16"/>
            <p:cNvSpPr/>
            <p:nvPr/>
          </p:nvSpPr>
          <p:spPr>
            <a:xfrm rot="9893057">
              <a:off x="524472" y="904850"/>
              <a:ext cx="54071" cy="54071"/>
            </a:xfrm>
            <a:prstGeom prst="ellipse">
              <a:avLst/>
            </a:prstGeom>
            <a:solidFill>
              <a:schemeClr val="lt1"/>
            </a:solidFill>
            <a:ln cap="flat" cmpd="sng" w="25400">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285" name="Google Shape;285;p16"/>
            <p:cNvSpPr/>
            <p:nvPr/>
          </p:nvSpPr>
          <p:spPr>
            <a:xfrm rot="9893057">
              <a:off x="886943" y="790841"/>
              <a:ext cx="54071" cy="54071"/>
            </a:xfrm>
            <a:prstGeom prst="ellipse">
              <a:avLst/>
            </a:prstGeom>
            <a:solidFill>
              <a:schemeClr val="lt1"/>
            </a:solidFill>
            <a:ln cap="flat" cmpd="sng" w="25400">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cxnSp>
          <p:nvCxnSpPr>
            <p:cNvPr id="328" name="Google Shape;328;p16"/>
            <p:cNvCxnSpPr>
              <a:stCxn id="285" idx="2"/>
              <a:endCxn id="310" idx="7"/>
            </p:cNvCxnSpPr>
            <p:nvPr/>
          </p:nvCxnSpPr>
          <p:spPr>
            <a:xfrm flipH="1" rot="10800000">
              <a:off x="940079" y="567526"/>
              <a:ext cx="286200" cy="243300"/>
            </a:xfrm>
            <a:prstGeom prst="straightConnector1">
              <a:avLst/>
            </a:prstGeom>
            <a:noFill/>
            <a:ln cap="flat" cmpd="sng" w="9525">
              <a:solidFill>
                <a:schemeClr val="lt1"/>
              </a:solidFill>
              <a:prstDash val="solid"/>
              <a:round/>
              <a:headEnd len="sm" w="sm" type="none"/>
              <a:tailEnd len="sm" w="sm" type="none"/>
            </a:ln>
          </p:spPr>
        </p:cxnSp>
        <p:cxnSp>
          <p:nvCxnSpPr>
            <p:cNvPr id="329" name="Google Shape;329;p16"/>
            <p:cNvCxnSpPr>
              <a:stCxn id="282" idx="4"/>
              <a:endCxn id="314" idx="1"/>
            </p:cNvCxnSpPr>
            <p:nvPr/>
          </p:nvCxnSpPr>
          <p:spPr>
            <a:xfrm rot="10800000">
              <a:off x="1581170" y="-32502"/>
              <a:ext cx="149400" cy="464100"/>
            </a:xfrm>
            <a:prstGeom prst="straightConnector1">
              <a:avLst/>
            </a:prstGeom>
            <a:noFill/>
            <a:ln cap="flat" cmpd="sng" w="9525">
              <a:solidFill>
                <a:schemeClr val="lt1"/>
              </a:solidFill>
              <a:prstDash val="solid"/>
              <a:round/>
              <a:headEnd len="sm" w="sm" type="none"/>
              <a:tailEnd len="sm" w="sm" type="none"/>
            </a:ln>
          </p:spPr>
        </p:cxnSp>
        <p:sp>
          <p:nvSpPr>
            <p:cNvPr id="317" name="Google Shape;317;p16"/>
            <p:cNvSpPr/>
            <p:nvPr/>
          </p:nvSpPr>
          <p:spPr>
            <a:xfrm rot="9893057">
              <a:off x="2146356" y="39469"/>
              <a:ext cx="54071" cy="54071"/>
            </a:xfrm>
            <a:prstGeom prst="ellipse">
              <a:avLst/>
            </a:prstGeom>
            <a:solidFill>
              <a:schemeClr val="lt1"/>
            </a:solidFill>
            <a:ln cap="flat" cmpd="sng" w="25400">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cxnSp>
          <p:nvCxnSpPr>
            <p:cNvPr id="330" name="Google Shape;330;p16"/>
            <p:cNvCxnSpPr>
              <a:stCxn id="317" idx="3"/>
            </p:cNvCxnSpPr>
            <p:nvPr/>
          </p:nvCxnSpPr>
          <p:spPr>
            <a:xfrm flipH="1" rot="10800000">
              <a:off x="2186862" y="-57136"/>
              <a:ext cx="37200" cy="100200"/>
            </a:xfrm>
            <a:prstGeom prst="straightConnector1">
              <a:avLst/>
            </a:prstGeom>
            <a:noFill/>
            <a:ln cap="flat" cmpd="sng" w="9525">
              <a:solidFill>
                <a:schemeClr val="lt1"/>
              </a:solidFill>
              <a:prstDash val="solid"/>
              <a:round/>
              <a:headEnd len="sm" w="sm" type="none"/>
              <a:tailEnd len="sm" w="sm" type="none"/>
            </a:ln>
          </p:spPr>
        </p:cxnSp>
        <p:cxnSp>
          <p:nvCxnSpPr>
            <p:cNvPr id="331" name="Google Shape;331;p16"/>
            <p:cNvCxnSpPr>
              <a:stCxn id="317" idx="1"/>
              <a:endCxn id="332" idx="2"/>
            </p:cNvCxnSpPr>
            <p:nvPr/>
          </p:nvCxnSpPr>
          <p:spPr>
            <a:xfrm>
              <a:off x="2196832" y="79975"/>
              <a:ext cx="166200" cy="197700"/>
            </a:xfrm>
            <a:prstGeom prst="straightConnector1">
              <a:avLst/>
            </a:prstGeom>
            <a:noFill/>
            <a:ln cap="flat" cmpd="sng" w="9525">
              <a:solidFill>
                <a:schemeClr val="lt1"/>
              </a:solidFill>
              <a:prstDash val="solid"/>
              <a:round/>
              <a:headEnd len="sm" w="sm" type="none"/>
              <a:tailEnd len="sm" w="sm" type="none"/>
            </a:ln>
          </p:spPr>
        </p:cxnSp>
        <p:cxnSp>
          <p:nvCxnSpPr>
            <p:cNvPr id="333" name="Google Shape;333;p16"/>
            <p:cNvCxnSpPr>
              <a:stCxn id="332" idx="3"/>
              <a:endCxn id="282" idx="2"/>
            </p:cNvCxnSpPr>
            <p:nvPr/>
          </p:nvCxnSpPr>
          <p:spPr>
            <a:xfrm flipH="1">
              <a:off x="1780281" y="299950"/>
              <a:ext cx="577200" cy="160200"/>
            </a:xfrm>
            <a:prstGeom prst="straightConnector1">
              <a:avLst/>
            </a:prstGeom>
            <a:noFill/>
            <a:ln cap="flat" cmpd="sng" w="9525">
              <a:solidFill>
                <a:schemeClr val="lt1"/>
              </a:solidFill>
              <a:prstDash val="solid"/>
              <a:round/>
              <a:headEnd len="sm" w="sm" type="none"/>
              <a:tailEnd len="sm" w="sm" type="none"/>
            </a:ln>
          </p:spPr>
        </p:cxnSp>
        <p:cxnSp>
          <p:nvCxnSpPr>
            <p:cNvPr id="334" name="Google Shape;334;p16"/>
            <p:cNvCxnSpPr>
              <a:stCxn id="283" idx="7"/>
              <a:endCxn id="306" idx="2"/>
            </p:cNvCxnSpPr>
            <p:nvPr/>
          </p:nvCxnSpPr>
          <p:spPr>
            <a:xfrm flipH="1">
              <a:off x="427438" y="1295417"/>
              <a:ext cx="825900" cy="220800"/>
            </a:xfrm>
            <a:prstGeom prst="straightConnector1">
              <a:avLst/>
            </a:prstGeom>
            <a:noFill/>
            <a:ln cap="flat" cmpd="sng" w="9525">
              <a:solidFill>
                <a:schemeClr val="lt1"/>
              </a:solidFill>
              <a:prstDash val="solid"/>
              <a:round/>
              <a:headEnd len="sm" w="sm" type="none"/>
              <a:tailEnd len="sm" w="sm" type="none"/>
            </a:ln>
          </p:spPr>
        </p:cxnSp>
        <p:cxnSp>
          <p:nvCxnSpPr>
            <p:cNvPr id="335" name="Google Shape;335;p16"/>
            <p:cNvCxnSpPr>
              <a:stCxn id="282" idx="1"/>
              <a:endCxn id="336" idx="4"/>
            </p:cNvCxnSpPr>
            <p:nvPr/>
          </p:nvCxnSpPr>
          <p:spPr>
            <a:xfrm>
              <a:off x="1776433" y="490900"/>
              <a:ext cx="440700" cy="282000"/>
            </a:xfrm>
            <a:prstGeom prst="straightConnector1">
              <a:avLst/>
            </a:prstGeom>
            <a:noFill/>
            <a:ln cap="flat" cmpd="sng" w="9525">
              <a:solidFill>
                <a:schemeClr val="lt1"/>
              </a:solidFill>
              <a:prstDash val="solid"/>
              <a:round/>
              <a:headEnd len="sm" w="sm" type="none"/>
              <a:tailEnd len="sm" w="sm" type="none"/>
            </a:ln>
          </p:spPr>
        </p:cxnSp>
        <p:sp>
          <p:nvSpPr>
            <p:cNvPr id="336" name="Google Shape;336;p16"/>
            <p:cNvSpPr/>
            <p:nvPr/>
          </p:nvSpPr>
          <p:spPr>
            <a:xfrm rot="8850405">
              <a:off x="2203221" y="768116"/>
              <a:ext cx="59754" cy="59754"/>
            </a:xfrm>
            <a:prstGeom prst="ellipse">
              <a:avLst/>
            </a:prstGeom>
            <a:solidFill>
              <a:schemeClr val="lt1"/>
            </a:solidFill>
            <a:ln cap="flat" cmpd="sng" w="25400">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cxnSp>
          <p:nvCxnSpPr>
            <p:cNvPr id="337" name="Google Shape;337;p16"/>
            <p:cNvCxnSpPr>
              <a:stCxn id="336" idx="6"/>
              <a:endCxn id="283" idx="1"/>
            </p:cNvCxnSpPr>
            <p:nvPr/>
          </p:nvCxnSpPr>
          <p:spPr>
            <a:xfrm flipH="1">
              <a:off x="1301598" y="814043"/>
              <a:ext cx="906300" cy="450600"/>
            </a:xfrm>
            <a:prstGeom prst="straightConnector1">
              <a:avLst/>
            </a:prstGeom>
            <a:noFill/>
            <a:ln cap="flat" cmpd="sng" w="9525">
              <a:solidFill>
                <a:schemeClr val="lt1"/>
              </a:solidFill>
              <a:prstDash val="solid"/>
              <a:round/>
              <a:headEnd len="sm" w="sm" type="none"/>
              <a:tailEnd len="sm" w="sm" type="none"/>
            </a:ln>
          </p:spPr>
        </p:cxnSp>
        <p:cxnSp>
          <p:nvCxnSpPr>
            <p:cNvPr id="338" name="Google Shape;338;p16"/>
            <p:cNvCxnSpPr>
              <a:stCxn id="332" idx="4"/>
              <a:endCxn id="336" idx="2"/>
            </p:cNvCxnSpPr>
            <p:nvPr/>
          </p:nvCxnSpPr>
          <p:spPr>
            <a:xfrm flipH="1">
              <a:off x="2258267" y="319495"/>
              <a:ext cx="111000" cy="462300"/>
            </a:xfrm>
            <a:prstGeom prst="straightConnector1">
              <a:avLst/>
            </a:prstGeom>
            <a:noFill/>
            <a:ln cap="flat" cmpd="sng" w="9525">
              <a:solidFill>
                <a:schemeClr val="lt1"/>
              </a:solidFill>
              <a:prstDash val="solid"/>
              <a:round/>
              <a:headEnd len="sm" w="sm" type="none"/>
              <a:tailEnd len="sm" w="sm" type="none"/>
            </a:ln>
          </p:spPr>
        </p:cxnSp>
        <p:sp>
          <p:nvSpPr>
            <p:cNvPr id="332" name="Google Shape;332;p16"/>
            <p:cNvSpPr/>
            <p:nvPr/>
          </p:nvSpPr>
          <p:spPr>
            <a:xfrm rot="2184526">
              <a:off x="2357146" y="265674"/>
              <a:ext cx="59642" cy="59642"/>
            </a:xfrm>
            <a:prstGeom prst="ellipse">
              <a:avLst/>
            </a:prstGeom>
            <a:solidFill>
              <a:schemeClr val="lt1"/>
            </a:solidFill>
            <a:ln cap="flat" cmpd="sng" w="25400">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cxnSp>
          <p:nvCxnSpPr>
            <p:cNvPr id="339" name="Google Shape;339;p16"/>
            <p:cNvCxnSpPr>
              <a:endCxn id="287" idx="4"/>
            </p:cNvCxnSpPr>
            <p:nvPr/>
          </p:nvCxnSpPr>
          <p:spPr>
            <a:xfrm>
              <a:off x="61125" y="-8788"/>
              <a:ext cx="243300" cy="345000"/>
            </a:xfrm>
            <a:prstGeom prst="straightConnector1">
              <a:avLst/>
            </a:prstGeom>
            <a:noFill/>
            <a:ln cap="flat" cmpd="sng" w="9525">
              <a:solidFill>
                <a:schemeClr val="lt1"/>
              </a:solidFill>
              <a:prstDash val="solid"/>
              <a:round/>
              <a:headEnd len="sm" w="sm" type="none"/>
              <a:tailEnd len="sm" w="sm" type="none"/>
            </a:ln>
          </p:spPr>
        </p:cxnSp>
        <p:sp>
          <p:nvSpPr>
            <p:cNvPr id="340" name="Google Shape;340;p16"/>
            <p:cNvSpPr/>
            <p:nvPr/>
          </p:nvSpPr>
          <p:spPr>
            <a:xfrm rot="8850405">
              <a:off x="2545792" y="-1043"/>
              <a:ext cx="59754" cy="59754"/>
            </a:xfrm>
            <a:prstGeom prst="ellipse">
              <a:avLst/>
            </a:prstGeom>
            <a:solidFill>
              <a:schemeClr val="lt1"/>
            </a:solidFill>
            <a:ln cap="flat" cmpd="sng" w="25400">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cxnSp>
          <p:nvCxnSpPr>
            <p:cNvPr id="341" name="Google Shape;341;p16"/>
            <p:cNvCxnSpPr>
              <a:stCxn id="340" idx="7"/>
              <a:endCxn id="332" idx="0"/>
            </p:cNvCxnSpPr>
            <p:nvPr/>
          </p:nvCxnSpPr>
          <p:spPr>
            <a:xfrm flipH="1">
              <a:off x="2404799" y="58002"/>
              <a:ext cx="164400" cy="213600"/>
            </a:xfrm>
            <a:prstGeom prst="straightConnector1">
              <a:avLst/>
            </a:prstGeom>
            <a:noFill/>
            <a:ln cap="flat" cmpd="sng" w="9525">
              <a:solidFill>
                <a:schemeClr val="lt1"/>
              </a:solidFill>
              <a:prstDash val="solid"/>
              <a:round/>
              <a:headEnd len="sm" w="sm" type="none"/>
              <a:tailEnd len="sm" w="sm" type="none"/>
            </a:ln>
          </p:spPr>
        </p:cxnSp>
        <p:cxnSp>
          <p:nvCxnSpPr>
            <p:cNvPr id="342" name="Google Shape;342;p16"/>
            <p:cNvCxnSpPr>
              <a:stCxn id="340" idx="5"/>
              <a:endCxn id="317" idx="1"/>
            </p:cNvCxnSpPr>
            <p:nvPr/>
          </p:nvCxnSpPr>
          <p:spPr>
            <a:xfrm flipH="1">
              <a:off x="2196701" y="22364"/>
              <a:ext cx="349800" cy="57600"/>
            </a:xfrm>
            <a:prstGeom prst="straightConnector1">
              <a:avLst/>
            </a:prstGeom>
            <a:noFill/>
            <a:ln cap="flat" cmpd="sng" w="9525">
              <a:solidFill>
                <a:schemeClr val="lt1"/>
              </a:solidFill>
              <a:prstDash val="solid"/>
              <a:round/>
              <a:headEnd len="sm" w="sm" type="none"/>
              <a:tailEnd len="sm" w="sm" type="none"/>
            </a:ln>
          </p:spPr>
        </p:cxnSp>
      </p:grpSp>
      <p:grpSp>
        <p:nvGrpSpPr>
          <p:cNvPr id="343" name="Google Shape;343;p16"/>
          <p:cNvGrpSpPr/>
          <p:nvPr/>
        </p:nvGrpSpPr>
        <p:grpSpPr>
          <a:xfrm flipH="1">
            <a:off x="7171739" y="-55806"/>
            <a:ext cx="1984360" cy="1241763"/>
            <a:chOff x="123505" y="73402"/>
            <a:chExt cx="2645814" cy="1655684"/>
          </a:xfrm>
        </p:grpSpPr>
        <p:cxnSp>
          <p:nvCxnSpPr>
            <p:cNvPr id="344" name="Google Shape;344;p16"/>
            <p:cNvCxnSpPr>
              <a:stCxn id="345" idx="7"/>
              <a:endCxn id="346" idx="2"/>
            </p:cNvCxnSpPr>
            <p:nvPr/>
          </p:nvCxnSpPr>
          <p:spPr>
            <a:xfrm flipH="1">
              <a:off x="1448667" y="658361"/>
              <a:ext cx="424800" cy="728100"/>
            </a:xfrm>
            <a:prstGeom prst="straightConnector1">
              <a:avLst/>
            </a:prstGeom>
            <a:noFill/>
            <a:ln cap="flat" cmpd="sng" w="9525">
              <a:solidFill>
                <a:schemeClr val="lt1"/>
              </a:solidFill>
              <a:prstDash val="solid"/>
              <a:round/>
              <a:headEnd len="sm" w="sm" type="none"/>
              <a:tailEnd len="sm" w="sm" type="none"/>
            </a:ln>
          </p:spPr>
        </p:cxnSp>
        <p:cxnSp>
          <p:nvCxnSpPr>
            <p:cNvPr id="347" name="Google Shape;347;p16"/>
            <p:cNvCxnSpPr>
              <a:stCxn id="346" idx="4"/>
              <a:endCxn id="348" idx="1"/>
            </p:cNvCxnSpPr>
            <p:nvPr/>
          </p:nvCxnSpPr>
          <p:spPr>
            <a:xfrm rot="10800000">
              <a:off x="1089791" y="983754"/>
              <a:ext cx="303000" cy="390300"/>
            </a:xfrm>
            <a:prstGeom prst="straightConnector1">
              <a:avLst/>
            </a:prstGeom>
            <a:noFill/>
            <a:ln cap="flat" cmpd="sng" w="9525">
              <a:solidFill>
                <a:schemeClr val="lt1"/>
              </a:solidFill>
              <a:prstDash val="solid"/>
              <a:round/>
              <a:headEnd len="sm" w="sm" type="none"/>
              <a:tailEnd len="sm" w="sm" type="none"/>
            </a:ln>
          </p:spPr>
        </p:cxnSp>
        <p:cxnSp>
          <p:nvCxnSpPr>
            <p:cNvPr id="349" name="Google Shape;349;p16"/>
            <p:cNvCxnSpPr>
              <a:stCxn id="350" idx="2"/>
              <a:endCxn id="351" idx="6"/>
            </p:cNvCxnSpPr>
            <p:nvPr/>
          </p:nvCxnSpPr>
          <p:spPr>
            <a:xfrm>
              <a:off x="509324" y="518612"/>
              <a:ext cx="472800" cy="197400"/>
            </a:xfrm>
            <a:prstGeom prst="straightConnector1">
              <a:avLst/>
            </a:prstGeom>
            <a:noFill/>
            <a:ln cap="flat" cmpd="sng" w="9525">
              <a:solidFill>
                <a:schemeClr val="lt1"/>
              </a:solidFill>
              <a:prstDash val="solid"/>
              <a:round/>
              <a:headEnd len="sm" w="sm" type="none"/>
              <a:tailEnd len="sm" w="sm" type="none"/>
            </a:ln>
          </p:spPr>
        </p:cxnSp>
        <p:cxnSp>
          <p:nvCxnSpPr>
            <p:cNvPr id="352" name="Google Shape;352;p16"/>
            <p:cNvCxnSpPr>
              <a:stCxn id="348" idx="5"/>
              <a:endCxn id="350" idx="1"/>
            </p:cNvCxnSpPr>
            <p:nvPr/>
          </p:nvCxnSpPr>
          <p:spPr>
            <a:xfrm rot="10800000">
              <a:off x="505338" y="551206"/>
              <a:ext cx="537600" cy="405600"/>
            </a:xfrm>
            <a:prstGeom prst="straightConnector1">
              <a:avLst/>
            </a:prstGeom>
            <a:noFill/>
            <a:ln cap="flat" cmpd="sng" w="9525">
              <a:solidFill>
                <a:schemeClr val="lt1"/>
              </a:solidFill>
              <a:prstDash val="solid"/>
              <a:round/>
              <a:headEnd len="sm" w="sm" type="none"/>
              <a:tailEnd len="sm" w="sm" type="none"/>
            </a:ln>
          </p:spPr>
        </p:cxnSp>
        <p:cxnSp>
          <p:nvCxnSpPr>
            <p:cNvPr id="353" name="Google Shape;353;p16"/>
            <p:cNvCxnSpPr>
              <a:stCxn id="346" idx="5"/>
              <a:endCxn id="354" idx="1"/>
            </p:cNvCxnSpPr>
            <p:nvPr/>
          </p:nvCxnSpPr>
          <p:spPr>
            <a:xfrm rot="10800000">
              <a:off x="727279" y="1097651"/>
              <a:ext cx="647700" cy="301800"/>
            </a:xfrm>
            <a:prstGeom prst="straightConnector1">
              <a:avLst/>
            </a:prstGeom>
            <a:noFill/>
            <a:ln cap="flat" cmpd="sng" w="9525">
              <a:solidFill>
                <a:schemeClr val="lt1"/>
              </a:solidFill>
              <a:prstDash val="solid"/>
              <a:round/>
              <a:headEnd len="sm" w="sm" type="none"/>
              <a:tailEnd len="sm" w="sm" type="none"/>
            </a:ln>
          </p:spPr>
        </p:cxnSp>
        <p:cxnSp>
          <p:nvCxnSpPr>
            <p:cNvPr id="355" name="Google Shape;355;p16"/>
            <p:cNvCxnSpPr>
              <a:stCxn id="350" idx="0"/>
              <a:endCxn id="354" idx="4"/>
            </p:cNvCxnSpPr>
            <p:nvPr/>
          </p:nvCxnSpPr>
          <p:spPr>
            <a:xfrm>
              <a:off x="479324" y="571111"/>
              <a:ext cx="217500" cy="487200"/>
            </a:xfrm>
            <a:prstGeom prst="straightConnector1">
              <a:avLst/>
            </a:prstGeom>
            <a:noFill/>
            <a:ln cap="flat" cmpd="sng" w="9525">
              <a:solidFill>
                <a:schemeClr val="lt1"/>
              </a:solidFill>
              <a:prstDash val="solid"/>
              <a:round/>
              <a:headEnd len="sm" w="sm" type="none"/>
              <a:tailEnd len="sm" w="sm" type="none"/>
            </a:ln>
          </p:spPr>
        </p:cxnSp>
        <p:cxnSp>
          <p:nvCxnSpPr>
            <p:cNvPr id="356" name="Google Shape;356;p16"/>
            <p:cNvCxnSpPr>
              <a:stCxn id="348" idx="3"/>
              <a:endCxn id="351" idx="0"/>
            </p:cNvCxnSpPr>
            <p:nvPr/>
          </p:nvCxnSpPr>
          <p:spPr>
            <a:xfrm rot="10800000">
              <a:off x="1031849" y="744636"/>
              <a:ext cx="48000" cy="202200"/>
            </a:xfrm>
            <a:prstGeom prst="straightConnector1">
              <a:avLst/>
            </a:prstGeom>
            <a:noFill/>
            <a:ln cap="flat" cmpd="sng" w="9525">
              <a:solidFill>
                <a:schemeClr val="lt1"/>
              </a:solidFill>
              <a:prstDash val="solid"/>
              <a:round/>
              <a:headEnd len="sm" w="sm" type="none"/>
              <a:tailEnd len="sm" w="sm" type="none"/>
            </a:ln>
          </p:spPr>
        </p:cxnSp>
        <p:cxnSp>
          <p:nvCxnSpPr>
            <p:cNvPr id="357" name="Google Shape;357;p16"/>
            <p:cNvCxnSpPr>
              <a:stCxn id="346" idx="6"/>
              <a:endCxn id="358" idx="2"/>
            </p:cNvCxnSpPr>
            <p:nvPr/>
          </p:nvCxnSpPr>
          <p:spPr>
            <a:xfrm rot="10800000">
              <a:off x="847541" y="1366105"/>
              <a:ext cx="532800" cy="63900"/>
            </a:xfrm>
            <a:prstGeom prst="straightConnector1">
              <a:avLst/>
            </a:prstGeom>
            <a:noFill/>
            <a:ln cap="flat" cmpd="sng" w="9525">
              <a:solidFill>
                <a:schemeClr val="lt1"/>
              </a:solidFill>
              <a:prstDash val="solid"/>
              <a:round/>
              <a:headEnd len="sm" w="sm" type="none"/>
              <a:tailEnd len="sm" w="sm" type="none"/>
            </a:ln>
          </p:spPr>
        </p:cxnSp>
        <p:cxnSp>
          <p:nvCxnSpPr>
            <p:cNvPr id="359" name="Google Shape;359;p16"/>
            <p:cNvCxnSpPr>
              <a:stCxn id="350" idx="7"/>
              <a:endCxn id="360" idx="3"/>
            </p:cNvCxnSpPr>
            <p:nvPr/>
          </p:nvCxnSpPr>
          <p:spPr>
            <a:xfrm flipH="1">
              <a:off x="351761" y="566985"/>
              <a:ext cx="95100" cy="714300"/>
            </a:xfrm>
            <a:prstGeom prst="straightConnector1">
              <a:avLst/>
            </a:prstGeom>
            <a:noFill/>
            <a:ln cap="flat" cmpd="sng" w="9525">
              <a:solidFill>
                <a:schemeClr val="lt1"/>
              </a:solidFill>
              <a:prstDash val="solid"/>
              <a:round/>
              <a:headEnd len="sm" w="sm" type="none"/>
              <a:tailEnd len="sm" w="sm" type="none"/>
            </a:ln>
          </p:spPr>
        </p:cxnSp>
        <p:cxnSp>
          <p:nvCxnSpPr>
            <p:cNvPr id="361" name="Google Shape;361;p16"/>
            <p:cNvCxnSpPr>
              <a:stCxn id="348" idx="6"/>
              <a:endCxn id="354" idx="2"/>
            </p:cNvCxnSpPr>
            <p:nvPr/>
          </p:nvCxnSpPr>
          <p:spPr>
            <a:xfrm flipH="1">
              <a:off x="730078" y="977327"/>
              <a:ext cx="310200" cy="99900"/>
            </a:xfrm>
            <a:prstGeom prst="straightConnector1">
              <a:avLst/>
            </a:prstGeom>
            <a:noFill/>
            <a:ln cap="flat" cmpd="sng" w="9525">
              <a:solidFill>
                <a:schemeClr val="lt1"/>
              </a:solidFill>
              <a:prstDash val="solid"/>
              <a:round/>
              <a:headEnd len="sm" w="sm" type="none"/>
              <a:tailEnd len="sm" w="sm" type="none"/>
            </a:ln>
          </p:spPr>
        </p:cxnSp>
        <p:cxnSp>
          <p:nvCxnSpPr>
            <p:cNvPr id="362" name="Google Shape;362;p16"/>
            <p:cNvCxnSpPr>
              <a:stCxn id="363" idx="0"/>
              <a:endCxn id="351" idx="4"/>
            </p:cNvCxnSpPr>
            <p:nvPr/>
          </p:nvCxnSpPr>
          <p:spPr>
            <a:xfrm>
              <a:off x="961635" y="239233"/>
              <a:ext cx="48900" cy="426900"/>
            </a:xfrm>
            <a:prstGeom prst="straightConnector1">
              <a:avLst/>
            </a:prstGeom>
            <a:noFill/>
            <a:ln cap="flat" cmpd="sng" w="9525">
              <a:solidFill>
                <a:schemeClr val="lt1"/>
              </a:solidFill>
              <a:prstDash val="solid"/>
              <a:round/>
              <a:headEnd len="sm" w="sm" type="none"/>
              <a:tailEnd len="sm" w="sm" type="none"/>
            </a:ln>
          </p:spPr>
        </p:cxnSp>
        <p:cxnSp>
          <p:nvCxnSpPr>
            <p:cNvPr id="364" name="Google Shape;364;p16"/>
            <p:cNvCxnSpPr>
              <a:stCxn id="354" idx="6"/>
              <a:endCxn id="360" idx="2"/>
            </p:cNvCxnSpPr>
            <p:nvPr/>
          </p:nvCxnSpPr>
          <p:spPr>
            <a:xfrm flipH="1">
              <a:off x="370907" y="1091336"/>
              <a:ext cx="306900" cy="214500"/>
            </a:xfrm>
            <a:prstGeom prst="straightConnector1">
              <a:avLst/>
            </a:prstGeom>
            <a:noFill/>
            <a:ln cap="flat" cmpd="sng" w="9525">
              <a:solidFill>
                <a:schemeClr val="lt1"/>
              </a:solidFill>
              <a:prstDash val="solid"/>
              <a:round/>
              <a:headEnd len="sm" w="sm" type="none"/>
              <a:tailEnd len="sm" w="sm" type="none"/>
            </a:ln>
          </p:spPr>
        </p:cxnSp>
        <p:cxnSp>
          <p:nvCxnSpPr>
            <p:cNvPr id="365" name="Google Shape;365;p16"/>
            <p:cNvCxnSpPr>
              <a:stCxn id="366" idx="0"/>
              <a:endCxn id="360" idx="4"/>
            </p:cNvCxnSpPr>
            <p:nvPr/>
          </p:nvCxnSpPr>
          <p:spPr>
            <a:xfrm>
              <a:off x="171455" y="885541"/>
              <a:ext cx="149700" cy="391800"/>
            </a:xfrm>
            <a:prstGeom prst="straightConnector1">
              <a:avLst/>
            </a:prstGeom>
            <a:noFill/>
            <a:ln cap="flat" cmpd="sng" w="9525">
              <a:solidFill>
                <a:schemeClr val="lt1"/>
              </a:solidFill>
              <a:prstDash val="solid"/>
              <a:round/>
              <a:headEnd len="sm" w="sm" type="none"/>
              <a:tailEnd len="sm" w="sm" type="none"/>
            </a:ln>
          </p:spPr>
        </p:cxnSp>
        <p:cxnSp>
          <p:nvCxnSpPr>
            <p:cNvPr id="367" name="Google Shape;367;p16"/>
            <p:cNvCxnSpPr>
              <a:stCxn id="358" idx="1"/>
              <a:endCxn id="360" idx="5"/>
            </p:cNvCxnSpPr>
            <p:nvPr/>
          </p:nvCxnSpPr>
          <p:spPr>
            <a:xfrm rot="10800000">
              <a:off x="296633" y="1296222"/>
              <a:ext cx="548100" cy="90300"/>
            </a:xfrm>
            <a:prstGeom prst="straightConnector1">
              <a:avLst/>
            </a:prstGeom>
            <a:noFill/>
            <a:ln cap="flat" cmpd="sng" w="9525">
              <a:solidFill>
                <a:schemeClr val="lt1"/>
              </a:solidFill>
              <a:prstDash val="solid"/>
              <a:round/>
              <a:headEnd len="sm" w="sm" type="none"/>
              <a:tailEnd len="sm" w="sm" type="none"/>
            </a:ln>
          </p:spPr>
        </p:cxnSp>
        <p:cxnSp>
          <p:nvCxnSpPr>
            <p:cNvPr id="368" name="Google Shape;368;p16"/>
            <p:cNvCxnSpPr>
              <a:stCxn id="358" idx="7"/>
              <a:endCxn id="369" idx="3"/>
            </p:cNvCxnSpPr>
            <p:nvPr/>
          </p:nvCxnSpPr>
          <p:spPr>
            <a:xfrm flipH="1">
              <a:off x="560922" y="1396492"/>
              <a:ext cx="246900" cy="247500"/>
            </a:xfrm>
            <a:prstGeom prst="straightConnector1">
              <a:avLst/>
            </a:prstGeom>
            <a:noFill/>
            <a:ln cap="flat" cmpd="sng" w="9525">
              <a:solidFill>
                <a:schemeClr val="lt1"/>
              </a:solidFill>
              <a:prstDash val="solid"/>
              <a:round/>
              <a:headEnd len="sm" w="sm" type="none"/>
              <a:tailEnd len="sm" w="sm" type="none"/>
            </a:ln>
          </p:spPr>
        </p:cxnSp>
        <p:cxnSp>
          <p:nvCxnSpPr>
            <p:cNvPr id="370" name="Google Shape;370;p16"/>
            <p:cNvCxnSpPr>
              <a:stCxn id="369" idx="5"/>
              <a:endCxn id="360" idx="1"/>
            </p:cNvCxnSpPr>
            <p:nvPr/>
          </p:nvCxnSpPr>
          <p:spPr>
            <a:xfrm rot="10800000">
              <a:off x="366852" y="1336634"/>
              <a:ext cx="138600" cy="322500"/>
            </a:xfrm>
            <a:prstGeom prst="straightConnector1">
              <a:avLst/>
            </a:prstGeom>
            <a:noFill/>
            <a:ln cap="flat" cmpd="sng" w="9525">
              <a:solidFill>
                <a:schemeClr val="lt1"/>
              </a:solidFill>
              <a:prstDash val="solid"/>
              <a:round/>
              <a:headEnd len="sm" w="sm" type="none"/>
              <a:tailEnd len="sm" w="sm" type="none"/>
            </a:ln>
          </p:spPr>
        </p:cxnSp>
        <p:cxnSp>
          <p:nvCxnSpPr>
            <p:cNvPr id="371" name="Google Shape;371;p16"/>
            <p:cNvCxnSpPr>
              <a:stCxn id="369" idx="6"/>
            </p:cNvCxnSpPr>
            <p:nvPr/>
          </p:nvCxnSpPr>
          <p:spPr>
            <a:xfrm rot="10800000">
              <a:off x="130716" y="1635936"/>
              <a:ext cx="370800" cy="54000"/>
            </a:xfrm>
            <a:prstGeom prst="straightConnector1">
              <a:avLst/>
            </a:prstGeom>
            <a:noFill/>
            <a:ln cap="flat" cmpd="sng" w="9525">
              <a:solidFill>
                <a:schemeClr val="lt1"/>
              </a:solidFill>
              <a:prstDash val="solid"/>
              <a:round/>
              <a:headEnd len="sm" w="sm" type="none"/>
              <a:tailEnd len="sm" w="sm" type="none"/>
            </a:ln>
          </p:spPr>
        </p:cxnSp>
        <p:cxnSp>
          <p:nvCxnSpPr>
            <p:cNvPr id="372" name="Google Shape;372;p16"/>
            <p:cNvCxnSpPr>
              <a:stCxn id="373" idx="0"/>
              <a:endCxn id="346" idx="3"/>
            </p:cNvCxnSpPr>
            <p:nvPr/>
          </p:nvCxnSpPr>
          <p:spPr>
            <a:xfrm>
              <a:off x="1411044" y="724072"/>
              <a:ext cx="12300" cy="644700"/>
            </a:xfrm>
            <a:prstGeom prst="straightConnector1">
              <a:avLst/>
            </a:prstGeom>
            <a:noFill/>
            <a:ln cap="flat" cmpd="sng" w="9525">
              <a:solidFill>
                <a:schemeClr val="lt1"/>
              </a:solidFill>
              <a:prstDash val="solid"/>
              <a:round/>
              <a:headEnd len="sm" w="sm" type="none"/>
              <a:tailEnd len="sm" w="sm" type="none"/>
            </a:ln>
          </p:spPr>
        </p:cxnSp>
        <p:cxnSp>
          <p:nvCxnSpPr>
            <p:cNvPr id="374" name="Google Shape;374;p16"/>
            <p:cNvCxnSpPr>
              <a:stCxn id="351" idx="2"/>
              <a:endCxn id="373" idx="6"/>
            </p:cNvCxnSpPr>
            <p:nvPr/>
          </p:nvCxnSpPr>
          <p:spPr>
            <a:xfrm flipH="1" rot="10800000">
              <a:off x="1060321" y="694122"/>
              <a:ext cx="298200" cy="600"/>
            </a:xfrm>
            <a:prstGeom prst="straightConnector1">
              <a:avLst/>
            </a:prstGeom>
            <a:noFill/>
            <a:ln cap="flat" cmpd="sng" w="9525">
              <a:solidFill>
                <a:schemeClr val="lt1"/>
              </a:solidFill>
              <a:prstDash val="solid"/>
              <a:round/>
              <a:headEnd len="sm" w="sm" type="none"/>
              <a:tailEnd len="sm" w="sm" type="none"/>
            </a:ln>
          </p:spPr>
        </p:cxnSp>
        <p:cxnSp>
          <p:nvCxnSpPr>
            <p:cNvPr id="375" name="Google Shape;375;p16"/>
            <p:cNvCxnSpPr>
              <a:stCxn id="363" idx="1"/>
              <a:endCxn id="373" idx="5"/>
            </p:cNvCxnSpPr>
            <p:nvPr/>
          </p:nvCxnSpPr>
          <p:spPr>
            <a:xfrm>
              <a:off x="986199" y="220236"/>
              <a:ext cx="376500" cy="441300"/>
            </a:xfrm>
            <a:prstGeom prst="straightConnector1">
              <a:avLst/>
            </a:prstGeom>
            <a:noFill/>
            <a:ln cap="flat" cmpd="sng" w="9525">
              <a:solidFill>
                <a:schemeClr val="lt1"/>
              </a:solidFill>
              <a:prstDash val="solid"/>
              <a:round/>
              <a:headEnd len="sm" w="sm" type="none"/>
              <a:tailEnd len="sm" w="sm" type="none"/>
            </a:ln>
          </p:spPr>
        </p:cxnSp>
        <p:cxnSp>
          <p:nvCxnSpPr>
            <p:cNvPr id="376" name="Google Shape;376;p16"/>
            <p:cNvCxnSpPr>
              <a:stCxn id="377" idx="7"/>
              <a:endCxn id="373" idx="3"/>
            </p:cNvCxnSpPr>
            <p:nvPr/>
          </p:nvCxnSpPr>
          <p:spPr>
            <a:xfrm flipH="1">
              <a:off x="1421112" y="129993"/>
              <a:ext cx="275400" cy="515700"/>
            </a:xfrm>
            <a:prstGeom prst="straightConnector1">
              <a:avLst/>
            </a:prstGeom>
            <a:noFill/>
            <a:ln cap="flat" cmpd="sng" w="9525">
              <a:solidFill>
                <a:schemeClr val="lt1"/>
              </a:solidFill>
              <a:prstDash val="solid"/>
              <a:round/>
              <a:headEnd len="sm" w="sm" type="none"/>
              <a:tailEnd len="sm" w="sm" type="none"/>
            </a:ln>
          </p:spPr>
        </p:cxnSp>
        <p:cxnSp>
          <p:nvCxnSpPr>
            <p:cNvPr id="378" name="Google Shape;378;p16"/>
            <p:cNvCxnSpPr>
              <a:stCxn id="345" idx="6"/>
              <a:endCxn id="373" idx="2"/>
            </p:cNvCxnSpPr>
            <p:nvPr/>
          </p:nvCxnSpPr>
          <p:spPr>
            <a:xfrm flipH="1">
              <a:off x="1441070" y="633797"/>
              <a:ext cx="413400" cy="37800"/>
            </a:xfrm>
            <a:prstGeom prst="straightConnector1">
              <a:avLst/>
            </a:prstGeom>
            <a:noFill/>
            <a:ln cap="flat" cmpd="sng" w="9525">
              <a:solidFill>
                <a:schemeClr val="lt1"/>
              </a:solidFill>
              <a:prstDash val="solid"/>
              <a:round/>
              <a:headEnd len="sm" w="sm" type="none"/>
              <a:tailEnd len="sm" w="sm" type="none"/>
            </a:ln>
          </p:spPr>
        </p:cxnSp>
        <p:cxnSp>
          <p:nvCxnSpPr>
            <p:cNvPr id="379" name="Google Shape;379;p16"/>
            <p:cNvCxnSpPr>
              <a:stCxn id="380" idx="7"/>
              <a:endCxn id="345" idx="3"/>
            </p:cNvCxnSpPr>
            <p:nvPr/>
          </p:nvCxnSpPr>
          <p:spPr>
            <a:xfrm flipH="1">
              <a:off x="1913921" y="242345"/>
              <a:ext cx="398400" cy="345600"/>
            </a:xfrm>
            <a:prstGeom prst="straightConnector1">
              <a:avLst/>
            </a:prstGeom>
            <a:noFill/>
            <a:ln cap="flat" cmpd="sng" w="9525">
              <a:solidFill>
                <a:schemeClr val="lt1"/>
              </a:solidFill>
              <a:prstDash val="solid"/>
              <a:round/>
              <a:headEnd len="sm" w="sm" type="none"/>
              <a:tailEnd len="sm" w="sm" type="none"/>
            </a:ln>
          </p:spPr>
        </p:cxnSp>
        <p:cxnSp>
          <p:nvCxnSpPr>
            <p:cNvPr id="381" name="Google Shape;381;p16"/>
            <p:cNvCxnSpPr>
              <a:stCxn id="380" idx="6"/>
              <a:endCxn id="377" idx="2"/>
            </p:cNvCxnSpPr>
            <p:nvPr/>
          </p:nvCxnSpPr>
          <p:spPr>
            <a:xfrm rot="10800000">
              <a:off x="1735991" y="99355"/>
              <a:ext cx="563700" cy="126600"/>
            </a:xfrm>
            <a:prstGeom prst="straightConnector1">
              <a:avLst/>
            </a:prstGeom>
            <a:noFill/>
            <a:ln cap="flat" cmpd="sng" w="9525">
              <a:solidFill>
                <a:schemeClr val="lt1"/>
              </a:solidFill>
              <a:prstDash val="solid"/>
              <a:round/>
              <a:headEnd len="sm" w="sm" type="none"/>
              <a:tailEnd len="sm" w="sm" type="none"/>
            </a:ln>
          </p:spPr>
        </p:cxnSp>
        <p:cxnSp>
          <p:nvCxnSpPr>
            <p:cNvPr id="382" name="Google Shape;382;p16"/>
            <p:cNvCxnSpPr>
              <a:stCxn id="380" idx="4"/>
            </p:cNvCxnSpPr>
            <p:nvPr/>
          </p:nvCxnSpPr>
          <p:spPr>
            <a:xfrm rot="10800000">
              <a:off x="2274341" y="143304"/>
              <a:ext cx="44400" cy="49500"/>
            </a:xfrm>
            <a:prstGeom prst="straightConnector1">
              <a:avLst/>
            </a:prstGeom>
            <a:noFill/>
            <a:ln cap="flat" cmpd="sng" w="9525">
              <a:solidFill>
                <a:schemeClr val="lt1"/>
              </a:solidFill>
              <a:prstDash val="solid"/>
              <a:round/>
              <a:headEnd len="sm" w="sm" type="none"/>
              <a:tailEnd len="sm" w="sm" type="none"/>
            </a:ln>
          </p:spPr>
        </p:cxnSp>
        <p:cxnSp>
          <p:nvCxnSpPr>
            <p:cNvPr id="383" name="Google Shape;383;p16"/>
            <p:cNvCxnSpPr>
              <a:stCxn id="377" idx="6"/>
              <a:endCxn id="363" idx="2"/>
            </p:cNvCxnSpPr>
            <p:nvPr/>
          </p:nvCxnSpPr>
          <p:spPr>
            <a:xfrm flipH="1">
              <a:off x="990282" y="113603"/>
              <a:ext cx="693600" cy="75900"/>
            </a:xfrm>
            <a:prstGeom prst="straightConnector1">
              <a:avLst/>
            </a:prstGeom>
            <a:noFill/>
            <a:ln cap="flat" cmpd="sng" w="9525">
              <a:solidFill>
                <a:schemeClr val="lt1"/>
              </a:solidFill>
              <a:prstDash val="solid"/>
              <a:round/>
              <a:headEnd len="sm" w="sm" type="none"/>
              <a:tailEnd len="sm" w="sm" type="none"/>
            </a:ln>
          </p:spPr>
        </p:cxnSp>
        <p:cxnSp>
          <p:nvCxnSpPr>
            <p:cNvPr id="384" name="Google Shape;384;p16"/>
            <p:cNvCxnSpPr>
              <a:stCxn id="363" idx="6"/>
              <a:endCxn id="350" idx="3"/>
            </p:cNvCxnSpPr>
            <p:nvPr/>
          </p:nvCxnSpPr>
          <p:spPr>
            <a:xfrm flipH="1">
              <a:off x="489436" y="210733"/>
              <a:ext cx="422400" cy="282000"/>
            </a:xfrm>
            <a:prstGeom prst="straightConnector1">
              <a:avLst/>
            </a:prstGeom>
            <a:noFill/>
            <a:ln cap="flat" cmpd="sng" w="9525">
              <a:solidFill>
                <a:schemeClr val="lt1"/>
              </a:solidFill>
              <a:prstDash val="solid"/>
              <a:round/>
              <a:headEnd len="sm" w="sm" type="none"/>
              <a:tailEnd len="sm" w="sm" type="none"/>
            </a:ln>
          </p:spPr>
        </p:cxnSp>
        <p:cxnSp>
          <p:nvCxnSpPr>
            <p:cNvPr id="385" name="Google Shape;385;p16"/>
            <p:cNvCxnSpPr>
              <a:stCxn id="366" idx="2"/>
              <a:endCxn id="350" idx="6"/>
            </p:cNvCxnSpPr>
            <p:nvPr/>
          </p:nvCxnSpPr>
          <p:spPr>
            <a:xfrm flipH="1" rot="10800000">
              <a:off x="190505" y="540990"/>
              <a:ext cx="236400" cy="311400"/>
            </a:xfrm>
            <a:prstGeom prst="straightConnector1">
              <a:avLst/>
            </a:prstGeom>
            <a:noFill/>
            <a:ln cap="flat" cmpd="sng" w="9525">
              <a:solidFill>
                <a:schemeClr val="lt1"/>
              </a:solidFill>
              <a:prstDash val="solid"/>
              <a:round/>
              <a:headEnd len="sm" w="sm" type="none"/>
              <a:tailEnd len="sm" w="sm" type="none"/>
            </a:ln>
          </p:spPr>
        </p:cxnSp>
        <p:cxnSp>
          <p:nvCxnSpPr>
            <p:cNvPr id="386" name="Google Shape;386;p16"/>
            <p:cNvCxnSpPr>
              <a:endCxn id="350" idx="5"/>
            </p:cNvCxnSpPr>
            <p:nvPr/>
          </p:nvCxnSpPr>
          <p:spPr>
            <a:xfrm>
              <a:off x="146251" y="434248"/>
              <a:ext cx="284700" cy="74400"/>
            </a:xfrm>
            <a:prstGeom prst="straightConnector1">
              <a:avLst/>
            </a:prstGeom>
            <a:noFill/>
            <a:ln cap="flat" cmpd="sng" w="9525">
              <a:solidFill>
                <a:schemeClr val="lt1"/>
              </a:solidFill>
              <a:prstDash val="solid"/>
              <a:round/>
              <a:headEnd len="sm" w="sm" type="none"/>
              <a:tailEnd len="sm" w="sm" type="none"/>
            </a:ln>
          </p:spPr>
        </p:cxnSp>
        <p:cxnSp>
          <p:nvCxnSpPr>
            <p:cNvPr id="387" name="Google Shape;387;p16"/>
            <p:cNvCxnSpPr>
              <a:endCxn id="350" idx="3"/>
            </p:cNvCxnSpPr>
            <p:nvPr/>
          </p:nvCxnSpPr>
          <p:spPr>
            <a:xfrm flipH="1">
              <a:off x="489288" y="129138"/>
              <a:ext cx="69000" cy="363600"/>
            </a:xfrm>
            <a:prstGeom prst="straightConnector1">
              <a:avLst/>
            </a:prstGeom>
            <a:noFill/>
            <a:ln cap="flat" cmpd="sng" w="9525">
              <a:solidFill>
                <a:schemeClr val="lt1"/>
              </a:solidFill>
              <a:prstDash val="solid"/>
              <a:round/>
              <a:headEnd len="sm" w="sm" type="none"/>
              <a:tailEnd len="sm" w="sm" type="none"/>
            </a:ln>
          </p:spPr>
        </p:cxnSp>
        <p:cxnSp>
          <p:nvCxnSpPr>
            <p:cNvPr id="388" name="Google Shape;388;p16"/>
            <p:cNvCxnSpPr>
              <a:stCxn id="358" idx="4"/>
              <a:endCxn id="354" idx="0"/>
            </p:cNvCxnSpPr>
            <p:nvPr/>
          </p:nvCxnSpPr>
          <p:spPr>
            <a:xfrm rot="10800000">
              <a:off x="711042" y="1110251"/>
              <a:ext cx="103200" cy="236700"/>
            </a:xfrm>
            <a:prstGeom prst="straightConnector1">
              <a:avLst/>
            </a:prstGeom>
            <a:noFill/>
            <a:ln cap="flat" cmpd="sng" w="9525">
              <a:solidFill>
                <a:schemeClr val="lt1"/>
              </a:solidFill>
              <a:prstDash val="solid"/>
              <a:round/>
              <a:headEnd len="sm" w="sm" type="none"/>
              <a:tailEnd len="sm" w="sm" type="none"/>
            </a:ln>
          </p:spPr>
        </p:cxnSp>
        <p:cxnSp>
          <p:nvCxnSpPr>
            <p:cNvPr id="389" name="Google Shape;389;p16"/>
            <p:cNvCxnSpPr>
              <a:endCxn id="360" idx="6"/>
            </p:cNvCxnSpPr>
            <p:nvPr/>
          </p:nvCxnSpPr>
          <p:spPr>
            <a:xfrm>
              <a:off x="135408" y="1298591"/>
              <a:ext cx="157200" cy="28500"/>
            </a:xfrm>
            <a:prstGeom prst="straightConnector1">
              <a:avLst/>
            </a:prstGeom>
            <a:noFill/>
            <a:ln cap="flat" cmpd="sng" w="9525">
              <a:solidFill>
                <a:schemeClr val="lt1"/>
              </a:solidFill>
              <a:prstDash val="solid"/>
              <a:round/>
              <a:headEnd len="sm" w="sm" type="none"/>
              <a:tailEnd len="sm" w="sm" type="none"/>
            </a:ln>
          </p:spPr>
        </p:cxnSp>
        <p:cxnSp>
          <p:nvCxnSpPr>
            <p:cNvPr id="390" name="Google Shape;390;p16"/>
            <p:cNvCxnSpPr>
              <a:stCxn id="360" idx="7"/>
            </p:cNvCxnSpPr>
            <p:nvPr/>
          </p:nvCxnSpPr>
          <p:spPr>
            <a:xfrm flipH="1">
              <a:off x="123505" y="1351655"/>
              <a:ext cx="188100" cy="212100"/>
            </a:xfrm>
            <a:prstGeom prst="straightConnector1">
              <a:avLst/>
            </a:prstGeom>
            <a:noFill/>
            <a:ln cap="flat" cmpd="sng" w="9525">
              <a:solidFill>
                <a:schemeClr val="lt1"/>
              </a:solidFill>
              <a:prstDash val="solid"/>
              <a:round/>
              <a:headEnd len="sm" w="sm" type="none"/>
              <a:tailEnd len="sm" w="sm" type="none"/>
            </a:ln>
          </p:spPr>
        </p:cxnSp>
        <p:sp>
          <p:nvSpPr>
            <p:cNvPr id="346" name="Google Shape;346;p16"/>
            <p:cNvSpPr/>
            <p:nvPr/>
          </p:nvSpPr>
          <p:spPr>
            <a:xfrm rot="8852704">
              <a:off x="1374011" y="1367724"/>
              <a:ext cx="81061" cy="81061"/>
            </a:xfrm>
            <a:prstGeom prst="ellipse">
              <a:avLst/>
            </a:prstGeom>
            <a:solidFill>
              <a:schemeClr val="lt1"/>
            </a:solidFill>
            <a:ln cap="flat" cmpd="sng" w="25400">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373" name="Google Shape;373;p16"/>
            <p:cNvSpPr/>
            <p:nvPr/>
          </p:nvSpPr>
          <p:spPr>
            <a:xfrm rot="9884693">
              <a:off x="1357038" y="640066"/>
              <a:ext cx="85513" cy="85513"/>
            </a:xfrm>
            <a:prstGeom prst="ellipse">
              <a:avLst/>
            </a:prstGeom>
            <a:solidFill>
              <a:schemeClr val="lt1"/>
            </a:solidFill>
            <a:ln cap="flat" cmpd="sng" w="25400">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345" name="Google Shape;345;p16"/>
            <p:cNvSpPr/>
            <p:nvPr/>
          </p:nvSpPr>
          <p:spPr>
            <a:xfrm rot="9886922">
              <a:off x="1853047" y="582575"/>
              <a:ext cx="81145" cy="81145"/>
            </a:xfrm>
            <a:prstGeom prst="ellipse">
              <a:avLst/>
            </a:prstGeom>
            <a:solidFill>
              <a:schemeClr val="lt1"/>
            </a:solidFill>
            <a:ln cap="flat" cmpd="sng" w="25400">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377" name="Google Shape;377;p16"/>
            <p:cNvSpPr/>
            <p:nvPr/>
          </p:nvSpPr>
          <p:spPr>
            <a:xfrm rot="9893057">
              <a:off x="1682947" y="79517"/>
              <a:ext cx="54071" cy="54071"/>
            </a:xfrm>
            <a:prstGeom prst="ellipse">
              <a:avLst/>
            </a:prstGeom>
            <a:solidFill>
              <a:schemeClr val="lt1"/>
            </a:solidFill>
            <a:ln cap="flat" cmpd="sng" w="25400">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363" name="Google Shape;363;p16"/>
            <p:cNvSpPr/>
            <p:nvPr/>
          </p:nvSpPr>
          <p:spPr>
            <a:xfrm rot="9886922">
              <a:off x="910413" y="159511"/>
              <a:ext cx="81145" cy="81145"/>
            </a:xfrm>
            <a:prstGeom prst="ellipse">
              <a:avLst/>
            </a:prstGeom>
            <a:solidFill>
              <a:schemeClr val="lt1"/>
            </a:solidFill>
            <a:ln cap="flat" cmpd="sng" w="25400">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350" name="Google Shape;350;p16"/>
            <p:cNvSpPr/>
            <p:nvPr/>
          </p:nvSpPr>
          <p:spPr>
            <a:xfrm rot="9884693">
              <a:off x="425318" y="487105"/>
              <a:ext cx="85513" cy="85513"/>
            </a:xfrm>
            <a:prstGeom prst="ellipse">
              <a:avLst/>
            </a:prstGeom>
            <a:solidFill>
              <a:schemeClr val="lt1"/>
            </a:solidFill>
            <a:ln cap="flat" cmpd="sng" w="25400">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366" name="Google Shape;366;p16"/>
            <p:cNvSpPr/>
            <p:nvPr/>
          </p:nvSpPr>
          <p:spPr>
            <a:xfrm rot="9893057">
              <a:off x="137369" y="832405"/>
              <a:ext cx="54071" cy="54071"/>
            </a:xfrm>
            <a:prstGeom prst="ellipse">
              <a:avLst/>
            </a:prstGeom>
            <a:solidFill>
              <a:schemeClr val="lt1"/>
            </a:solidFill>
            <a:ln cap="flat" cmpd="sng" w="25400">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360" name="Google Shape;360;p16"/>
            <p:cNvSpPr/>
            <p:nvPr/>
          </p:nvSpPr>
          <p:spPr>
            <a:xfrm rot="9886922">
              <a:off x="291185" y="1275869"/>
              <a:ext cx="81145" cy="81145"/>
            </a:xfrm>
            <a:prstGeom prst="ellipse">
              <a:avLst/>
            </a:prstGeom>
            <a:solidFill>
              <a:schemeClr val="lt1"/>
            </a:solidFill>
            <a:ln cap="flat" cmpd="sng" w="25400">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369" name="Google Shape;369;p16"/>
            <p:cNvSpPr/>
            <p:nvPr/>
          </p:nvSpPr>
          <p:spPr>
            <a:xfrm rot="9886922">
              <a:off x="500093" y="1638714"/>
              <a:ext cx="81145" cy="81145"/>
            </a:xfrm>
            <a:prstGeom prst="ellipse">
              <a:avLst/>
            </a:prstGeom>
            <a:solidFill>
              <a:schemeClr val="lt1"/>
            </a:solidFill>
            <a:ln cap="flat" cmpd="sng" w="25400">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358" name="Google Shape;358;p16"/>
            <p:cNvSpPr/>
            <p:nvPr/>
          </p:nvSpPr>
          <p:spPr>
            <a:xfrm rot="9893057">
              <a:off x="794257" y="1346016"/>
              <a:ext cx="54071" cy="54071"/>
            </a:xfrm>
            <a:prstGeom prst="ellipse">
              <a:avLst/>
            </a:prstGeom>
            <a:solidFill>
              <a:schemeClr val="lt1"/>
            </a:solidFill>
            <a:ln cap="flat" cmpd="sng" w="25400">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351" name="Google Shape;351;p16"/>
            <p:cNvSpPr/>
            <p:nvPr/>
          </p:nvSpPr>
          <p:spPr>
            <a:xfrm rot="9886922">
              <a:off x="980599" y="664799"/>
              <a:ext cx="81145" cy="81145"/>
            </a:xfrm>
            <a:prstGeom prst="ellipse">
              <a:avLst/>
            </a:prstGeom>
            <a:solidFill>
              <a:schemeClr val="lt1"/>
            </a:solidFill>
            <a:ln cap="flat" cmpd="sng" w="25400">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354" name="Google Shape;354;p16"/>
            <p:cNvSpPr/>
            <p:nvPr/>
          </p:nvSpPr>
          <p:spPr>
            <a:xfrm rot="9893057">
              <a:off x="676872" y="1057250"/>
              <a:ext cx="54071" cy="54071"/>
            </a:xfrm>
            <a:prstGeom prst="ellipse">
              <a:avLst/>
            </a:prstGeom>
            <a:solidFill>
              <a:schemeClr val="lt1"/>
            </a:solidFill>
            <a:ln cap="flat" cmpd="sng" w="25400">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348" name="Google Shape;348;p16"/>
            <p:cNvSpPr/>
            <p:nvPr/>
          </p:nvSpPr>
          <p:spPr>
            <a:xfrm rot="9893057">
              <a:off x="1039343" y="943241"/>
              <a:ext cx="54071" cy="54071"/>
            </a:xfrm>
            <a:prstGeom prst="ellipse">
              <a:avLst/>
            </a:prstGeom>
            <a:solidFill>
              <a:schemeClr val="lt1"/>
            </a:solidFill>
            <a:ln cap="flat" cmpd="sng" w="25400">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cxnSp>
          <p:nvCxnSpPr>
            <p:cNvPr id="391" name="Google Shape;391;p16"/>
            <p:cNvCxnSpPr>
              <a:stCxn id="348" idx="2"/>
              <a:endCxn id="373" idx="7"/>
            </p:cNvCxnSpPr>
            <p:nvPr/>
          </p:nvCxnSpPr>
          <p:spPr>
            <a:xfrm flipH="1" rot="10800000">
              <a:off x="1092479" y="719926"/>
              <a:ext cx="286200" cy="243300"/>
            </a:xfrm>
            <a:prstGeom prst="straightConnector1">
              <a:avLst/>
            </a:prstGeom>
            <a:noFill/>
            <a:ln cap="flat" cmpd="sng" w="9525">
              <a:solidFill>
                <a:schemeClr val="lt1"/>
              </a:solidFill>
              <a:prstDash val="solid"/>
              <a:round/>
              <a:headEnd len="sm" w="sm" type="none"/>
              <a:tailEnd len="sm" w="sm" type="none"/>
            </a:ln>
          </p:spPr>
        </p:cxnSp>
        <p:cxnSp>
          <p:nvCxnSpPr>
            <p:cNvPr id="392" name="Google Shape;392;p16"/>
            <p:cNvCxnSpPr>
              <a:stCxn id="345" idx="4"/>
              <a:endCxn id="377" idx="1"/>
            </p:cNvCxnSpPr>
            <p:nvPr/>
          </p:nvCxnSpPr>
          <p:spPr>
            <a:xfrm rot="10800000">
              <a:off x="1733570" y="119898"/>
              <a:ext cx="149400" cy="464100"/>
            </a:xfrm>
            <a:prstGeom prst="straightConnector1">
              <a:avLst/>
            </a:prstGeom>
            <a:noFill/>
            <a:ln cap="flat" cmpd="sng" w="9525">
              <a:solidFill>
                <a:schemeClr val="lt1"/>
              </a:solidFill>
              <a:prstDash val="solid"/>
              <a:round/>
              <a:headEnd len="sm" w="sm" type="none"/>
              <a:tailEnd len="sm" w="sm" type="none"/>
            </a:ln>
          </p:spPr>
        </p:cxnSp>
        <p:sp>
          <p:nvSpPr>
            <p:cNvPr id="380" name="Google Shape;380;p16"/>
            <p:cNvSpPr/>
            <p:nvPr/>
          </p:nvSpPr>
          <p:spPr>
            <a:xfrm rot="9893057">
              <a:off x="2298756" y="191869"/>
              <a:ext cx="54071" cy="54071"/>
            </a:xfrm>
            <a:prstGeom prst="ellipse">
              <a:avLst/>
            </a:prstGeom>
            <a:solidFill>
              <a:schemeClr val="lt1"/>
            </a:solidFill>
            <a:ln cap="flat" cmpd="sng" w="25400">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cxnSp>
          <p:nvCxnSpPr>
            <p:cNvPr id="393" name="Google Shape;393;p16"/>
            <p:cNvCxnSpPr>
              <a:stCxn id="380" idx="3"/>
            </p:cNvCxnSpPr>
            <p:nvPr/>
          </p:nvCxnSpPr>
          <p:spPr>
            <a:xfrm flipH="1" rot="10800000">
              <a:off x="2339262" y="95264"/>
              <a:ext cx="37200" cy="100200"/>
            </a:xfrm>
            <a:prstGeom prst="straightConnector1">
              <a:avLst/>
            </a:prstGeom>
            <a:noFill/>
            <a:ln cap="flat" cmpd="sng" w="9525">
              <a:solidFill>
                <a:schemeClr val="lt1"/>
              </a:solidFill>
              <a:prstDash val="solid"/>
              <a:round/>
              <a:headEnd len="sm" w="sm" type="none"/>
              <a:tailEnd len="sm" w="sm" type="none"/>
            </a:ln>
          </p:spPr>
        </p:cxnSp>
        <p:cxnSp>
          <p:nvCxnSpPr>
            <p:cNvPr id="394" name="Google Shape;394;p16"/>
            <p:cNvCxnSpPr>
              <a:stCxn id="380" idx="1"/>
              <a:endCxn id="395" idx="2"/>
            </p:cNvCxnSpPr>
            <p:nvPr/>
          </p:nvCxnSpPr>
          <p:spPr>
            <a:xfrm>
              <a:off x="2349232" y="232375"/>
              <a:ext cx="166200" cy="197700"/>
            </a:xfrm>
            <a:prstGeom prst="straightConnector1">
              <a:avLst/>
            </a:prstGeom>
            <a:noFill/>
            <a:ln cap="flat" cmpd="sng" w="9525">
              <a:solidFill>
                <a:schemeClr val="lt1"/>
              </a:solidFill>
              <a:prstDash val="solid"/>
              <a:round/>
              <a:headEnd len="sm" w="sm" type="none"/>
              <a:tailEnd len="sm" w="sm" type="none"/>
            </a:ln>
          </p:spPr>
        </p:cxnSp>
        <p:cxnSp>
          <p:nvCxnSpPr>
            <p:cNvPr id="396" name="Google Shape;396;p16"/>
            <p:cNvCxnSpPr>
              <a:stCxn id="395" idx="3"/>
              <a:endCxn id="345" idx="2"/>
            </p:cNvCxnSpPr>
            <p:nvPr/>
          </p:nvCxnSpPr>
          <p:spPr>
            <a:xfrm flipH="1">
              <a:off x="1932681" y="452350"/>
              <a:ext cx="577200" cy="160200"/>
            </a:xfrm>
            <a:prstGeom prst="straightConnector1">
              <a:avLst/>
            </a:prstGeom>
            <a:noFill/>
            <a:ln cap="flat" cmpd="sng" w="9525">
              <a:solidFill>
                <a:schemeClr val="lt1"/>
              </a:solidFill>
              <a:prstDash val="solid"/>
              <a:round/>
              <a:headEnd len="sm" w="sm" type="none"/>
              <a:tailEnd len="sm" w="sm" type="none"/>
            </a:ln>
          </p:spPr>
        </p:cxnSp>
        <p:cxnSp>
          <p:nvCxnSpPr>
            <p:cNvPr id="397" name="Google Shape;397;p16"/>
            <p:cNvCxnSpPr>
              <a:stCxn id="346" idx="7"/>
              <a:endCxn id="369" idx="2"/>
            </p:cNvCxnSpPr>
            <p:nvPr/>
          </p:nvCxnSpPr>
          <p:spPr>
            <a:xfrm flipH="1">
              <a:off x="579838" y="1447817"/>
              <a:ext cx="825900" cy="220800"/>
            </a:xfrm>
            <a:prstGeom prst="straightConnector1">
              <a:avLst/>
            </a:prstGeom>
            <a:noFill/>
            <a:ln cap="flat" cmpd="sng" w="9525">
              <a:solidFill>
                <a:schemeClr val="lt1"/>
              </a:solidFill>
              <a:prstDash val="solid"/>
              <a:round/>
              <a:headEnd len="sm" w="sm" type="none"/>
              <a:tailEnd len="sm" w="sm" type="none"/>
            </a:ln>
          </p:spPr>
        </p:cxnSp>
        <p:cxnSp>
          <p:nvCxnSpPr>
            <p:cNvPr id="398" name="Google Shape;398;p16"/>
            <p:cNvCxnSpPr>
              <a:stCxn id="345" idx="1"/>
              <a:endCxn id="399" idx="4"/>
            </p:cNvCxnSpPr>
            <p:nvPr/>
          </p:nvCxnSpPr>
          <p:spPr>
            <a:xfrm>
              <a:off x="1928833" y="643300"/>
              <a:ext cx="440700" cy="282000"/>
            </a:xfrm>
            <a:prstGeom prst="straightConnector1">
              <a:avLst/>
            </a:prstGeom>
            <a:noFill/>
            <a:ln cap="flat" cmpd="sng" w="9525">
              <a:solidFill>
                <a:schemeClr val="lt1"/>
              </a:solidFill>
              <a:prstDash val="solid"/>
              <a:round/>
              <a:headEnd len="sm" w="sm" type="none"/>
              <a:tailEnd len="sm" w="sm" type="none"/>
            </a:ln>
          </p:spPr>
        </p:cxnSp>
        <p:sp>
          <p:nvSpPr>
            <p:cNvPr id="399" name="Google Shape;399;p16"/>
            <p:cNvSpPr/>
            <p:nvPr/>
          </p:nvSpPr>
          <p:spPr>
            <a:xfrm rot="8850405">
              <a:off x="2355621" y="920516"/>
              <a:ext cx="59754" cy="59754"/>
            </a:xfrm>
            <a:prstGeom prst="ellipse">
              <a:avLst/>
            </a:prstGeom>
            <a:solidFill>
              <a:schemeClr val="lt1"/>
            </a:solidFill>
            <a:ln cap="flat" cmpd="sng" w="25400">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cxnSp>
          <p:nvCxnSpPr>
            <p:cNvPr id="400" name="Google Shape;400;p16"/>
            <p:cNvCxnSpPr>
              <a:stCxn id="399" idx="6"/>
              <a:endCxn id="346" idx="1"/>
            </p:cNvCxnSpPr>
            <p:nvPr/>
          </p:nvCxnSpPr>
          <p:spPr>
            <a:xfrm flipH="1">
              <a:off x="1453998" y="966443"/>
              <a:ext cx="906300" cy="450600"/>
            </a:xfrm>
            <a:prstGeom prst="straightConnector1">
              <a:avLst/>
            </a:prstGeom>
            <a:noFill/>
            <a:ln cap="flat" cmpd="sng" w="9525">
              <a:solidFill>
                <a:schemeClr val="lt1"/>
              </a:solidFill>
              <a:prstDash val="solid"/>
              <a:round/>
              <a:headEnd len="sm" w="sm" type="none"/>
              <a:tailEnd len="sm" w="sm" type="none"/>
            </a:ln>
          </p:spPr>
        </p:cxnSp>
        <p:cxnSp>
          <p:nvCxnSpPr>
            <p:cNvPr id="401" name="Google Shape;401;p16"/>
            <p:cNvCxnSpPr>
              <a:stCxn id="395" idx="4"/>
              <a:endCxn id="399" idx="2"/>
            </p:cNvCxnSpPr>
            <p:nvPr/>
          </p:nvCxnSpPr>
          <p:spPr>
            <a:xfrm flipH="1">
              <a:off x="2410667" y="471895"/>
              <a:ext cx="111000" cy="462300"/>
            </a:xfrm>
            <a:prstGeom prst="straightConnector1">
              <a:avLst/>
            </a:prstGeom>
            <a:noFill/>
            <a:ln cap="flat" cmpd="sng" w="9525">
              <a:solidFill>
                <a:schemeClr val="lt1"/>
              </a:solidFill>
              <a:prstDash val="solid"/>
              <a:round/>
              <a:headEnd len="sm" w="sm" type="none"/>
              <a:tailEnd len="sm" w="sm" type="none"/>
            </a:ln>
          </p:spPr>
        </p:cxnSp>
        <p:sp>
          <p:nvSpPr>
            <p:cNvPr id="395" name="Google Shape;395;p16"/>
            <p:cNvSpPr/>
            <p:nvPr/>
          </p:nvSpPr>
          <p:spPr>
            <a:xfrm rot="2184526">
              <a:off x="2509546" y="418074"/>
              <a:ext cx="59642" cy="59642"/>
            </a:xfrm>
            <a:prstGeom prst="ellipse">
              <a:avLst/>
            </a:prstGeom>
            <a:solidFill>
              <a:schemeClr val="lt1"/>
            </a:solidFill>
            <a:ln cap="flat" cmpd="sng" w="25400">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cxnSp>
          <p:nvCxnSpPr>
            <p:cNvPr id="402" name="Google Shape;402;p16"/>
            <p:cNvCxnSpPr>
              <a:endCxn id="350" idx="4"/>
            </p:cNvCxnSpPr>
            <p:nvPr/>
          </p:nvCxnSpPr>
          <p:spPr>
            <a:xfrm>
              <a:off x="213525" y="143612"/>
              <a:ext cx="243300" cy="345000"/>
            </a:xfrm>
            <a:prstGeom prst="straightConnector1">
              <a:avLst/>
            </a:prstGeom>
            <a:noFill/>
            <a:ln cap="flat" cmpd="sng" w="9525">
              <a:solidFill>
                <a:schemeClr val="lt1"/>
              </a:solidFill>
              <a:prstDash val="solid"/>
              <a:round/>
              <a:headEnd len="sm" w="sm" type="none"/>
              <a:tailEnd len="sm" w="sm" type="none"/>
            </a:ln>
          </p:spPr>
        </p:cxnSp>
        <p:sp>
          <p:nvSpPr>
            <p:cNvPr id="403" name="Google Shape;403;p16"/>
            <p:cNvSpPr/>
            <p:nvPr/>
          </p:nvSpPr>
          <p:spPr>
            <a:xfrm rot="8850405">
              <a:off x="2698192" y="151357"/>
              <a:ext cx="59754" cy="59754"/>
            </a:xfrm>
            <a:prstGeom prst="ellipse">
              <a:avLst/>
            </a:prstGeom>
            <a:solidFill>
              <a:schemeClr val="lt1"/>
            </a:solidFill>
            <a:ln cap="flat" cmpd="sng" w="25400">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cxnSp>
          <p:nvCxnSpPr>
            <p:cNvPr id="404" name="Google Shape;404;p16"/>
            <p:cNvCxnSpPr>
              <a:stCxn id="403" idx="7"/>
              <a:endCxn id="395" idx="0"/>
            </p:cNvCxnSpPr>
            <p:nvPr/>
          </p:nvCxnSpPr>
          <p:spPr>
            <a:xfrm flipH="1">
              <a:off x="2557199" y="210402"/>
              <a:ext cx="164400" cy="213600"/>
            </a:xfrm>
            <a:prstGeom prst="straightConnector1">
              <a:avLst/>
            </a:prstGeom>
            <a:noFill/>
            <a:ln cap="flat" cmpd="sng" w="9525">
              <a:solidFill>
                <a:schemeClr val="lt1"/>
              </a:solidFill>
              <a:prstDash val="solid"/>
              <a:round/>
              <a:headEnd len="sm" w="sm" type="none"/>
              <a:tailEnd len="sm" w="sm" type="none"/>
            </a:ln>
          </p:spPr>
        </p:cxnSp>
        <p:cxnSp>
          <p:nvCxnSpPr>
            <p:cNvPr id="405" name="Google Shape;405;p16"/>
            <p:cNvCxnSpPr>
              <a:stCxn id="403" idx="5"/>
              <a:endCxn id="380" idx="1"/>
            </p:cNvCxnSpPr>
            <p:nvPr/>
          </p:nvCxnSpPr>
          <p:spPr>
            <a:xfrm flipH="1">
              <a:off x="2349101" y="174764"/>
              <a:ext cx="349800" cy="57600"/>
            </a:xfrm>
            <a:prstGeom prst="straightConnector1">
              <a:avLst/>
            </a:prstGeom>
            <a:noFill/>
            <a:ln cap="flat" cmpd="sng" w="9525">
              <a:solidFill>
                <a:schemeClr val="lt1"/>
              </a:solidFill>
              <a:prstDash val="solid"/>
              <a:round/>
              <a:headEnd len="sm" w="sm" type="none"/>
              <a:tailEnd len="sm" w="sm" type="none"/>
            </a:ln>
          </p:spPr>
        </p:cxn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Agenda slide layout">
  <p:cSld name="3_Agenda slide layout">
    <p:bg>
      <p:bgPr>
        <a:gradFill>
          <a:gsLst>
            <a:gs pos="0">
              <a:schemeClr val="accent1"/>
            </a:gs>
            <a:gs pos="27000">
              <a:srgbClr val="79A8F7"/>
            </a:gs>
            <a:gs pos="50000">
              <a:srgbClr val="8CB5F8"/>
            </a:gs>
            <a:gs pos="73000">
              <a:srgbClr val="79A8F7"/>
            </a:gs>
            <a:gs pos="100000">
              <a:schemeClr val="accent1"/>
            </a:gs>
          </a:gsLst>
          <a:lin ang="16200038" scaled="0"/>
        </a:gradFill>
      </p:bgPr>
    </p:bg>
    <p:spTree>
      <p:nvGrpSpPr>
        <p:cNvPr id="406" name="Shape 406"/>
        <p:cNvGrpSpPr/>
        <p:nvPr/>
      </p:nvGrpSpPr>
      <p:grpSpPr>
        <a:xfrm>
          <a:off x="0" y="0"/>
          <a:ext cx="0" cy="0"/>
          <a:chOff x="0" y="0"/>
          <a:chExt cx="0" cy="0"/>
        </a:xfrm>
      </p:grpSpPr>
      <p:grpSp>
        <p:nvGrpSpPr>
          <p:cNvPr id="407" name="Google Shape;407;p17"/>
          <p:cNvGrpSpPr/>
          <p:nvPr/>
        </p:nvGrpSpPr>
        <p:grpSpPr>
          <a:xfrm>
            <a:off x="-74245" y="-78271"/>
            <a:ext cx="9306286" cy="5284099"/>
            <a:chOff x="-98994" y="-104361"/>
            <a:chExt cx="12408382" cy="7045465"/>
          </a:xfrm>
        </p:grpSpPr>
        <p:cxnSp>
          <p:nvCxnSpPr>
            <p:cNvPr id="408" name="Google Shape;408;p17"/>
            <p:cNvCxnSpPr>
              <a:stCxn id="409" idx="7"/>
              <a:endCxn id="410" idx="2"/>
            </p:cNvCxnSpPr>
            <p:nvPr/>
          </p:nvCxnSpPr>
          <p:spPr>
            <a:xfrm>
              <a:off x="1584514" y="1905027"/>
              <a:ext cx="1703100" cy="9444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411" name="Google Shape;411;p17"/>
            <p:cNvCxnSpPr>
              <a:stCxn id="410" idx="4"/>
              <a:endCxn id="412" idx="1"/>
            </p:cNvCxnSpPr>
            <p:nvPr/>
          </p:nvCxnSpPr>
          <p:spPr>
            <a:xfrm flipH="1" rot="10800000">
              <a:off x="3427797" y="2205542"/>
              <a:ext cx="483000" cy="5703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413" name="Google Shape;413;p17"/>
            <p:cNvCxnSpPr>
              <a:stCxn id="414" idx="2"/>
              <a:endCxn id="415" idx="6"/>
            </p:cNvCxnSpPr>
            <p:nvPr/>
          </p:nvCxnSpPr>
          <p:spPr>
            <a:xfrm flipH="1">
              <a:off x="4004083" y="998924"/>
              <a:ext cx="1032900" cy="4146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416" name="Google Shape;416;p17"/>
            <p:cNvCxnSpPr>
              <a:stCxn id="412" idx="5"/>
              <a:endCxn id="414" idx="1"/>
            </p:cNvCxnSpPr>
            <p:nvPr/>
          </p:nvCxnSpPr>
          <p:spPr>
            <a:xfrm flipH="1" rot="10800000">
              <a:off x="4016349" y="1082419"/>
              <a:ext cx="1055100" cy="10176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417" name="Google Shape;417;p17"/>
            <p:cNvCxnSpPr>
              <a:stCxn id="410" idx="5"/>
              <a:endCxn id="418" idx="1"/>
            </p:cNvCxnSpPr>
            <p:nvPr/>
          </p:nvCxnSpPr>
          <p:spPr>
            <a:xfrm flipH="1" rot="10800000">
              <a:off x="3493668" y="2247214"/>
              <a:ext cx="1466400" cy="5835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419" name="Google Shape;419;p17"/>
            <p:cNvCxnSpPr>
              <a:stCxn id="414" idx="0"/>
              <a:endCxn id="418" idx="4"/>
            </p:cNvCxnSpPr>
            <p:nvPr/>
          </p:nvCxnSpPr>
          <p:spPr>
            <a:xfrm flipH="1">
              <a:off x="5012833" y="1116974"/>
              <a:ext cx="142200" cy="10029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420" name="Google Shape;420;p17"/>
            <p:cNvCxnSpPr>
              <a:stCxn id="412" idx="3"/>
              <a:endCxn id="415" idx="0"/>
            </p:cNvCxnSpPr>
            <p:nvPr/>
          </p:nvCxnSpPr>
          <p:spPr>
            <a:xfrm rot="10800000">
              <a:off x="3892107" y="1525519"/>
              <a:ext cx="18600" cy="5745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421" name="Google Shape;421;p17"/>
            <p:cNvCxnSpPr>
              <a:stCxn id="422" idx="7"/>
              <a:endCxn id="423" idx="1"/>
            </p:cNvCxnSpPr>
            <p:nvPr/>
          </p:nvCxnSpPr>
          <p:spPr>
            <a:xfrm flipH="1" rot="10800000">
              <a:off x="5140024" y="2351113"/>
              <a:ext cx="1066500" cy="5526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424" name="Google Shape;424;p17"/>
            <p:cNvCxnSpPr>
              <a:stCxn id="414" idx="7"/>
              <a:endCxn id="423" idx="3"/>
            </p:cNvCxnSpPr>
            <p:nvPr/>
          </p:nvCxnSpPr>
          <p:spPr>
            <a:xfrm>
              <a:off x="5238507" y="1082398"/>
              <a:ext cx="967800" cy="11100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425" name="Google Shape;425;p17"/>
            <p:cNvCxnSpPr>
              <a:stCxn id="426" idx="3"/>
            </p:cNvCxnSpPr>
            <p:nvPr/>
          </p:nvCxnSpPr>
          <p:spPr>
            <a:xfrm rot="10800000">
              <a:off x="3211543" y="18423"/>
              <a:ext cx="498900" cy="5829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427" name="Google Shape;427;p17"/>
            <p:cNvCxnSpPr>
              <a:stCxn id="412" idx="6"/>
              <a:endCxn id="418" idx="2"/>
            </p:cNvCxnSpPr>
            <p:nvPr/>
          </p:nvCxnSpPr>
          <p:spPr>
            <a:xfrm>
              <a:off x="4038228" y="2152840"/>
              <a:ext cx="900000" cy="417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428" name="Google Shape;428;p17"/>
            <p:cNvCxnSpPr>
              <a:stCxn id="426" idx="0"/>
              <a:endCxn id="415" idx="4"/>
            </p:cNvCxnSpPr>
            <p:nvPr/>
          </p:nvCxnSpPr>
          <p:spPr>
            <a:xfrm>
              <a:off x="3789674" y="792604"/>
              <a:ext cx="102300" cy="5088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429" name="Google Shape;429;p17"/>
            <p:cNvCxnSpPr>
              <a:stCxn id="418" idx="6"/>
              <a:endCxn id="423" idx="2"/>
            </p:cNvCxnSpPr>
            <p:nvPr/>
          </p:nvCxnSpPr>
          <p:spPr>
            <a:xfrm>
              <a:off x="5087673" y="2194492"/>
              <a:ext cx="1086000" cy="774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430" name="Google Shape;430;p17"/>
            <p:cNvCxnSpPr>
              <a:stCxn id="431" idx="0"/>
              <a:endCxn id="423" idx="4"/>
            </p:cNvCxnSpPr>
            <p:nvPr/>
          </p:nvCxnSpPr>
          <p:spPr>
            <a:xfrm>
              <a:off x="6243045" y="1291086"/>
              <a:ext cx="42600" cy="8685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432" name="Google Shape;432;p17"/>
            <p:cNvCxnSpPr>
              <a:stCxn id="433" idx="1"/>
              <a:endCxn id="423" idx="5"/>
            </p:cNvCxnSpPr>
            <p:nvPr/>
          </p:nvCxnSpPr>
          <p:spPr>
            <a:xfrm flipH="1">
              <a:off x="6364796" y="570688"/>
              <a:ext cx="1332600" cy="16218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434" name="Google Shape;434;p17"/>
            <p:cNvCxnSpPr>
              <a:stCxn id="433" idx="0"/>
              <a:endCxn id="435" idx="4"/>
            </p:cNvCxnSpPr>
            <p:nvPr/>
          </p:nvCxnSpPr>
          <p:spPr>
            <a:xfrm flipH="1">
              <a:off x="7737917" y="592567"/>
              <a:ext cx="12300" cy="10176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436" name="Google Shape;436;p17"/>
            <p:cNvCxnSpPr>
              <a:stCxn id="435" idx="2"/>
              <a:endCxn id="423" idx="6"/>
            </p:cNvCxnSpPr>
            <p:nvPr/>
          </p:nvCxnSpPr>
          <p:spPr>
            <a:xfrm flipH="1">
              <a:off x="6397559" y="1722175"/>
              <a:ext cx="1228200" cy="5496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437" name="Google Shape;437;p17"/>
            <p:cNvCxnSpPr>
              <a:stCxn id="435" idx="7"/>
              <a:endCxn id="438" idx="5"/>
            </p:cNvCxnSpPr>
            <p:nvPr/>
          </p:nvCxnSpPr>
          <p:spPr>
            <a:xfrm>
              <a:off x="7817040" y="1801406"/>
              <a:ext cx="1650000" cy="11055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439" name="Google Shape;439;p17"/>
            <p:cNvCxnSpPr>
              <a:stCxn id="435" idx="6"/>
              <a:endCxn id="440" idx="2"/>
            </p:cNvCxnSpPr>
            <p:nvPr/>
          </p:nvCxnSpPr>
          <p:spPr>
            <a:xfrm flipH="1" rot="10800000">
              <a:off x="7849859" y="1627675"/>
              <a:ext cx="1344900" cy="945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441" name="Google Shape;441;p17"/>
            <p:cNvCxnSpPr>
              <a:stCxn id="440" idx="7"/>
              <a:endCxn id="442" idx="3"/>
            </p:cNvCxnSpPr>
            <p:nvPr/>
          </p:nvCxnSpPr>
          <p:spPr>
            <a:xfrm>
              <a:off x="9385913" y="1706946"/>
              <a:ext cx="910500" cy="8460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443" name="Google Shape;443;p17"/>
            <p:cNvCxnSpPr>
              <a:stCxn id="444" idx="0"/>
              <a:endCxn id="410" idx="3"/>
            </p:cNvCxnSpPr>
            <p:nvPr/>
          </p:nvCxnSpPr>
          <p:spPr>
            <a:xfrm>
              <a:off x="2865658" y="1745404"/>
              <a:ext cx="476700" cy="10383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445" name="Google Shape;445;p17"/>
            <p:cNvCxnSpPr>
              <a:stCxn id="415" idx="2"/>
              <a:endCxn id="444" idx="6"/>
            </p:cNvCxnSpPr>
            <p:nvPr/>
          </p:nvCxnSpPr>
          <p:spPr>
            <a:xfrm flipH="1">
              <a:off x="2983828" y="1413383"/>
              <a:ext cx="796200" cy="2139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446" name="Google Shape;446;p17"/>
            <p:cNvCxnSpPr>
              <a:stCxn id="426" idx="1"/>
              <a:endCxn id="444" idx="5"/>
            </p:cNvCxnSpPr>
            <p:nvPr/>
          </p:nvCxnSpPr>
          <p:spPr>
            <a:xfrm flipH="1">
              <a:off x="2949043" y="759785"/>
              <a:ext cx="761400" cy="7842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447" name="Google Shape;447;p17"/>
            <p:cNvCxnSpPr>
              <a:stCxn id="448" idx="7"/>
              <a:endCxn id="444" idx="3"/>
            </p:cNvCxnSpPr>
            <p:nvPr/>
          </p:nvCxnSpPr>
          <p:spPr>
            <a:xfrm>
              <a:off x="2026279" y="811100"/>
              <a:ext cx="756000" cy="7329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449" name="Google Shape;449;p17"/>
            <p:cNvCxnSpPr>
              <a:stCxn id="409" idx="6"/>
              <a:endCxn id="444" idx="2"/>
            </p:cNvCxnSpPr>
            <p:nvPr/>
          </p:nvCxnSpPr>
          <p:spPr>
            <a:xfrm flipH="1" rot="10800000">
              <a:off x="1617333" y="1627496"/>
              <a:ext cx="1130400" cy="1983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450" name="Google Shape;450;p17"/>
            <p:cNvCxnSpPr>
              <a:stCxn id="451" idx="7"/>
              <a:endCxn id="409" idx="3"/>
            </p:cNvCxnSpPr>
            <p:nvPr/>
          </p:nvCxnSpPr>
          <p:spPr>
            <a:xfrm>
              <a:off x="562738" y="991182"/>
              <a:ext cx="863400" cy="7554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452" name="Google Shape;452;p17"/>
            <p:cNvCxnSpPr>
              <a:stCxn id="451" idx="6"/>
              <a:endCxn id="448" idx="2"/>
            </p:cNvCxnSpPr>
            <p:nvPr/>
          </p:nvCxnSpPr>
          <p:spPr>
            <a:xfrm flipH="1" rot="10800000">
              <a:off x="584617" y="758361"/>
              <a:ext cx="1314000" cy="1800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453" name="Google Shape;453;p17"/>
            <p:cNvCxnSpPr>
              <a:stCxn id="451" idx="5"/>
            </p:cNvCxnSpPr>
            <p:nvPr/>
          </p:nvCxnSpPr>
          <p:spPr>
            <a:xfrm flipH="1" rot="10800000">
              <a:off x="562738" y="7740"/>
              <a:ext cx="830400" cy="8778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454" name="Google Shape;454;p17"/>
            <p:cNvCxnSpPr>
              <a:stCxn id="448" idx="4"/>
            </p:cNvCxnSpPr>
            <p:nvPr/>
          </p:nvCxnSpPr>
          <p:spPr>
            <a:xfrm rot="10800000">
              <a:off x="1913158" y="8879"/>
              <a:ext cx="60300" cy="6747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455" name="Google Shape;455;p17"/>
            <p:cNvCxnSpPr>
              <a:stCxn id="448" idx="5"/>
            </p:cNvCxnSpPr>
            <p:nvPr/>
          </p:nvCxnSpPr>
          <p:spPr>
            <a:xfrm flipH="1" rot="10800000">
              <a:off x="2026279" y="21458"/>
              <a:ext cx="969600" cy="6840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456" name="Google Shape;456;p17"/>
            <p:cNvCxnSpPr>
              <a:stCxn id="426" idx="5"/>
            </p:cNvCxnSpPr>
            <p:nvPr/>
          </p:nvCxnSpPr>
          <p:spPr>
            <a:xfrm flipH="1" rot="10800000">
              <a:off x="3868905" y="-11277"/>
              <a:ext cx="430500" cy="6126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457" name="Google Shape;457;p17"/>
            <p:cNvCxnSpPr>
              <a:stCxn id="448" idx="6"/>
              <a:endCxn id="426" idx="2"/>
            </p:cNvCxnSpPr>
            <p:nvPr/>
          </p:nvCxnSpPr>
          <p:spPr>
            <a:xfrm flipH="1" rot="10800000">
              <a:off x="2048158" y="680579"/>
              <a:ext cx="1629600" cy="777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458" name="Google Shape;458;p17"/>
            <p:cNvCxnSpPr>
              <a:stCxn id="426" idx="6"/>
              <a:endCxn id="414" idx="3"/>
            </p:cNvCxnSpPr>
            <p:nvPr/>
          </p:nvCxnSpPr>
          <p:spPr>
            <a:xfrm>
              <a:off x="3901724" y="680554"/>
              <a:ext cx="1169700" cy="2349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459" name="Google Shape;459;p17"/>
            <p:cNvCxnSpPr>
              <a:stCxn id="431" idx="2"/>
              <a:endCxn id="414" idx="6"/>
            </p:cNvCxnSpPr>
            <p:nvPr/>
          </p:nvCxnSpPr>
          <p:spPr>
            <a:xfrm rot="10800000">
              <a:off x="5273145" y="998886"/>
              <a:ext cx="895200" cy="2175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460" name="Google Shape;460;p17"/>
            <p:cNvCxnSpPr>
              <a:stCxn id="461" idx="0"/>
              <a:endCxn id="414" idx="5"/>
            </p:cNvCxnSpPr>
            <p:nvPr/>
          </p:nvCxnSpPr>
          <p:spPr>
            <a:xfrm flipH="1">
              <a:off x="5238531" y="-6148"/>
              <a:ext cx="1269600" cy="9216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462" name="Google Shape;462;p17"/>
            <p:cNvCxnSpPr>
              <a:endCxn id="414" idx="4"/>
            </p:cNvCxnSpPr>
            <p:nvPr/>
          </p:nvCxnSpPr>
          <p:spPr>
            <a:xfrm>
              <a:off x="4882933" y="-29626"/>
              <a:ext cx="272100" cy="9105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463" name="Google Shape;463;p17"/>
            <p:cNvCxnSpPr>
              <a:stCxn id="461" idx="2"/>
              <a:endCxn id="431" idx="4"/>
            </p:cNvCxnSpPr>
            <p:nvPr/>
          </p:nvCxnSpPr>
          <p:spPr>
            <a:xfrm flipH="1">
              <a:off x="6243079" y="-5456"/>
              <a:ext cx="339600" cy="11472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464" name="Google Shape;464;p17"/>
            <p:cNvCxnSpPr>
              <a:stCxn id="433" idx="2"/>
              <a:endCxn id="431" idx="6"/>
            </p:cNvCxnSpPr>
            <p:nvPr/>
          </p:nvCxnSpPr>
          <p:spPr>
            <a:xfrm flipH="1">
              <a:off x="6317717" y="517867"/>
              <a:ext cx="1357800" cy="6984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465" name="Google Shape;465;p17"/>
            <p:cNvCxnSpPr>
              <a:stCxn id="433" idx="4"/>
            </p:cNvCxnSpPr>
            <p:nvPr/>
          </p:nvCxnSpPr>
          <p:spPr>
            <a:xfrm flipH="1" rot="10800000">
              <a:off x="7750217" y="54367"/>
              <a:ext cx="93600" cy="3888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466" name="Google Shape;466;p17"/>
            <p:cNvCxnSpPr>
              <a:stCxn id="467" idx="3"/>
            </p:cNvCxnSpPr>
            <p:nvPr/>
          </p:nvCxnSpPr>
          <p:spPr>
            <a:xfrm rot="10800000">
              <a:off x="8652107" y="-11177"/>
              <a:ext cx="511500" cy="3567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468" name="Google Shape;468;p17"/>
            <p:cNvCxnSpPr>
              <a:stCxn id="467" idx="2"/>
              <a:endCxn id="433" idx="6"/>
            </p:cNvCxnSpPr>
            <p:nvPr/>
          </p:nvCxnSpPr>
          <p:spPr>
            <a:xfrm flipH="1">
              <a:off x="7824888" y="424754"/>
              <a:ext cx="1305900" cy="930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469" name="Google Shape;469;p17"/>
            <p:cNvCxnSpPr>
              <a:stCxn id="440" idx="4"/>
              <a:endCxn id="467" idx="0"/>
            </p:cNvCxnSpPr>
            <p:nvPr/>
          </p:nvCxnSpPr>
          <p:spPr>
            <a:xfrm rot="10800000">
              <a:off x="9242782" y="536765"/>
              <a:ext cx="63900" cy="9789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470" name="Google Shape;470;p17"/>
            <p:cNvCxnSpPr>
              <a:stCxn id="471" idx="3"/>
              <a:endCxn id="467" idx="7"/>
            </p:cNvCxnSpPr>
            <p:nvPr/>
          </p:nvCxnSpPr>
          <p:spPr>
            <a:xfrm rot="10800000">
              <a:off x="9321944" y="503894"/>
              <a:ext cx="1573200" cy="6498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472" name="Google Shape;472;p17"/>
            <p:cNvCxnSpPr>
              <a:stCxn id="471" idx="2"/>
              <a:endCxn id="440" idx="6"/>
            </p:cNvCxnSpPr>
            <p:nvPr/>
          </p:nvCxnSpPr>
          <p:spPr>
            <a:xfrm flipH="1">
              <a:off x="9418608" y="1237723"/>
              <a:ext cx="1459500" cy="3900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473" name="Google Shape;473;p17"/>
            <p:cNvCxnSpPr>
              <a:stCxn id="471" idx="1"/>
              <a:endCxn id="442" idx="4"/>
            </p:cNvCxnSpPr>
            <p:nvPr/>
          </p:nvCxnSpPr>
          <p:spPr>
            <a:xfrm flipH="1">
              <a:off x="10349179" y="1309187"/>
              <a:ext cx="576300" cy="12219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474" name="Google Shape;474;p17"/>
            <p:cNvCxnSpPr>
              <a:stCxn id="475" idx="1"/>
              <a:endCxn id="442" idx="5"/>
            </p:cNvCxnSpPr>
            <p:nvPr/>
          </p:nvCxnSpPr>
          <p:spPr>
            <a:xfrm flipH="1">
              <a:off x="10402005" y="1774675"/>
              <a:ext cx="1757100" cy="7782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476" name="Google Shape;476;p17"/>
            <p:cNvCxnSpPr>
              <a:stCxn id="475" idx="0"/>
              <a:endCxn id="477" idx="4"/>
            </p:cNvCxnSpPr>
            <p:nvPr/>
          </p:nvCxnSpPr>
          <p:spPr>
            <a:xfrm flipH="1">
              <a:off x="11893359" y="1806510"/>
              <a:ext cx="313200" cy="9576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478" name="Google Shape;478;p17"/>
            <p:cNvCxnSpPr>
              <a:stCxn id="479" idx="7"/>
              <a:endCxn id="480" idx="1"/>
            </p:cNvCxnSpPr>
            <p:nvPr/>
          </p:nvCxnSpPr>
          <p:spPr>
            <a:xfrm rot="10800000">
              <a:off x="8117500" y="3321935"/>
              <a:ext cx="642600" cy="11061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481" name="Google Shape;481;p17"/>
            <p:cNvCxnSpPr>
              <a:endCxn id="482" idx="6"/>
            </p:cNvCxnSpPr>
            <p:nvPr/>
          </p:nvCxnSpPr>
          <p:spPr>
            <a:xfrm rot="10800000">
              <a:off x="11941816" y="350876"/>
              <a:ext cx="294300" cy="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483" name="Google Shape;483;p17"/>
            <p:cNvCxnSpPr>
              <a:stCxn id="479" idx="0"/>
              <a:endCxn id="438" idx="3"/>
            </p:cNvCxnSpPr>
            <p:nvPr/>
          </p:nvCxnSpPr>
          <p:spPr>
            <a:xfrm flipH="1" rot="10800000">
              <a:off x="8839331" y="3056616"/>
              <a:ext cx="575700" cy="13386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484" name="Google Shape;484;p17"/>
            <p:cNvCxnSpPr>
              <a:stCxn id="485" idx="0"/>
              <a:endCxn id="486" idx="0"/>
            </p:cNvCxnSpPr>
            <p:nvPr/>
          </p:nvCxnSpPr>
          <p:spPr>
            <a:xfrm rot="10800000">
              <a:off x="10593667" y="3434199"/>
              <a:ext cx="970500" cy="11166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487" name="Google Shape;487;p17"/>
            <p:cNvCxnSpPr>
              <a:stCxn id="485" idx="1"/>
              <a:endCxn id="477" idx="0"/>
            </p:cNvCxnSpPr>
            <p:nvPr/>
          </p:nvCxnSpPr>
          <p:spPr>
            <a:xfrm flipH="1" rot="10800000">
              <a:off x="11616988" y="2982978"/>
              <a:ext cx="228900" cy="15897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488" name="Google Shape;488;p17"/>
            <p:cNvCxnSpPr>
              <a:stCxn id="477" idx="2"/>
              <a:endCxn id="442" idx="6"/>
            </p:cNvCxnSpPr>
            <p:nvPr/>
          </p:nvCxnSpPr>
          <p:spPr>
            <a:xfrm rot="10800000">
              <a:off x="10423902" y="2605722"/>
              <a:ext cx="1336200" cy="2439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489" name="Google Shape;489;p17"/>
            <p:cNvCxnSpPr>
              <a:stCxn id="475" idx="2"/>
              <a:endCxn id="471" idx="6"/>
            </p:cNvCxnSpPr>
            <p:nvPr/>
          </p:nvCxnSpPr>
          <p:spPr>
            <a:xfrm rot="10800000">
              <a:off x="11098059" y="1194809"/>
              <a:ext cx="1050000" cy="5238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490" name="Google Shape;490;p17"/>
            <p:cNvCxnSpPr>
              <a:stCxn id="482" idx="1"/>
              <a:endCxn id="471" idx="5"/>
            </p:cNvCxnSpPr>
            <p:nvPr/>
          </p:nvCxnSpPr>
          <p:spPr>
            <a:xfrm flipH="1">
              <a:off x="11050635" y="430107"/>
              <a:ext cx="699900" cy="6933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491" name="Google Shape;491;p17"/>
            <p:cNvCxnSpPr>
              <a:stCxn id="482" idx="3"/>
              <a:endCxn id="492" idx="1"/>
            </p:cNvCxnSpPr>
            <p:nvPr/>
          </p:nvCxnSpPr>
          <p:spPr>
            <a:xfrm rot="10800000">
              <a:off x="10480635" y="1645"/>
              <a:ext cx="1269900" cy="2700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493" name="Google Shape;493;p17"/>
            <p:cNvCxnSpPr>
              <a:stCxn id="471" idx="4"/>
              <a:endCxn id="492" idx="2"/>
            </p:cNvCxnSpPr>
            <p:nvPr/>
          </p:nvCxnSpPr>
          <p:spPr>
            <a:xfrm rot="10800000">
              <a:off x="10369008" y="523"/>
              <a:ext cx="597600" cy="11058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494" name="Google Shape;494;p17"/>
            <p:cNvCxnSpPr>
              <a:stCxn id="467" idx="5"/>
              <a:endCxn id="492" idx="0"/>
            </p:cNvCxnSpPr>
            <p:nvPr/>
          </p:nvCxnSpPr>
          <p:spPr>
            <a:xfrm flipH="1" rot="10800000">
              <a:off x="9322069" y="-377"/>
              <a:ext cx="935100" cy="3459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495" name="Google Shape;495;p17"/>
            <p:cNvCxnSpPr>
              <a:stCxn id="482" idx="7"/>
              <a:endCxn id="475" idx="3"/>
            </p:cNvCxnSpPr>
            <p:nvPr/>
          </p:nvCxnSpPr>
          <p:spPr>
            <a:xfrm>
              <a:off x="11908997" y="430107"/>
              <a:ext cx="270900" cy="12411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496" name="Google Shape;496;p17"/>
            <p:cNvCxnSpPr>
              <a:stCxn id="433" idx="7"/>
              <a:endCxn id="440" idx="3"/>
            </p:cNvCxnSpPr>
            <p:nvPr/>
          </p:nvCxnSpPr>
          <p:spPr>
            <a:xfrm>
              <a:off x="7803038" y="570688"/>
              <a:ext cx="1424400" cy="9777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497" name="Google Shape;497;p17"/>
            <p:cNvCxnSpPr>
              <a:endCxn id="482" idx="4"/>
            </p:cNvCxnSpPr>
            <p:nvPr/>
          </p:nvCxnSpPr>
          <p:spPr>
            <a:xfrm flipH="1">
              <a:off x="11829766" y="9026"/>
              <a:ext cx="14400" cy="229800"/>
            </a:xfrm>
            <a:prstGeom prst="straightConnector1">
              <a:avLst/>
            </a:prstGeom>
            <a:noFill/>
            <a:ln cap="flat" cmpd="sng" w="9525">
              <a:solidFill>
                <a:schemeClr val="lt1">
                  <a:alpha val="8627"/>
                </a:schemeClr>
              </a:solidFill>
              <a:prstDash val="solid"/>
              <a:round/>
              <a:headEnd len="sm" w="sm" type="none"/>
              <a:tailEnd len="sm" w="sm" type="none"/>
            </a:ln>
          </p:spPr>
        </p:cxnSp>
        <p:sp>
          <p:nvSpPr>
            <p:cNvPr id="410" name="Google Shape;410;p17"/>
            <p:cNvSpPr/>
            <p:nvPr/>
          </p:nvSpPr>
          <p:spPr>
            <a:xfrm flipH="1" rot="-9762329">
              <a:off x="3282482" y="2770778"/>
              <a:ext cx="224029" cy="224029"/>
            </a:xfrm>
            <a:prstGeom prst="ellipse">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444" name="Google Shape;444;p17"/>
            <p:cNvSpPr/>
            <p:nvPr/>
          </p:nvSpPr>
          <p:spPr>
            <a:xfrm flipH="1" rot="10800000">
              <a:off x="2747608" y="1509304"/>
              <a:ext cx="236100" cy="236100"/>
            </a:xfrm>
            <a:prstGeom prst="ellipse">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409" name="Google Shape;409;p17"/>
            <p:cNvSpPr/>
            <p:nvPr/>
          </p:nvSpPr>
          <p:spPr>
            <a:xfrm flipH="1" rot="10800000">
              <a:off x="1393233" y="1713746"/>
              <a:ext cx="224100" cy="224100"/>
            </a:xfrm>
            <a:prstGeom prst="ellipse">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448" name="Google Shape;448;p17"/>
            <p:cNvSpPr/>
            <p:nvPr/>
          </p:nvSpPr>
          <p:spPr>
            <a:xfrm flipH="1" rot="10800000">
              <a:off x="1898758" y="683579"/>
              <a:ext cx="149400" cy="149400"/>
            </a:xfrm>
            <a:prstGeom prst="ellipse">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426" name="Google Shape;426;p17"/>
            <p:cNvSpPr/>
            <p:nvPr/>
          </p:nvSpPr>
          <p:spPr>
            <a:xfrm flipH="1" rot="10800000">
              <a:off x="3677624" y="568504"/>
              <a:ext cx="224100" cy="224100"/>
            </a:xfrm>
            <a:prstGeom prst="ellipse">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414" name="Google Shape;414;p17"/>
            <p:cNvSpPr/>
            <p:nvPr/>
          </p:nvSpPr>
          <p:spPr>
            <a:xfrm flipH="1" rot="10800000">
              <a:off x="5036983" y="880874"/>
              <a:ext cx="236100" cy="236100"/>
            </a:xfrm>
            <a:prstGeom prst="ellipse">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431" name="Google Shape;431;p17"/>
            <p:cNvSpPr/>
            <p:nvPr/>
          </p:nvSpPr>
          <p:spPr>
            <a:xfrm flipH="1" rot="10800000">
              <a:off x="6168345" y="1141686"/>
              <a:ext cx="149400" cy="149400"/>
            </a:xfrm>
            <a:prstGeom prst="ellipse">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423" name="Google Shape;423;p17"/>
            <p:cNvSpPr/>
            <p:nvPr/>
          </p:nvSpPr>
          <p:spPr>
            <a:xfrm flipH="1" rot="10800000">
              <a:off x="6173566" y="2159692"/>
              <a:ext cx="224100" cy="224100"/>
            </a:xfrm>
            <a:prstGeom prst="ellipse">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435" name="Google Shape;435;p17"/>
            <p:cNvSpPr/>
            <p:nvPr/>
          </p:nvSpPr>
          <p:spPr>
            <a:xfrm flipH="1" rot="10800000">
              <a:off x="7625759" y="1610125"/>
              <a:ext cx="224100" cy="224100"/>
            </a:xfrm>
            <a:prstGeom prst="ellipse">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433" name="Google Shape;433;p17"/>
            <p:cNvSpPr/>
            <p:nvPr/>
          </p:nvSpPr>
          <p:spPr>
            <a:xfrm flipH="1" rot="10800000">
              <a:off x="7675517" y="443167"/>
              <a:ext cx="149400" cy="149400"/>
            </a:xfrm>
            <a:prstGeom prst="ellipse">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467" name="Google Shape;467;p17"/>
            <p:cNvSpPr/>
            <p:nvPr/>
          </p:nvSpPr>
          <p:spPr>
            <a:xfrm flipH="1" rot="10800000">
              <a:off x="9130788" y="312704"/>
              <a:ext cx="224100" cy="224100"/>
            </a:xfrm>
            <a:prstGeom prst="ellipse">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482" name="Google Shape;482;p17"/>
            <p:cNvSpPr/>
            <p:nvPr/>
          </p:nvSpPr>
          <p:spPr>
            <a:xfrm flipH="1" rot="10800000">
              <a:off x="11717716" y="238826"/>
              <a:ext cx="224100" cy="224100"/>
            </a:xfrm>
            <a:prstGeom prst="ellipse">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475" name="Google Shape;475;p17"/>
            <p:cNvSpPr/>
            <p:nvPr/>
          </p:nvSpPr>
          <p:spPr>
            <a:xfrm flipH="1" rot="-10118695">
              <a:off x="12146598" y="1658648"/>
              <a:ext cx="149323" cy="149323"/>
            </a:xfrm>
            <a:prstGeom prst="ellipse">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477" name="Google Shape;477;p17"/>
            <p:cNvSpPr/>
            <p:nvPr/>
          </p:nvSpPr>
          <p:spPr>
            <a:xfrm flipH="1" rot="-10062745">
              <a:off x="11757535" y="2761405"/>
              <a:ext cx="224135" cy="224135"/>
            </a:xfrm>
            <a:prstGeom prst="ellipse">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471" name="Google Shape;471;p17"/>
            <p:cNvSpPr/>
            <p:nvPr/>
          </p:nvSpPr>
          <p:spPr>
            <a:xfrm flipH="1" rot="10137654">
              <a:off x="10876035" y="1104250"/>
              <a:ext cx="224046" cy="224046"/>
            </a:xfrm>
            <a:prstGeom prst="ellipse">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440" name="Google Shape;440;p17"/>
            <p:cNvSpPr/>
            <p:nvPr/>
          </p:nvSpPr>
          <p:spPr>
            <a:xfrm flipH="1" rot="10800000">
              <a:off x="9194632" y="1515665"/>
              <a:ext cx="224100" cy="224100"/>
            </a:xfrm>
            <a:prstGeom prst="ellipse">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442" name="Google Shape;442;p17"/>
            <p:cNvSpPr/>
            <p:nvPr/>
          </p:nvSpPr>
          <p:spPr>
            <a:xfrm flipH="1" rot="10800000">
              <a:off x="10274387" y="2531123"/>
              <a:ext cx="149400" cy="149400"/>
            </a:xfrm>
            <a:prstGeom prst="ellipse">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415" name="Google Shape;415;p17"/>
            <p:cNvSpPr/>
            <p:nvPr/>
          </p:nvSpPr>
          <p:spPr>
            <a:xfrm flipH="1" rot="10800000">
              <a:off x="3780028" y="1301333"/>
              <a:ext cx="224100" cy="224100"/>
            </a:xfrm>
            <a:prstGeom prst="ellipse">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418" name="Google Shape;418;p17"/>
            <p:cNvSpPr/>
            <p:nvPr/>
          </p:nvSpPr>
          <p:spPr>
            <a:xfrm flipH="1" rot="10800000">
              <a:off x="4938273" y="2119792"/>
              <a:ext cx="149400" cy="149400"/>
            </a:xfrm>
            <a:prstGeom prst="ellipse">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412" name="Google Shape;412;p17"/>
            <p:cNvSpPr/>
            <p:nvPr/>
          </p:nvSpPr>
          <p:spPr>
            <a:xfrm flipH="1" rot="10800000">
              <a:off x="3888828" y="2078140"/>
              <a:ext cx="149400" cy="149400"/>
            </a:xfrm>
            <a:prstGeom prst="ellipse">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cxnSp>
          <p:nvCxnSpPr>
            <p:cNvPr id="498" name="Google Shape;498;p17"/>
            <p:cNvCxnSpPr>
              <a:stCxn id="412" idx="2"/>
              <a:endCxn id="444" idx="7"/>
            </p:cNvCxnSpPr>
            <p:nvPr/>
          </p:nvCxnSpPr>
          <p:spPr>
            <a:xfrm rot="10800000">
              <a:off x="2949228" y="1710940"/>
              <a:ext cx="939600" cy="4419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499" name="Google Shape;499;p17"/>
            <p:cNvCxnSpPr>
              <a:stCxn id="409" idx="4"/>
              <a:endCxn id="448" idx="1"/>
            </p:cNvCxnSpPr>
            <p:nvPr/>
          </p:nvCxnSpPr>
          <p:spPr>
            <a:xfrm flipH="1" rot="10800000">
              <a:off x="1505283" y="811046"/>
              <a:ext cx="415500" cy="902700"/>
            </a:xfrm>
            <a:prstGeom prst="straightConnector1">
              <a:avLst/>
            </a:prstGeom>
            <a:noFill/>
            <a:ln cap="flat" cmpd="sng" w="9525">
              <a:solidFill>
                <a:schemeClr val="lt1">
                  <a:alpha val="8627"/>
                </a:schemeClr>
              </a:solidFill>
              <a:prstDash val="solid"/>
              <a:round/>
              <a:headEnd len="sm" w="sm" type="none"/>
              <a:tailEnd len="sm" w="sm" type="none"/>
            </a:ln>
          </p:spPr>
        </p:cxnSp>
        <p:sp>
          <p:nvSpPr>
            <p:cNvPr id="451" name="Google Shape;451;p17"/>
            <p:cNvSpPr/>
            <p:nvPr/>
          </p:nvSpPr>
          <p:spPr>
            <a:xfrm flipH="1" rot="10800000">
              <a:off x="435217" y="863661"/>
              <a:ext cx="149400" cy="149400"/>
            </a:xfrm>
            <a:prstGeom prst="ellipse">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cxnSp>
          <p:nvCxnSpPr>
            <p:cNvPr id="500" name="Google Shape;500;p17"/>
            <p:cNvCxnSpPr>
              <a:stCxn id="451" idx="3"/>
            </p:cNvCxnSpPr>
            <p:nvPr/>
          </p:nvCxnSpPr>
          <p:spPr>
            <a:xfrm rot="10800000">
              <a:off x="14296" y="20940"/>
              <a:ext cx="442800" cy="8646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501" name="Google Shape;501;p17"/>
            <p:cNvCxnSpPr>
              <a:stCxn id="451" idx="2"/>
            </p:cNvCxnSpPr>
            <p:nvPr/>
          </p:nvCxnSpPr>
          <p:spPr>
            <a:xfrm rot="10800000">
              <a:off x="-27383" y="832161"/>
              <a:ext cx="462600" cy="1062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502" name="Google Shape;502;p17"/>
            <p:cNvCxnSpPr>
              <a:stCxn id="451" idx="1"/>
            </p:cNvCxnSpPr>
            <p:nvPr/>
          </p:nvCxnSpPr>
          <p:spPr>
            <a:xfrm flipH="1">
              <a:off x="-27404" y="991182"/>
              <a:ext cx="484500" cy="4965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503" name="Google Shape;503;p17"/>
            <p:cNvCxnSpPr>
              <a:endCxn id="409" idx="2"/>
            </p:cNvCxnSpPr>
            <p:nvPr/>
          </p:nvCxnSpPr>
          <p:spPr>
            <a:xfrm flipH="1" rot="10800000">
              <a:off x="42633" y="1825796"/>
              <a:ext cx="1350600" cy="177600"/>
            </a:xfrm>
            <a:prstGeom prst="straightConnector1">
              <a:avLst/>
            </a:prstGeom>
            <a:noFill/>
            <a:ln cap="flat" cmpd="sng" w="9525">
              <a:solidFill>
                <a:schemeClr val="lt1">
                  <a:alpha val="8627"/>
                </a:schemeClr>
              </a:solidFill>
              <a:prstDash val="solid"/>
              <a:round/>
              <a:headEnd len="sm" w="sm" type="none"/>
              <a:tailEnd len="sm" w="sm" type="none"/>
            </a:ln>
          </p:spPr>
        </p:cxnSp>
        <p:sp>
          <p:nvSpPr>
            <p:cNvPr id="461" name="Google Shape;461;p17"/>
            <p:cNvSpPr/>
            <p:nvPr/>
          </p:nvSpPr>
          <p:spPr>
            <a:xfrm flipH="1" rot="10800000">
              <a:off x="6507935" y="-75438"/>
              <a:ext cx="149400" cy="149400"/>
            </a:xfrm>
            <a:prstGeom prst="chord">
              <a:avLst>
                <a:gd fmla="val 10550803" name="adj1"/>
                <a:gd fmla="val 185318" name="adj2"/>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492" name="Google Shape;492;p17"/>
            <p:cNvSpPr/>
            <p:nvPr/>
          </p:nvSpPr>
          <p:spPr>
            <a:xfrm flipH="1" rot="10800000">
              <a:off x="10256792" y="-104361"/>
              <a:ext cx="224100" cy="224100"/>
            </a:xfrm>
            <a:prstGeom prst="chord">
              <a:avLst>
                <a:gd fmla="val 10550803" name="adj1"/>
                <a:gd fmla="val 185318" name="adj2"/>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cxnSp>
          <p:nvCxnSpPr>
            <p:cNvPr id="504" name="Google Shape;504;p17"/>
            <p:cNvCxnSpPr>
              <a:stCxn id="461" idx="1"/>
              <a:endCxn id="433" idx="3"/>
            </p:cNvCxnSpPr>
            <p:nvPr/>
          </p:nvCxnSpPr>
          <p:spPr>
            <a:xfrm>
              <a:off x="6657226" y="-4763"/>
              <a:ext cx="1040100" cy="4698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505" name="Google Shape;505;p17"/>
            <p:cNvCxnSpPr>
              <a:endCxn id="506" idx="1"/>
            </p:cNvCxnSpPr>
            <p:nvPr/>
          </p:nvCxnSpPr>
          <p:spPr>
            <a:xfrm flipH="1">
              <a:off x="11505581" y="5340993"/>
              <a:ext cx="674400" cy="3966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507" name="Google Shape;507;p17"/>
            <p:cNvCxnSpPr>
              <a:endCxn id="485" idx="2"/>
            </p:cNvCxnSpPr>
            <p:nvPr/>
          </p:nvCxnSpPr>
          <p:spPr>
            <a:xfrm flipH="1">
              <a:off x="11638867" y="4354899"/>
              <a:ext cx="670200" cy="2706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508" name="Google Shape;508;p17"/>
            <p:cNvCxnSpPr>
              <a:stCxn id="506" idx="0"/>
              <a:endCxn id="485" idx="4"/>
            </p:cNvCxnSpPr>
            <p:nvPr/>
          </p:nvCxnSpPr>
          <p:spPr>
            <a:xfrm flipH="1" rot="10800000">
              <a:off x="11422107" y="4700117"/>
              <a:ext cx="142200" cy="10029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509" name="Google Shape;509;p17"/>
            <p:cNvCxnSpPr>
              <a:stCxn id="486" idx="2"/>
              <a:endCxn id="510" idx="1"/>
            </p:cNvCxnSpPr>
            <p:nvPr/>
          </p:nvCxnSpPr>
          <p:spPr>
            <a:xfrm>
              <a:off x="10451267" y="3503200"/>
              <a:ext cx="31500" cy="6933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511" name="Google Shape;511;p17"/>
            <p:cNvCxnSpPr>
              <a:stCxn id="506" idx="7"/>
              <a:endCxn id="510" idx="3"/>
            </p:cNvCxnSpPr>
            <p:nvPr/>
          </p:nvCxnSpPr>
          <p:spPr>
            <a:xfrm rot="10800000">
              <a:off x="10482733" y="4354893"/>
              <a:ext cx="855900" cy="13827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512" name="Google Shape;512;p17"/>
            <p:cNvCxnSpPr>
              <a:endCxn id="485" idx="3"/>
            </p:cNvCxnSpPr>
            <p:nvPr/>
          </p:nvCxnSpPr>
          <p:spPr>
            <a:xfrm rot="10800000">
              <a:off x="11616988" y="4678320"/>
              <a:ext cx="692400" cy="4095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513" name="Google Shape;513;p17"/>
            <p:cNvCxnSpPr>
              <a:stCxn id="485" idx="6"/>
              <a:endCxn id="510" idx="2"/>
            </p:cNvCxnSpPr>
            <p:nvPr/>
          </p:nvCxnSpPr>
          <p:spPr>
            <a:xfrm rot="10800000">
              <a:off x="10515667" y="4275699"/>
              <a:ext cx="973800" cy="3498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514" name="Google Shape;514;p17"/>
            <p:cNvCxnSpPr>
              <a:stCxn id="515" idx="0"/>
              <a:endCxn id="510" idx="4"/>
            </p:cNvCxnSpPr>
            <p:nvPr/>
          </p:nvCxnSpPr>
          <p:spPr>
            <a:xfrm flipH="1" rot="10800000">
              <a:off x="10334095" y="4387705"/>
              <a:ext cx="69600" cy="11412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516" name="Google Shape;516;p17"/>
            <p:cNvCxnSpPr>
              <a:stCxn id="517" idx="1"/>
              <a:endCxn id="510" idx="5"/>
            </p:cNvCxnSpPr>
            <p:nvPr/>
          </p:nvCxnSpPr>
          <p:spPr>
            <a:xfrm flipH="1" rot="10800000">
              <a:off x="8879744" y="4354953"/>
              <a:ext cx="1444500" cy="13038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518" name="Google Shape;518;p17"/>
            <p:cNvCxnSpPr>
              <a:stCxn id="517" idx="0"/>
              <a:endCxn id="479" idx="4"/>
            </p:cNvCxnSpPr>
            <p:nvPr/>
          </p:nvCxnSpPr>
          <p:spPr>
            <a:xfrm flipH="1" rot="10800000">
              <a:off x="8826923" y="4619274"/>
              <a:ext cx="12300" cy="10176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519" name="Google Shape;519;p17"/>
            <p:cNvCxnSpPr>
              <a:stCxn id="479" idx="2"/>
              <a:endCxn id="510" idx="6"/>
            </p:cNvCxnSpPr>
            <p:nvPr/>
          </p:nvCxnSpPr>
          <p:spPr>
            <a:xfrm flipH="1" rot="10800000">
              <a:off x="8951381" y="4275666"/>
              <a:ext cx="1340100" cy="2316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520" name="Google Shape;520;p17"/>
            <p:cNvCxnSpPr>
              <a:stCxn id="479" idx="7"/>
              <a:endCxn id="521" idx="2"/>
            </p:cNvCxnSpPr>
            <p:nvPr/>
          </p:nvCxnSpPr>
          <p:spPr>
            <a:xfrm rot="10800000">
              <a:off x="6683200" y="3221135"/>
              <a:ext cx="2076900" cy="12069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522" name="Google Shape;522;p17"/>
            <p:cNvCxnSpPr>
              <a:stCxn id="479" idx="6"/>
              <a:endCxn id="523" idx="2"/>
            </p:cNvCxnSpPr>
            <p:nvPr/>
          </p:nvCxnSpPr>
          <p:spPr>
            <a:xfrm flipH="1">
              <a:off x="7382381" y="4507266"/>
              <a:ext cx="1344900" cy="945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524" name="Google Shape;524;p17"/>
            <p:cNvCxnSpPr>
              <a:stCxn id="523" idx="7"/>
              <a:endCxn id="521" idx="3"/>
            </p:cNvCxnSpPr>
            <p:nvPr/>
          </p:nvCxnSpPr>
          <p:spPr>
            <a:xfrm rot="10800000">
              <a:off x="6661427" y="3274195"/>
              <a:ext cx="529800" cy="12483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525" name="Google Shape;525;p17"/>
            <p:cNvCxnSpPr>
              <a:stCxn id="438" idx="1"/>
              <a:endCxn id="510" idx="0"/>
            </p:cNvCxnSpPr>
            <p:nvPr/>
          </p:nvCxnSpPr>
          <p:spPr>
            <a:xfrm>
              <a:off x="9564539" y="3108449"/>
              <a:ext cx="839100" cy="10554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526" name="Google Shape;526;p17"/>
            <p:cNvCxnSpPr>
              <a:endCxn id="506" idx="3"/>
            </p:cNvCxnSpPr>
            <p:nvPr/>
          </p:nvCxnSpPr>
          <p:spPr>
            <a:xfrm rot="10800000">
              <a:off x="11505581" y="5904541"/>
              <a:ext cx="674400" cy="3279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527" name="Google Shape;527;p17"/>
            <p:cNvCxnSpPr>
              <a:stCxn id="515" idx="2"/>
              <a:endCxn id="506" idx="6"/>
            </p:cNvCxnSpPr>
            <p:nvPr/>
          </p:nvCxnSpPr>
          <p:spPr>
            <a:xfrm>
              <a:off x="10408795" y="5603605"/>
              <a:ext cx="895200" cy="2175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528" name="Google Shape;528;p17"/>
            <p:cNvCxnSpPr>
              <a:stCxn id="529" idx="0"/>
              <a:endCxn id="506" idx="5"/>
            </p:cNvCxnSpPr>
            <p:nvPr/>
          </p:nvCxnSpPr>
          <p:spPr>
            <a:xfrm flipH="1" rot="10800000">
              <a:off x="10069009" y="5904539"/>
              <a:ext cx="1269600" cy="9216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530" name="Google Shape;530;p17"/>
            <p:cNvCxnSpPr>
              <a:endCxn id="506" idx="4"/>
            </p:cNvCxnSpPr>
            <p:nvPr/>
          </p:nvCxnSpPr>
          <p:spPr>
            <a:xfrm rot="10800000">
              <a:off x="11422107" y="5939117"/>
              <a:ext cx="272100" cy="9105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531" name="Google Shape;531;p17"/>
            <p:cNvCxnSpPr>
              <a:stCxn id="529" idx="2"/>
              <a:endCxn id="515" idx="4"/>
            </p:cNvCxnSpPr>
            <p:nvPr/>
          </p:nvCxnSpPr>
          <p:spPr>
            <a:xfrm flipH="1" rot="10800000">
              <a:off x="9994461" y="5678247"/>
              <a:ext cx="339600" cy="11472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532" name="Google Shape;532;p17"/>
            <p:cNvCxnSpPr>
              <a:stCxn id="517" idx="2"/>
              <a:endCxn id="515" idx="6"/>
            </p:cNvCxnSpPr>
            <p:nvPr/>
          </p:nvCxnSpPr>
          <p:spPr>
            <a:xfrm flipH="1" rot="10800000">
              <a:off x="8901623" y="5603574"/>
              <a:ext cx="1357800" cy="1080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533" name="Google Shape;533;p17"/>
            <p:cNvCxnSpPr>
              <a:stCxn id="517" idx="4"/>
            </p:cNvCxnSpPr>
            <p:nvPr/>
          </p:nvCxnSpPr>
          <p:spPr>
            <a:xfrm flipH="1">
              <a:off x="8785523" y="5786274"/>
              <a:ext cx="41400" cy="10425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534" name="Google Shape;534;p17"/>
            <p:cNvCxnSpPr>
              <a:stCxn id="535" idx="3"/>
            </p:cNvCxnSpPr>
            <p:nvPr/>
          </p:nvCxnSpPr>
          <p:spPr>
            <a:xfrm>
              <a:off x="7413533" y="5883918"/>
              <a:ext cx="565500" cy="9588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536" name="Google Shape;536;p17"/>
            <p:cNvCxnSpPr>
              <a:stCxn id="535" idx="2"/>
              <a:endCxn id="517" idx="6"/>
            </p:cNvCxnSpPr>
            <p:nvPr/>
          </p:nvCxnSpPr>
          <p:spPr>
            <a:xfrm flipH="1" rot="10800000">
              <a:off x="7446352" y="5711687"/>
              <a:ext cx="1305900" cy="930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537" name="Google Shape;537;p17"/>
            <p:cNvCxnSpPr>
              <a:stCxn id="523" idx="4"/>
              <a:endCxn id="535" idx="0"/>
            </p:cNvCxnSpPr>
            <p:nvPr/>
          </p:nvCxnSpPr>
          <p:spPr>
            <a:xfrm>
              <a:off x="7270458" y="4713776"/>
              <a:ext cx="63900" cy="9789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538" name="Google Shape;538;p17"/>
            <p:cNvCxnSpPr>
              <a:stCxn id="539" idx="3"/>
              <a:endCxn id="535" idx="7"/>
            </p:cNvCxnSpPr>
            <p:nvPr/>
          </p:nvCxnSpPr>
          <p:spPr>
            <a:xfrm>
              <a:off x="5681996" y="5075747"/>
              <a:ext cx="1573200" cy="6498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540" name="Google Shape;540;p17"/>
            <p:cNvCxnSpPr>
              <a:stCxn id="539" idx="2"/>
              <a:endCxn id="523" idx="6"/>
            </p:cNvCxnSpPr>
            <p:nvPr/>
          </p:nvCxnSpPr>
          <p:spPr>
            <a:xfrm flipH="1" rot="10800000">
              <a:off x="5699032" y="4601718"/>
              <a:ext cx="1459500" cy="3900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541" name="Google Shape;541;p17"/>
            <p:cNvCxnSpPr>
              <a:stCxn id="539" idx="1"/>
              <a:endCxn id="521" idx="4"/>
            </p:cNvCxnSpPr>
            <p:nvPr/>
          </p:nvCxnSpPr>
          <p:spPr>
            <a:xfrm flipH="1" rot="10800000">
              <a:off x="5651661" y="3296054"/>
              <a:ext cx="957000" cy="16242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542" name="Google Shape;542;p17"/>
            <p:cNvCxnSpPr>
              <a:stCxn id="543" idx="1"/>
              <a:endCxn id="521" idx="5"/>
            </p:cNvCxnSpPr>
            <p:nvPr/>
          </p:nvCxnSpPr>
          <p:spPr>
            <a:xfrm flipH="1" rot="10800000">
              <a:off x="4477852" y="3274185"/>
              <a:ext cx="2077800" cy="17727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544" name="Google Shape;544;p17"/>
            <p:cNvCxnSpPr>
              <a:stCxn id="543" idx="0"/>
              <a:endCxn id="545" idx="4"/>
            </p:cNvCxnSpPr>
            <p:nvPr/>
          </p:nvCxnSpPr>
          <p:spPr>
            <a:xfrm flipH="1" rot="10800000">
              <a:off x="4430398" y="4043650"/>
              <a:ext cx="58500" cy="9714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546" name="Google Shape;546;p17"/>
            <p:cNvCxnSpPr>
              <a:stCxn id="547" idx="0"/>
              <a:endCxn id="548" idx="4"/>
            </p:cNvCxnSpPr>
            <p:nvPr/>
          </p:nvCxnSpPr>
          <p:spPr>
            <a:xfrm flipH="1" rot="10800000">
              <a:off x="2274954" y="3873632"/>
              <a:ext cx="236100" cy="11538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549" name="Google Shape;549;p17"/>
            <p:cNvCxnSpPr>
              <a:stCxn id="550" idx="7"/>
              <a:endCxn id="548" idx="5"/>
            </p:cNvCxnSpPr>
            <p:nvPr/>
          </p:nvCxnSpPr>
          <p:spPr>
            <a:xfrm flipH="1" rot="10800000">
              <a:off x="1153455" y="3840620"/>
              <a:ext cx="1278300" cy="7167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551" name="Google Shape;551;p17"/>
            <p:cNvCxnSpPr>
              <a:endCxn id="547" idx="6"/>
            </p:cNvCxnSpPr>
            <p:nvPr/>
          </p:nvCxnSpPr>
          <p:spPr>
            <a:xfrm flipH="1" rot="10800000">
              <a:off x="1109304" y="5139482"/>
              <a:ext cx="1053600" cy="4206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552" name="Google Shape;552;p17"/>
            <p:cNvCxnSpPr>
              <a:stCxn id="553" idx="5"/>
              <a:endCxn id="554" idx="6"/>
            </p:cNvCxnSpPr>
            <p:nvPr/>
          </p:nvCxnSpPr>
          <p:spPr>
            <a:xfrm>
              <a:off x="1094257" y="5702158"/>
              <a:ext cx="1771500" cy="4776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555" name="Google Shape;555;p17"/>
            <p:cNvCxnSpPr>
              <a:endCxn id="554" idx="4"/>
            </p:cNvCxnSpPr>
            <p:nvPr/>
          </p:nvCxnSpPr>
          <p:spPr>
            <a:xfrm flipH="1" rot="10800000">
              <a:off x="2739148" y="6254490"/>
              <a:ext cx="201300" cy="5439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556" name="Google Shape;556;p17"/>
            <p:cNvCxnSpPr>
              <a:stCxn id="554" idx="3"/>
            </p:cNvCxnSpPr>
            <p:nvPr/>
          </p:nvCxnSpPr>
          <p:spPr>
            <a:xfrm>
              <a:off x="2993269" y="6232611"/>
              <a:ext cx="836400" cy="5658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557" name="Google Shape;557;p17"/>
            <p:cNvCxnSpPr>
              <a:stCxn id="554" idx="3"/>
              <a:endCxn id="558" idx="6"/>
            </p:cNvCxnSpPr>
            <p:nvPr/>
          </p:nvCxnSpPr>
          <p:spPr>
            <a:xfrm flipH="1" rot="10800000">
              <a:off x="2993269" y="6187911"/>
              <a:ext cx="1497000" cy="447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559" name="Google Shape;559;p17"/>
            <p:cNvCxnSpPr>
              <a:stCxn id="554" idx="1"/>
              <a:endCxn id="543" idx="5"/>
            </p:cNvCxnSpPr>
            <p:nvPr/>
          </p:nvCxnSpPr>
          <p:spPr>
            <a:xfrm flipH="1" rot="10800000">
              <a:off x="2993269" y="5129469"/>
              <a:ext cx="1360200" cy="9975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560" name="Google Shape;560;p17"/>
            <p:cNvCxnSpPr>
              <a:stCxn id="547" idx="2"/>
              <a:endCxn id="543" idx="6"/>
            </p:cNvCxnSpPr>
            <p:nvPr/>
          </p:nvCxnSpPr>
          <p:spPr>
            <a:xfrm flipH="1" rot="10800000">
              <a:off x="2387004" y="5073482"/>
              <a:ext cx="1955400" cy="660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561" name="Google Shape;561;p17"/>
            <p:cNvCxnSpPr>
              <a:stCxn id="548" idx="3"/>
              <a:endCxn id="543" idx="7"/>
            </p:cNvCxnSpPr>
            <p:nvPr/>
          </p:nvCxnSpPr>
          <p:spPr>
            <a:xfrm>
              <a:off x="2590341" y="3840674"/>
              <a:ext cx="1784100" cy="11853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562" name="Google Shape;562;p17"/>
            <p:cNvCxnSpPr>
              <a:stCxn id="548" idx="2"/>
              <a:endCxn id="545" idx="6"/>
            </p:cNvCxnSpPr>
            <p:nvPr/>
          </p:nvCxnSpPr>
          <p:spPr>
            <a:xfrm>
              <a:off x="2623160" y="3761443"/>
              <a:ext cx="1780200" cy="1488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563" name="Google Shape;563;p17"/>
            <p:cNvCxnSpPr>
              <a:stCxn id="545" idx="1"/>
              <a:endCxn id="521" idx="6"/>
            </p:cNvCxnSpPr>
            <p:nvPr/>
          </p:nvCxnSpPr>
          <p:spPr>
            <a:xfrm flipH="1" rot="10800000">
              <a:off x="4607056" y="3221265"/>
              <a:ext cx="1926900" cy="6522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564" name="Google Shape;564;p17"/>
            <p:cNvCxnSpPr>
              <a:stCxn id="543" idx="2"/>
              <a:endCxn id="539" idx="6"/>
            </p:cNvCxnSpPr>
            <p:nvPr/>
          </p:nvCxnSpPr>
          <p:spPr>
            <a:xfrm flipH="1" rot="10800000">
              <a:off x="4488898" y="5034551"/>
              <a:ext cx="990300" cy="684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565" name="Google Shape;565;p17"/>
            <p:cNvCxnSpPr>
              <a:stCxn id="558" idx="1"/>
              <a:endCxn id="539" idx="5"/>
            </p:cNvCxnSpPr>
            <p:nvPr/>
          </p:nvCxnSpPr>
          <p:spPr>
            <a:xfrm flipH="1" rot="10800000">
              <a:off x="4681459" y="5105975"/>
              <a:ext cx="845100" cy="10026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566" name="Google Shape;566;p17"/>
            <p:cNvCxnSpPr>
              <a:stCxn id="558" idx="3"/>
              <a:endCxn id="567" idx="1"/>
            </p:cNvCxnSpPr>
            <p:nvPr/>
          </p:nvCxnSpPr>
          <p:spPr>
            <a:xfrm>
              <a:off x="4681459" y="6267037"/>
              <a:ext cx="1470300" cy="5682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568" name="Google Shape;568;p17"/>
            <p:cNvCxnSpPr>
              <a:stCxn id="539" idx="4"/>
              <a:endCxn id="567" idx="2"/>
            </p:cNvCxnSpPr>
            <p:nvPr/>
          </p:nvCxnSpPr>
          <p:spPr>
            <a:xfrm>
              <a:off x="5610532" y="5123118"/>
              <a:ext cx="653100" cy="17130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569" name="Google Shape;569;p17"/>
            <p:cNvCxnSpPr>
              <a:stCxn id="535" idx="5"/>
              <a:endCxn id="567" idx="0"/>
            </p:cNvCxnSpPr>
            <p:nvPr/>
          </p:nvCxnSpPr>
          <p:spPr>
            <a:xfrm flipH="1">
              <a:off x="6375471" y="5883918"/>
              <a:ext cx="879600" cy="9534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570" name="Google Shape;570;p17"/>
            <p:cNvCxnSpPr>
              <a:stCxn id="558" idx="7"/>
              <a:endCxn id="543" idx="3"/>
            </p:cNvCxnSpPr>
            <p:nvPr/>
          </p:nvCxnSpPr>
          <p:spPr>
            <a:xfrm rot="10800000">
              <a:off x="4456997" y="5150375"/>
              <a:ext cx="66000" cy="9582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571" name="Google Shape;571;p17"/>
            <p:cNvCxnSpPr>
              <a:stCxn id="517" idx="7"/>
              <a:endCxn id="523" idx="3"/>
            </p:cNvCxnSpPr>
            <p:nvPr/>
          </p:nvCxnSpPr>
          <p:spPr>
            <a:xfrm rot="10800000">
              <a:off x="7349702" y="4681053"/>
              <a:ext cx="1424400" cy="9777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572" name="Google Shape;572;p17"/>
            <p:cNvCxnSpPr>
              <a:endCxn id="558" idx="4"/>
            </p:cNvCxnSpPr>
            <p:nvPr/>
          </p:nvCxnSpPr>
          <p:spPr>
            <a:xfrm flipH="1" rot="10800000">
              <a:off x="4489128" y="6299856"/>
              <a:ext cx="113100" cy="5460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573" name="Google Shape;573;p17"/>
            <p:cNvCxnSpPr>
              <a:stCxn id="554" idx="7"/>
              <a:endCxn id="547" idx="4"/>
            </p:cNvCxnSpPr>
            <p:nvPr/>
          </p:nvCxnSpPr>
          <p:spPr>
            <a:xfrm rot="10800000">
              <a:off x="2275027" y="5251569"/>
              <a:ext cx="612600" cy="875400"/>
            </a:xfrm>
            <a:prstGeom prst="straightConnector1">
              <a:avLst/>
            </a:prstGeom>
            <a:noFill/>
            <a:ln cap="flat" cmpd="sng" w="9525">
              <a:solidFill>
                <a:schemeClr val="lt1">
                  <a:alpha val="8627"/>
                </a:schemeClr>
              </a:solidFill>
              <a:prstDash val="solid"/>
              <a:round/>
              <a:headEnd len="sm" w="sm" type="none"/>
              <a:tailEnd len="sm" w="sm" type="none"/>
            </a:ln>
          </p:spPr>
        </p:cxnSp>
        <p:sp>
          <p:nvSpPr>
            <p:cNvPr id="506" name="Google Shape;506;p17"/>
            <p:cNvSpPr/>
            <p:nvPr/>
          </p:nvSpPr>
          <p:spPr>
            <a:xfrm flipH="1">
              <a:off x="11304057" y="5703017"/>
              <a:ext cx="236100" cy="236100"/>
            </a:xfrm>
            <a:prstGeom prst="ellipse">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515" name="Google Shape;515;p17"/>
            <p:cNvSpPr/>
            <p:nvPr/>
          </p:nvSpPr>
          <p:spPr>
            <a:xfrm flipH="1">
              <a:off x="10259395" y="5528905"/>
              <a:ext cx="149400" cy="149400"/>
            </a:xfrm>
            <a:prstGeom prst="ellipse">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510" name="Google Shape;510;p17"/>
            <p:cNvSpPr/>
            <p:nvPr/>
          </p:nvSpPr>
          <p:spPr>
            <a:xfrm flipH="1">
              <a:off x="10291518" y="4163736"/>
              <a:ext cx="224100" cy="224100"/>
            </a:xfrm>
            <a:prstGeom prst="ellipse">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479" name="Google Shape;479;p17"/>
            <p:cNvSpPr/>
            <p:nvPr/>
          </p:nvSpPr>
          <p:spPr>
            <a:xfrm flipH="1">
              <a:off x="8727281" y="4395216"/>
              <a:ext cx="224100" cy="224100"/>
            </a:xfrm>
            <a:prstGeom prst="ellipse">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517" name="Google Shape;517;p17"/>
            <p:cNvSpPr/>
            <p:nvPr/>
          </p:nvSpPr>
          <p:spPr>
            <a:xfrm flipH="1">
              <a:off x="8752223" y="5636874"/>
              <a:ext cx="149400" cy="149400"/>
            </a:xfrm>
            <a:prstGeom prst="ellipse">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535" name="Google Shape;535;p17"/>
            <p:cNvSpPr/>
            <p:nvPr/>
          </p:nvSpPr>
          <p:spPr>
            <a:xfrm flipH="1">
              <a:off x="7222252" y="5692637"/>
              <a:ext cx="224100" cy="224100"/>
            </a:xfrm>
            <a:prstGeom prst="ellipse">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558" name="Google Shape;558;p17"/>
            <p:cNvSpPr/>
            <p:nvPr/>
          </p:nvSpPr>
          <p:spPr>
            <a:xfrm flipH="1">
              <a:off x="4490178" y="6075756"/>
              <a:ext cx="224100" cy="224100"/>
            </a:xfrm>
            <a:prstGeom prst="ellipse">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543" name="Google Shape;543;p17"/>
            <p:cNvSpPr/>
            <p:nvPr/>
          </p:nvSpPr>
          <p:spPr>
            <a:xfrm flipH="1" rot="681305">
              <a:off x="4341036" y="5013589"/>
              <a:ext cx="149323" cy="149323"/>
            </a:xfrm>
            <a:prstGeom prst="ellipse">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545" name="Google Shape;545;p17"/>
            <p:cNvSpPr/>
            <p:nvPr/>
          </p:nvSpPr>
          <p:spPr>
            <a:xfrm flipH="1" rot="737255">
              <a:off x="4400696" y="3821961"/>
              <a:ext cx="224135" cy="224135"/>
            </a:xfrm>
            <a:prstGeom prst="ellipse">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539" name="Google Shape;539;p17"/>
            <p:cNvSpPr/>
            <p:nvPr/>
          </p:nvSpPr>
          <p:spPr>
            <a:xfrm flipH="1" rot="-662346">
              <a:off x="5477059" y="4901145"/>
              <a:ext cx="224046" cy="224046"/>
            </a:xfrm>
            <a:prstGeom prst="ellipse">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523" name="Google Shape;523;p17"/>
            <p:cNvSpPr/>
            <p:nvPr/>
          </p:nvSpPr>
          <p:spPr>
            <a:xfrm flipH="1">
              <a:off x="7158408" y="4489676"/>
              <a:ext cx="224100" cy="224100"/>
            </a:xfrm>
            <a:prstGeom prst="ellipse">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521" name="Google Shape;521;p17"/>
            <p:cNvSpPr/>
            <p:nvPr/>
          </p:nvSpPr>
          <p:spPr>
            <a:xfrm flipH="1">
              <a:off x="6533826" y="3146530"/>
              <a:ext cx="149400" cy="149400"/>
            </a:xfrm>
            <a:prstGeom prst="ellipse">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548" name="Google Shape;548;p17"/>
            <p:cNvSpPr/>
            <p:nvPr/>
          </p:nvSpPr>
          <p:spPr>
            <a:xfrm flipH="1">
              <a:off x="2399060" y="3649393"/>
              <a:ext cx="224100" cy="224100"/>
            </a:xfrm>
            <a:prstGeom prst="ellipse">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547" name="Google Shape;547;p17"/>
            <p:cNvSpPr/>
            <p:nvPr/>
          </p:nvSpPr>
          <p:spPr>
            <a:xfrm flipH="1">
              <a:off x="2162904" y="5027432"/>
              <a:ext cx="224100" cy="224100"/>
            </a:xfrm>
            <a:prstGeom prst="ellipse">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554" name="Google Shape;554;p17"/>
            <p:cNvSpPr/>
            <p:nvPr/>
          </p:nvSpPr>
          <p:spPr>
            <a:xfrm flipH="1">
              <a:off x="2865748" y="6105090"/>
              <a:ext cx="149400" cy="149400"/>
            </a:xfrm>
            <a:prstGeom prst="ellipse">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485" name="Google Shape;485;p17"/>
            <p:cNvSpPr/>
            <p:nvPr/>
          </p:nvSpPr>
          <p:spPr>
            <a:xfrm flipH="1">
              <a:off x="11489467" y="4550799"/>
              <a:ext cx="149400" cy="149400"/>
            </a:xfrm>
            <a:prstGeom prst="ellipse">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529" name="Google Shape;529;p17"/>
            <p:cNvSpPr/>
            <p:nvPr/>
          </p:nvSpPr>
          <p:spPr>
            <a:xfrm flipH="1">
              <a:off x="9919805" y="6746029"/>
              <a:ext cx="149400" cy="149400"/>
            </a:xfrm>
            <a:prstGeom prst="chord">
              <a:avLst>
                <a:gd fmla="val 10550803" name="adj1"/>
                <a:gd fmla="val 185318" name="adj2"/>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567" name="Google Shape;567;p17"/>
            <p:cNvSpPr/>
            <p:nvPr/>
          </p:nvSpPr>
          <p:spPr>
            <a:xfrm flipH="1">
              <a:off x="6151539" y="6717004"/>
              <a:ext cx="224100" cy="224100"/>
            </a:xfrm>
            <a:prstGeom prst="chord">
              <a:avLst>
                <a:gd fmla="val 10550803" name="adj1"/>
                <a:gd fmla="val 185318" name="adj2"/>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cxnSp>
          <p:nvCxnSpPr>
            <p:cNvPr id="574" name="Google Shape;574;p17"/>
            <p:cNvCxnSpPr>
              <a:stCxn id="529" idx="1"/>
              <a:endCxn id="517" idx="3"/>
            </p:cNvCxnSpPr>
            <p:nvPr/>
          </p:nvCxnSpPr>
          <p:spPr>
            <a:xfrm rot="10800000">
              <a:off x="8879814" y="5764254"/>
              <a:ext cx="1040100" cy="10605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575" name="Google Shape;575;p17"/>
            <p:cNvCxnSpPr>
              <a:stCxn id="576" idx="6"/>
              <a:endCxn id="548" idx="6"/>
            </p:cNvCxnSpPr>
            <p:nvPr/>
          </p:nvCxnSpPr>
          <p:spPr>
            <a:xfrm>
              <a:off x="1249747" y="3691571"/>
              <a:ext cx="1149300" cy="699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577" name="Google Shape;577;p17"/>
            <p:cNvCxnSpPr>
              <a:stCxn id="578" idx="4"/>
              <a:endCxn id="550" idx="1"/>
            </p:cNvCxnSpPr>
            <p:nvPr/>
          </p:nvCxnSpPr>
          <p:spPr>
            <a:xfrm>
              <a:off x="181261" y="3694790"/>
              <a:ext cx="833400" cy="8625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579" name="Google Shape;579;p17"/>
            <p:cNvCxnSpPr>
              <a:stCxn id="550" idx="4"/>
              <a:endCxn id="553" idx="0"/>
            </p:cNvCxnSpPr>
            <p:nvPr/>
          </p:nvCxnSpPr>
          <p:spPr>
            <a:xfrm flipH="1">
              <a:off x="990188" y="4724787"/>
              <a:ext cx="93900" cy="7263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580" name="Google Shape;580;p17"/>
            <p:cNvCxnSpPr>
              <a:stCxn id="581" idx="3"/>
            </p:cNvCxnSpPr>
            <p:nvPr/>
          </p:nvCxnSpPr>
          <p:spPr>
            <a:xfrm flipH="1">
              <a:off x="994410" y="6664656"/>
              <a:ext cx="195300" cy="1932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582" name="Google Shape;582;p17"/>
            <p:cNvCxnSpPr>
              <a:stCxn id="581" idx="0"/>
              <a:endCxn id="553" idx="4"/>
            </p:cNvCxnSpPr>
            <p:nvPr/>
          </p:nvCxnSpPr>
          <p:spPr>
            <a:xfrm rot="10800000">
              <a:off x="990161" y="5745355"/>
              <a:ext cx="303600" cy="6681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583" name="Google Shape;583;p17"/>
            <p:cNvCxnSpPr>
              <a:stCxn id="584" idx="1"/>
              <a:endCxn id="578" idx="3"/>
            </p:cNvCxnSpPr>
            <p:nvPr/>
          </p:nvCxnSpPr>
          <p:spPr>
            <a:xfrm flipH="1" rot="10800000">
              <a:off x="7019" y="3684594"/>
              <a:ext cx="62100" cy="10395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585" name="Google Shape;585;p17"/>
            <p:cNvCxnSpPr>
              <a:stCxn id="553" idx="2"/>
              <a:endCxn id="584" idx="0"/>
            </p:cNvCxnSpPr>
            <p:nvPr/>
          </p:nvCxnSpPr>
          <p:spPr>
            <a:xfrm rot="10800000">
              <a:off x="4856" y="4947707"/>
              <a:ext cx="838200" cy="6504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586" name="Google Shape;586;p17"/>
            <p:cNvCxnSpPr>
              <a:stCxn id="581" idx="1"/>
            </p:cNvCxnSpPr>
            <p:nvPr/>
          </p:nvCxnSpPr>
          <p:spPr>
            <a:xfrm flipH="1">
              <a:off x="-90" y="6456554"/>
              <a:ext cx="1189800" cy="1905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587" name="Google Shape;587;p17"/>
            <p:cNvCxnSpPr>
              <a:stCxn id="548" idx="1"/>
              <a:endCxn id="410" idx="0"/>
            </p:cNvCxnSpPr>
            <p:nvPr/>
          </p:nvCxnSpPr>
          <p:spPr>
            <a:xfrm flipH="1" rot="10800000">
              <a:off x="2590341" y="2989812"/>
              <a:ext cx="771000" cy="6924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588" name="Google Shape;588;p17"/>
            <p:cNvCxnSpPr>
              <a:stCxn id="589" idx="6"/>
              <a:endCxn id="590" idx="2"/>
            </p:cNvCxnSpPr>
            <p:nvPr/>
          </p:nvCxnSpPr>
          <p:spPr>
            <a:xfrm>
              <a:off x="683730" y="2689189"/>
              <a:ext cx="1047000" cy="2610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591" name="Google Shape;591;p17"/>
            <p:cNvCxnSpPr>
              <a:stCxn id="578" idx="7"/>
              <a:endCxn id="589" idx="3"/>
            </p:cNvCxnSpPr>
            <p:nvPr/>
          </p:nvCxnSpPr>
          <p:spPr>
            <a:xfrm flipH="1" rot="10800000">
              <a:off x="206130" y="2793091"/>
              <a:ext cx="226500" cy="6309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592" name="Google Shape;592;p17"/>
            <p:cNvCxnSpPr>
              <a:stCxn id="578" idx="5"/>
              <a:endCxn id="576" idx="2"/>
            </p:cNvCxnSpPr>
            <p:nvPr/>
          </p:nvCxnSpPr>
          <p:spPr>
            <a:xfrm>
              <a:off x="267860" y="3622759"/>
              <a:ext cx="785700" cy="687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593" name="Google Shape;593;p17"/>
            <p:cNvCxnSpPr>
              <a:stCxn id="590" idx="3"/>
              <a:endCxn id="576" idx="7"/>
            </p:cNvCxnSpPr>
            <p:nvPr/>
          </p:nvCxnSpPr>
          <p:spPr>
            <a:xfrm flipH="1">
              <a:off x="1221038" y="3059856"/>
              <a:ext cx="555000" cy="5622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594" name="Google Shape;594;p17"/>
            <p:cNvCxnSpPr>
              <a:stCxn id="576" idx="4"/>
              <a:endCxn id="550" idx="0"/>
            </p:cNvCxnSpPr>
            <p:nvPr/>
          </p:nvCxnSpPr>
          <p:spPr>
            <a:xfrm flipH="1">
              <a:off x="1084147" y="3789671"/>
              <a:ext cx="67500" cy="7389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595" name="Google Shape;595;p17"/>
            <p:cNvCxnSpPr>
              <a:stCxn id="554" idx="2"/>
              <a:endCxn id="581" idx="2"/>
            </p:cNvCxnSpPr>
            <p:nvPr/>
          </p:nvCxnSpPr>
          <p:spPr>
            <a:xfrm flipH="1">
              <a:off x="1146748" y="6179790"/>
              <a:ext cx="1868400" cy="3807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596" name="Google Shape;596;p17"/>
            <p:cNvCxnSpPr>
              <a:endCxn id="581" idx="5"/>
            </p:cNvCxnSpPr>
            <p:nvPr/>
          </p:nvCxnSpPr>
          <p:spPr>
            <a:xfrm rot="10800000">
              <a:off x="1397812" y="6664656"/>
              <a:ext cx="704100" cy="276300"/>
            </a:xfrm>
            <a:prstGeom prst="straightConnector1">
              <a:avLst/>
            </a:prstGeom>
            <a:noFill/>
            <a:ln cap="flat" cmpd="sng" w="9525">
              <a:solidFill>
                <a:schemeClr val="lt1">
                  <a:alpha val="8627"/>
                </a:schemeClr>
              </a:solidFill>
              <a:prstDash val="solid"/>
              <a:round/>
              <a:headEnd len="sm" w="sm" type="none"/>
              <a:tailEnd len="sm" w="sm" type="none"/>
            </a:ln>
          </p:spPr>
        </p:cxnSp>
        <p:sp>
          <p:nvSpPr>
            <p:cNvPr id="578" name="Google Shape;578;p17"/>
            <p:cNvSpPr/>
            <p:nvPr/>
          </p:nvSpPr>
          <p:spPr>
            <a:xfrm rot="-1035180">
              <a:off x="-9561" y="3407068"/>
              <a:ext cx="294344" cy="294344"/>
            </a:xfrm>
            <a:prstGeom prst="ellipse">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590" name="Google Shape;590;p17"/>
            <p:cNvSpPr/>
            <p:nvPr/>
          </p:nvSpPr>
          <p:spPr>
            <a:xfrm>
              <a:off x="1730610" y="2795084"/>
              <a:ext cx="310200" cy="310200"/>
            </a:xfrm>
            <a:prstGeom prst="ellipse">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589" name="Google Shape;589;p17"/>
            <p:cNvSpPr/>
            <p:nvPr/>
          </p:nvSpPr>
          <p:spPr>
            <a:xfrm>
              <a:off x="389430" y="2542039"/>
              <a:ext cx="294300" cy="294300"/>
            </a:xfrm>
            <a:prstGeom prst="ellipse">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576" name="Google Shape;576;p17"/>
            <p:cNvSpPr/>
            <p:nvPr/>
          </p:nvSpPr>
          <p:spPr>
            <a:xfrm>
              <a:off x="1053547" y="3593471"/>
              <a:ext cx="196200" cy="196200"/>
            </a:xfrm>
            <a:prstGeom prst="ellipse">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581" name="Google Shape;581;p17"/>
            <p:cNvSpPr/>
            <p:nvPr/>
          </p:nvSpPr>
          <p:spPr>
            <a:xfrm>
              <a:off x="1146611" y="6413455"/>
              <a:ext cx="294300" cy="294300"/>
            </a:xfrm>
            <a:prstGeom prst="ellipse">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553" name="Google Shape;553;p17"/>
            <p:cNvSpPr/>
            <p:nvPr/>
          </p:nvSpPr>
          <p:spPr>
            <a:xfrm>
              <a:off x="843056" y="5450957"/>
              <a:ext cx="294300" cy="294300"/>
            </a:xfrm>
            <a:prstGeom prst="ellipse">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550" name="Google Shape;550;p17"/>
            <p:cNvSpPr/>
            <p:nvPr/>
          </p:nvSpPr>
          <p:spPr>
            <a:xfrm>
              <a:off x="985988" y="4528587"/>
              <a:ext cx="196200" cy="196200"/>
            </a:xfrm>
            <a:prstGeom prst="ellipse">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cxnSp>
          <p:nvCxnSpPr>
            <p:cNvPr id="597" name="Google Shape;597;p17"/>
            <p:cNvCxnSpPr>
              <a:stCxn id="550" idx="3"/>
            </p:cNvCxnSpPr>
            <p:nvPr/>
          </p:nvCxnSpPr>
          <p:spPr>
            <a:xfrm flipH="1">
              <a:off x="125221" y="4696054"/>
              <a:ext cx="889500" cy="1629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598" name="Google Shape;598;p17"/>
            <p:cNvCxnSpPr>
              <a:stCxn id="589" idx="4"/>
              <a:endCxn id="576" idx="1"/>
            </p:cNvCxnSpPr>
            <p:nvPr/>
          </p:nvCxnSpPr>
          <p:spPr>
            <a:xfrm>
              <a:off x="536580" y="2836339"/>
              <a:ext cx="545700" cy="786000"/>
            </a:xfrm>
            <a:prstGeom prst="straightConnector1">
              <a:avLst/>
            </a:prstGeom>
            <a:noFill/>
            <a:ln cap="flat" cmpd="sng" w="9525">
              <a:solidFill>
                <a:schemeClr val="lt1">
                  <a:alpha val="8627"/>
                </a:schemeClr>
              </a:solidFill>
              <a:prstDash val="solid"/>
              <a:round/>
              <a:headEnd len="sm" w="sm" type="none"/>
              <a:tailEnd len="sm" w="sm" type="none"/>
            </a:ln>
          </p:spPr>
        </p:cxnSp>
        <p:sp>
          <p:nvSpPr>
            <p:cNvPr id="422" name="Google Shape;422;p17"/>
            <p:cNvSpPr/>
            <p:nvPr/>
          </p:nvSpPr>
          <p:spPr>
            <a:xfrm>
              <a:off x="4972557" y="2874980"/>
              <a:ext cx="196200" cy="196200"/>
            </a:xfrm>
            <a:prstGeom prst="ellipse">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cxnSp>
          <p:nvCxnSpPr>
            <p:cNvPr id="599" name="Google Shape;599;p17"/>
            <p:cNvCxnSpPr>
              <a:stCxn id="422" idx="3"/>
              <a:endCxn id="545" idx="0"/>
            </p:cNvCxnSpPr>
            <p:nvPr/>
          </p:nvCxnSpPr>
          <p:spPr>
            <a:xfrm flipH="1">
              <a:off x="4536590" y="3042447"/>
              <a:ext cx="464700" cy="7821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600" name="Google Shape;600;p17"/>
            <p:cNvCxnSpPr>
              <a:stCxn id="422" idx="2"/>
              <a:endCxn id="410" idx="6"/>
            </p:cNvCxnSpPr>
            <p:nvPr/>
          </p:nvCxnSpPr>
          <p:spPr>
            <a:xfrm rot="10800000">
              <a:off x="3501357" y="2916080"/>
              <a:ext cx="1471200" cy="570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601" name="Google Shape;601;p17"/>
            <p:cNvCxnSpPr>
              <a:stCxn id="589" idx="7"/>
              <a:endCxn id="409" idx="1"/>
            </p:cNvCxnSpPr>
            <p:nvPr/>
          </p:nvCxnSpPr>
          <p:spPr>
            <a:xfrm flipH="1" rot="10800000">
              <a:off x="640631" y="1905038"/>
              <a:ext cx="785400" cy="6801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602" name="Google Shape;602;p17"/>
            <p:cNvCxnSpPr>
              <a:endCxn id="589" idx="1"/>
            </p:cNvCxnSpPr>
            <p:nvPr/>
          </p:nvCxnSpPr>
          <p:spPr>
            <a:xfrm>
              <a:off x="-60671" y="2344838"/>
              <a:ext cx="493200" cy="240300"/>
            </a:xfrm>
            <a:prstGeom prst="straightConnector1">
              <a:avLst/>
            </a:prstGeom>
            <a:noFill/>
            <a:ln cap="flat" cmpd="sng" w="9525">
              <a:solidFill>
                <a:schemeClr val="lt1">
                  <a:alpha val="8627"/>
                </a:schemeClr>
              </a:solidFill>
              <a:prstDash val="solid"/>
              <a:round/>
              <a:headEnd len="sm" w="sm" type="none"/>
              <a:tailEnd len="sm" w="sm" type="none"/>
            </a:ln>
          </p:spPr>
        </p:cxnSp>
        <p:sp>
          <p:nvSpPr>
            <p:cNvPr id="584" name="Google Shape;584;p17"/>
            <p:cNvSpPr/>
            <p:nvPr/>
          </p:nvSpPr>
          <p:spPr>
            <a:xfrm flipH="1" rot="5400000">
              <a:off x="-98994" y="4723931"/>
              <a:ext cx="224100" cy="224100"/>
            </a:xfrm>
            <a:prstGeom prst="chord">
              <a:avLst>
                <a:gd fmla="val 10550803" name="adj1"/>
                <a:gd fmla="val 185318" name="adj2"/>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cxnSp>
          <p:nvCxnSpPr>
            <p:cNvPr id="603" name="Google Shape;603;p17"/>
            <p:cNvCxnSpPr>
              <a:stCxn id="553" idx="3"/>
            </p:cNvCxnSpPr>
            <p:nvPr/>
          </p:nvCxnSpPr>
          <p:spPr>
            <a:xfrm flipH="1">
              <a:off x="-45" y="5702158"/>
              <a:ext cx="886200" cy="5649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604" name="Google Shape;604;p17"/>
            <p:cNvCxnSpPr>
              <a:stCxn id="590" idx="6"/>
              <a:endCxn id="410" idx="1"/>
            </p:cNvCxnSpPr>
            <p:nvPr/>
          </p:nvCxnSpPr>
          <p:spPr>
            <a:xfrm flipH="1" rot="10800000">
              <a:off x="2040810" y="2934884"/>
              <a:ext cx="1254600" cy="153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605" name="Google Shape;605;p17"/>
            <p:cNvCxnSpPr>
              <a:stCxn id="590" idx="5"/>
              <a:endCxn id="548" idx="0"/>
            </p:cNvCxnSpPr>
            <p:nvPr/>
          </p:nvCxnSpPr>
          <p:spPr>
            <a:xfrm>
              <a:off x="1995382" y="3059856"/>
              <a:ext cx="515700" cy="5895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606" name="Google Shape;606;p17"/>
            <p:cNvCxnSpPr>
              <a:stCxn id="409" idx="0"/>
              <a:endCxn id="590" idx="0"/>
            </p:cNvCxnSpPr>
            <p:nvPr/>
          </p:nvCxnSpPr>
          <p:spPr>
            <a:xfrm>
              <a:off x="1505283" y="1937846"/>
              <a:ext cx="380400" cy="8571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607" name="Google Shape;607;p17"/>
            <p:cNvCxnSpPr>
              <a:stCxn id="550" idx="5"/>
              <a:endCxn id="547" idx="7"/>
            </p:cNvCxnSpPr>
            <p:nvPr/>
          </p:nvCxnSpPr>
          <p:spPr>
            <a:xfrm>
              <a:off x="1153455" y="4696054"/>
              <a:ext cx="1042200" cy="3642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608" name="Google Shape;608;p17"/>
            <p:cNvCxnSpPr>
              <a:stCxn id="545" idx="7"/>
              <a:endCxn id="410" idx="7"/>
            </p:cNvCxnSpPr>
            <p:nvPr/>
          </p:nvCxnSpPr>
          <p:spPr>
            <a:xfrm rot="10800000">
              <a:off x="3446600" y="2982036"/>
              <a:ext cx="1005600" cy="8577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609" name="Google Shape;609;p17"/>
            <p:cNvCxnSpPr>
              <a:stCxn id="418" idx="7"/>
              <a:endCxn id="422" idx="0"/>
            </p:cNvCxnSpPr>
            <p:nvPr/>
          </p:nvCxnSpPr>
          <p:spPr>
            <a:xfrm>
              <a:off x="5065794" y="2247313"/>
              <a:ext cx="4800" cy="6276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610" name="Google Shape;610;p17"/>
            <p:cNvCxnSpPr>
              <a:stCxn id="521" idx="7"/>
              <a:endCxn id="423" idx="0"/>
            </p:cNvCxnSpPr>
            <p:nvPr/>
          </p:nvCxnSpPr>
          <p:spPr>
            <a:xfrm rot="10800000">
              <a:off x="6285705" y="2383909"/>
              <a:ext cx="270000" cy="7845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611" name="Google Shape;611;p17"/>
            <p:cNvCxnSpPr>
              <a:stCxn id="521" idx="6"/>
              <a:endCxn id="422" idx="5"/>
            </p:cNvCxnSpPr>
            <p:nvPr/>
          </p:nvCxnSpPr>
          <p:spPr>
            <a:xfrm rot="10800000">
              <a:off x="5140026" y="3042430"/>
              <a:ext cx="1393800" cy="1788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612" name="Google Shape;612;p17"/>
            <p:cNvCxnSpPr>
              <a:stCxn id="435" idx="0"/>
              <a:endCxn id="521" idx="1"/>
            </p:cNvCxnSpPr>
            <p:nvPr/>
          </p:nvCxnSpPr>
          <p:spPr>
            <a:xfrm flipH="1">
              <a:off x="6661409" y="1834225"/>
              <a:ext cx="1076400" cy="13341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613" name="Google Shape;613;p17"/>
            <p:cNvCxnSpPr>
              <a:stCxn id="438" idx="0"/>
              <a:endCxn id="486" idx="4"/>
            </p:cNvCxnSpPr>
            <p:nvPr/>
          </p:nvCxnSpPr>
          <p:spPr>
            <a:xfrm>
              <a:off x="9621498" y="3044436"/>
              <a:ext cx="760800" cy="3162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614" name="Google Shape;614;p17"/>
            <p:cNvCxnSpPr>
              <a:stCxn id="442" idx="0"/>
              <a:endCxn id="486" idx="5"/>
            </p:cNvCxnSpPr>
            <p:nvPr/>
          </p:nvCxnSpPr>
          <p:spPr>
            <a:xfrm>
              <a:off x="10349087" y="2680523"/>
              <a:ext cx="90000" cy="6162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615" name="Google Shape;615;p17"/>
            <p:cNvCxnSpPr>
              <a:stCxn id="440" idx="0"/>
              <a:endCxn id="438" idx="6"/>
            </p:cNvCxnSpPr>
            <p:nvPr/>
          </p:nvCxnSpPr>
          <p:spPr>
            <a:xfrm>
              <a:off x="9306682" y="1739765"/>
              <a:ext cx="245700" cy="11622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616" name="Google Shape;616;p17"/>
            <p:cNvCxnSpPr>
              <a:stCxn id="521" idx="1"/>
              <a:endCxn id="480" idx="5"/>
            </p:cNvCxnSpPr>
            <p:nvPr/>
          </p:nvCxnSpPr>
          <p:spPr>
            <a:xfrm>
              <a:off x="6661347" y="3168409"/>
              <a:ext cx="1391100" cy="189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617" name="Google Shape;617;p17"/>
            <p:cNvCxnSpPr>
              <a:stCxn id="435" idx="0"/>
              <a:endCxn id="480" idx="5"/>
            </p:cNvCxnSpPr>
            <p:nvPr/>
          </p:nvCxnSpPr>
          <p:spPr>
            <a:xfrm>
              <a:off x="7737809" y="1834225"/>
              <a:ext cx="314700" cy="13533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618" name="Google Shape;618;p17"/>
            <p:cNvCxnSpPr>
              <a:stCxn id="480" idx="7"/>
              <a:endCxn id="438" idx="4"/>
            </p:cNvCxnSpPr>
            <p:nvPr/>
          </p:nvCxnSpPr>
          <p:spPr>
            <a:xfrm flipH="1" rot="10800000">
              <a:off x="8152245" y="2970811"/>
              <a:ext cx="1257900" cy="251400"/>
            </a:xfrm>
            <a:prstGeom prst="straightConnector1">
              <a:avLst/>
            </a:prstGeom>
            <a:noFill/>
            <a:ln cap="flat" cmpd="sng" w="9525">
              <a:solidFill>
                <a:schemeClr val="lt1">
                  <a:alpha val="8627"/>
                </a:schemeClr>
              </a:solidFill>
              <a:prstDash val="solid"/>
              <a:round/>
              <a:headEnd len="sm" w="sm" type="none"/>
              <a:tailEnd len="sm" w="sm" type="none"/>
            </a:ln>
          </p:spPr>
        </p:cxnSp>
        <p:sp>
          <p:nvSpPr>
            <p:cNvPr id="486" name="Google Shape;486;p17"/>
            <p:cNvSpPr/>
            <p:nvPr/>
          </p:nvSpPr>
          <p:spPr>
            <a:xfrm flipH="1" rot="6549795">
              <a:off x="10376063" y="3285497"/>
              <a:ext cx="223907" cy="223907"/>
            </a:xfrm>
            <a:prstGeom prst="ellipse">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438" name="Google Shape;438;p17"/>
            <p:cNvSpPr/>
            <p:nvPr/>
          </p:nvSpPr>
          <p:spPr>
            <a:xfrm flipH="1" rot="6549795">
              <a:off x="9403795" y="2895733"/>
              <a:ext cx="223907" cy="223907"/>
            </a:xfrm>
            <a:prstGeom prst="ellipse">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480" name="Google Shape;480;p17"/>
            <p:cNvSpPr/>
            <p:nvPr/>
          </p:nvSpPr>
          <p:spPr>
            <a:xfrm flipH="1" rot="6554144">
              <a:off x="8010331" y="3179999"/>
              <a:ext cx="149337" cy="149337"/>
            </a:xfrm>
            <a:prstGeom prst="ellipse">
              <a:avLst/>
            </a:prstGeom>
            <a:solidFill>
              <a:schemeClr val="lt1">
                <a:alpha val="8627"/>
              </a:schemeClr>
            </a:solidFill>
            <a:ln cap="flat" cmpd="sng" w="25400">
              <a:solidFill>
                <a:schemeClr val="lt1">
                  <a:alpha val="8627"/>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cxnSp>
          <p:nvCxnSpPr>
            <p:cNvPr id="619" name="Google Shape;619;p17"/>
            <p:cNvCxnSpPr>
              <a:stCxn id="477" idx="0"/>
              <a:endCxn id="486" idx="7"/>
            </p:cNvCxnSpPr>
            <p:nvPr/>
          </p:nvCxnSpPr>
          <p:spPr>
            <a:xfrm flipH="1">
              <a:off x="10588752" y="2982973"/>
              <a:ext cx="1257000" cy="365700"/>
            </a:xfrm>
            <a:prstGeom prst="straightConnector1">
              <a:avLst/>
            </a:prstGeom>
            <a:noFill/>
            <a:ln cap="flat" cmpd="sng" w="9525">
              <a:solidFill>
                <a:schemeClr val="lt1">
                  <a:alpha val="8627"/>
                </a:schemeClr>
              </a:solidFill>
              <a:prstDash val="solid"/>
              <a:round/>
              <a:headEnd len="sm" w="sm" type="none"/>
              <a:tailEnd len="sm" w="sm" type="none"/>
            </a:ln>
          </p:spPr>
        </p:cxnSp>
        <p:cxnSp>
          <p:nvCxnSpPr>
            <p:cNvPr id="620" name="Google Shape;620;p17"/>
            <p:cNvCxnSpPr>
              <a:endCxn id="477" idx="7"/>
            </p:cNvCxnSpPr>
            <p:nvPr/>
          </p:nvCxnSpPr>
          <p:spPr>
            <a:xfrm rot="10800000">
              <a:off x="11930166" y="2967765"/>
              <a:ext cx="291300" cy="286800"/>
            </a:xfrm>
            <a:prstGeom prst="straightConnector1">
              <a:avLst/>
            </a:prstGeom>
            <a:noFill/>
            <a:ln cap="flat" cmpd="sng" w="9525">
              <a:solidFill>
                <a:schemeClr val="lt1">
                  <a:alpha val="8627"/>
                </a:schemeClr>
              </a:solidFill>
              <a:prstDash val="solid"/>
              <a:round/>
              <a:headEnd len="sm" w="sm" type="none"/>
              <a:tailEnd len="sm" w="sm" type="none"/>
            </a:ln>
          </p:spPr>
        </p:cxn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Contents slide layout">
  <p:cSld name="3_Contents slide layout">
    <p:spTree>
      <p:nvGrpSpPr>
        <p:cNvPr id="621" name="Shape 621"/>
        <p:cNvGrpSpPr/>
        <p:nvPr/>
      </p:nvGrpSpPr>
      <p:grpSpPr>
        <a:xfrm>
          <a:off x="0" y="0"/>
          <a:ext cx="0" cy="0"/>
          <a:chOff x="0" y="0"/>
          <a:chExt cx="0" cy="0"/>
        </a:xfrm>
      </p:grpSpPr>
      <p:sp>
        <p:nvSpPr>
          <p:cNvPr id="622" name="Google Shape;622;p18"/>
          <p:cNvSpPr txBox="1"/>
          <p:nvPr>
            <p:ph idx="1" type="body"/>
          </p:nvPr>
        </p:nvSpPr>
        <p:spPr>
          <a:xfrm>
            <a:off x="242647" y="254632"/>
            <a:ext cx="8679900" cy="543300"/>
          </a:xfrm>
          <a:prstGeom prst="rect">
            <a:avLst/>
          </a:prstGeom>
          <a:noFill/>
          <a:ln>
            <a:noFill/>
          </a:ln>
        </p:spPr>
        <p:txBody>
          <a:bodyPr anchorCtr="0" anchor="ctr" bIns="68575" lIns="68575" spcFirstLastPara="1" rIns="68575" wrap="square" tIns="68575">
            <a:normAutofit/>
          </a:bodyPr>
          <a:lstStyle>
            <a:lvl1pPr indent="-228600" lvl="0" marL="457200" algn="ctr">
              <a:lnSpc>
                <a:spcPct val="115000"/>
              </a:lnSpc>
              <a:spcBef>
                <a:spcPts val="0"/>
              </a:spcBef>
              <a:spcAft>
                <a:spcPts val="0"/>
              </a:spcAft>
              <a:buClr>
                <a:srgbClr val="262626"/>
              </a:buClr>
              <a:buSzPts val="1400"/>
              <a:buNone/>
              <a:defRPr b="0" sz="4100">
                <a:solidFill>
                  <a:srgbClr val="262626"/>
                </a:solidFill>
                <a:latin typeface="Arial"/>
                <a:ea typeface="Arial"/>
                <a:cs typeface="Arial"/>
                <a:sym typeface="Arial"/>
              </a:defRPr>
            </a:lvl1pPr>
            <a:lvl2pPr indent="-298450" lvl="1" marL="914400" algn="l">
              <a:lnSpc>
                <a:spcPct val="115000"/>
              </a:lnSpc>
              <a:spcBef>
                <a:spcPts val="0"/>
              </a:spcBef>
              <a:spcAft>
                <a:spcPts val="0"/>
              </a:spcAft>
              <a:buClr>
                <a:schemeClr val="dk1"/>
              </a:buClr>
              <a:buSzPts val="1100"/>
              <a:buChar char="○"/>
              <a:defRPr/>
            </a:lvl2pPr>
            <a:lvl3pPr indent="-298450" lvl="2" marL="1371600" algn="l">
              <a:lnSpc>
                <a:spcPct val="115000"/>
              </a:lnSpc>
              <a:spcBef>
                <a:spcPts val="0"/>
              </a:spcBef>
              <a:spcAft>
                <a:spcPts val="0"/>
              </a:spcAft>
              <a:buClr>
                <a:schemeClr val="dk1"/>
              </a:buClr>
              <a:buSzPts val="1100"/>
              <a:buChar char="■"/>
              <a:defRPr/>
            </a:lvl3pPr>
            <a:lvl4pPr indent="-298450" lvl="3" marL="1828800" algn="l">
              <a:lnSpc>
                <a:spcPct val="115000"/>
              </a:lnSpc>
              <a:spcBef>
                <a:spcPts val="0"/>
              </a:spcBef>
              <a:spcAft>
                <a:spcPts val="0"/>
              </a:spcAft>
              <a:buClr>
                <a:schemeClr val="dk1"/>
              </a:buClr>
              <a:buSzPts val="1100"/>
              <a:buChar char="●"/>
              <a:defRPr/>
            </a:lvl4pPr>
            <a:lvl5pPr indent="-298450" lvl="4" marL="2286000" algn="l">
              <a:lnSpc>
                <a:spcPct val="115000"/>
              </a:lnSpc>
              <a:spcBef>
                <a:spcPts val="0"/>
              </a:spcBef>
              <a:spcAft>
                <a:spcPts val="0"/>
              </a:spcAft>
              <a:buClr>
                <a:schemeClr val="dk1"/>
              </a:buClr>
              <a:buSzPts val="1100"/>
              <a:buChar char="○"/>
              <a:defRPr/>
            </a:lvl5pPr>
            <a:lvl6pPr indent="-298450" lvl="5" marL="2743200" algn="l">
              <a:lnSpc>
                <a:spcPct val="115000"/>
              </a:lnSpc>
              <a:spcBef>
                <a:spcPts val="0"/>
              </a:spcBef>
              <a:spcAft>
                <a:spcPts val="0"/>
              </a:spcAft>
              <a:buClr>
                <a:schemeClr val="dk1"/>
              </a:buClr>
              <a:buSzPts val="1100"/>
              <a:buChar char="■"/>
              <a:defRPr/>
            </a:lvl6pPr>
            <a:lvl7pPr indent="-298450" lvl="6" marL="3200400" algn="l">
              <a:lnSpc>
                <a:spcPct val="115000"/>
              </a:lnSpc>
              <a:spcBef>
                <a:spcPts val="0"/>
              </a:spcBef>
              <a:spcAft>
                <a:spcPts val="0"/>
              </a:spcAft>
              <a:buClr>
                <a:schemeClr val="dk1"/>
              </a:buClr>
              <a:buSzPts val="1100"/>
              <a:buChar char="●"/>
              <a:defRPr/>
            </a:lvl7pPr>
            <a:lvl8pPr indent="-298450" lvl="7" marL="3657600" algn="l">
              <a:lnSpc>
                <a:spcPct val="115000"/>
              </a:lnSpc>
              <a:spcBef>
                <a:spcPts val="0"/>
              </a:spcBef>
              <a:spcAft>
                <a:spcPts val="0"/>
              </a:spcAft>
              <a:buClr>
                <a:schemeClr val="dk1"/>
              </a:buClr>
              <a:buSzPts val="1100"/>
              <a:buChar char="○"/>
              <a:defRPr/>
            </a:lvl8pPr>
            <a:lvl9pPr indent="-298450" lvl="8" marL="4114800" algn="l">
              <a:lnSpc>
                <a:spcPct val="115000"/>
              </a:lnSpc>
              <a:spcBef>
                <a:spcPts val="0"/>
              </a:spcBef>
              <a:spcAft>
                <a:spcPts val="0"/>
              </a:spcAft>
              <a:buClr>
                <a:schemeClr val="dk1"/>
              </a:buClr>
              <a:buSzPts val="1100"/>
              <a:buChar char="■"/>
              <a:defRPr/>
            </a:lvl9pPr>
          </a:lstStyle>
          <a:p/>
        </p:txBody>
      </p:sp>
      <p:grpSp>
        <p:nvGrpSpPr>
          <p:cNvPr id="623" name="Google Shape;623;p18"/>
          <p:cNvGrpSpPr/>
          <p:nvPr/>
        </p:nvGrpSpPr>
        <p:grpSpPr>
          <a:xfrm>
            <a:off x="1" y="3772983"/>
            <a:ext cx="8838861" cy="1186044"/>
            <a:chOff x="0" y="5030645"/>
            <a:chExt cx="11785147" cy="1581392"/>
          </a:xfrm>
        </p:grpSpPr>
        <p:grpSp>
          <p:nvGrpSpPr>
            <p:cNvPr id="624" name="Google Shape;624;p18"/>
            <p:cNvGrpSpPr/>
            <p:nvPr/>
          </p:nvGrpSpPr>
          <p:grpSpPr>
            <a:xfrm>
              <a:off x="10972913" y="5030645"/>
              <a:ext cx="812234" cy="1343574"/>
              <a:chOff x="10042059" y="85077"/>
              <a:chExt cx="1867634" cy="3089387"/>
            </a:xfrm>
          </p:grpSpPr>
          <p:sp>
            <p:nvSpPr>
              <p:cNvPr id="625" name="Google Shape;625;p18"/>
              <p:cNvSpPr/>
              <p:nvPr/>
            </p:nvSpPr>
            <p:spPr>
              <a:xfrm flipH="1" rot="-5400000">
                <a:off x="9851011" y="276124"/>
                <a:ext cx="2249729" cy="1867634"/>
              </a:xfrm>
              <a:custGeom>
                <a:rect b="b" l="l" r="r" t="t"/>
                <a:pathLst>
                  <a:path extrusionOk="0" h="1867634" w="2249729">
                    <a:moveTo>
                      <a:pt x="0" y="933818"/>
                    </a:moveTo>
                    <a:cubicBezTo>
                      <a:pt x="0" y="1172804"/>
                      <a:pt x="91169" y="1411786"/>
                      <a:pt x="273507" y="1594126"/>
                    </a:cubicBezTo>
                    <a:cubicBezTo>
                      <a:pt x="638186" y="1958804"/>
                      <a:pt x="1229447" y="1958804"/>
                      <a:pt x="1594123" y="1594126"/>
                    </a:cubicBezTo>
                    <a:lnTo>
                      <a:pt x="1818102" y="1370146"/>
                    </a:lnTo>
                    <a:lnTo>
                      <a:pt x="2067929" y="1370150"/>
                    </a:lnTo>
                    <a:cubicBezTo>
                      <a:pt x="2168336" y="1370146"/>
                      <a:pt x="2249729" y="1288752"/>
                      <a:pt x="2249729" y="1188348"/>
                    </a:cubicBezTo>
                    <a:lnTo>
                      <a:pt x="2249729" y="679292"/>
                    </a:lnTo>
                    <a:cubicBezTo>
                      <a:pt x="2249729" y="578884"/>
                      <a:pt x="2168334" y="497490"/>
                      <a:pt x="2067926" y="497490"/>
                    </a:cubicBezTo>
                    <a:lnTo>
                      <a:pt x="1818099" y="497490"/>
                    </a:lnTo>
                    <a:lnTo>
                      <a:pt x="1594123" y="273510"/>
                    </a:lnTo>
                    <a:cubicBezTo>
                      <a:pt x="1229444" y="-91169"/>
                      <a:pt x="638186" y="-91169"/>
                      <a:pt x="273507" y="273510"/>
                    </a:cubicBezTo>
                    <a:cubicBezTo>
                      <a:pt x="91169" y="455848"/>
                      <a:pt x="0" y="694834"/>
                      <a:pt x="0" y="933818"/>
                    </a:cubicBezTo>
                    <a:close/>
                  </a:path>
                </a:pathLst>
              </a:custGeom>
              <a:solidFill>
                <a:schemeClr val="lt1"/>
              </a:solidFill>
              <a:ln cap="flat" cmpd="sng" w="44450">
                <a:solidFill>
                  <a:schemeClr val="accent1"/>
                </a:solidFill>
                <a:prstDash val="solid"/>
                <a:round/>
                <a:headEnd len="sm" w="sm" type="none"/>
                <a:tailEnd len="sm" w="sm" type="none"/>
              </a:ln>
            </p:spPr>
            <p:txBody>
              <a:bodyPr anchorCtr="0" anchor="ctr" bIns="25700" lIns="51425" spcFirstLastPara="1" rIns="51425" wrap="square" tIns="25700">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400" u="none" cap="none" strike="noStrike">
                  <a:solidFill>
                    <a:schemeClr val="dk1"/>
                  </a:solidFill>
                  <a:latin typeface="Arial"/>
                  <a:ea typeface="Arial"/>
                  <a:cs typeface="Arial"/>
                  <a:sym typeface="Arial"/>
                </a:endParaRPr>
              </a:p>
            </p:txBody>
          </p:sp>
          <p:sp>
            <p:nvSpPr>
              <p:cNvPr id="626" name="Google Shape;626;p18"/>
              <p:cNvSpPr/>
              <p:nvPr/>
            </p:nvSpPr>
            <p:spPr>
              <a:xfrm>
                <a:off x="10573107" y="2486534"/>
                <a:ext cx="805532" cy="687929"/>
              </a:xfrm>
              <a:custGeom>
                <a:rect b="b" l="l" r="r" t="t"/>
                <a:pathLst>
                  <a:path extrusionOk="0" h="687929" w="805532">
                    <a:moveTo>
                      <a:pt x="184600" y="520107"/>
                    </a:moveTo>
                    <a:lnTo>
                      <a:pt x="620929" y="520110"/>
                    </a:lnTo>
                    <a:cubicBezTo>
                      <a:pt x="667269" y="520110"/>
                      <a:pt x="704838" y="557676"/>
                      <a:pt x="704838" y="604019"/>
                    </a:cubicBezTo>
                    <a:cubicBezTo>
                      <a:pt x="704838" y="650360"/>
                      <a:pt x="667269" y="687929"/>
                      <a:pt x="620926" y="687929"/>
                    </a:cubicBezTo>
                    <a:lnTo>
                      <a:pt x="184600" y="687926"/>
                    </a:lnTo>
                    <a:cubicBezTo>
                      <a:pt x="138257" y="687926"/>
                      <a:pt x="100691" y="650360"/>
                      <a:pt x="100691" y="604019"/>
                    </a:cubicBezTo>
                    <a:cubicBezTo>
                      <a:pt x="100691" y="557676"/>
                      <a:pt x="138257" y="520107"/>
                      <a:pt x="184600" y="520107"/>
                    </a:cubicBezTo>
                    <a:close/>
                    <a:moveTo>
                      <a:pt x="117472" y="260053"/>
                    </a:moveTo>
                    <a:lnTo>
                      <a:pt x="688057" y="260053"/>
                    </a:lnTo>
                    <a:cubicBezTo>
                      <a:pt x="734401" y="260053"/>
                      <a:pt x="771967" y="297622"/>
                      <a:pt x="771967" y="343963"/>
                    </a:cubicBezTo>
                    <a:cubicBezTo>
                      <a:pt x="771967" y="390306"/>
                      <a:pt x="734398" y="427875"/>
                      <a:pt x="688057" y="427875"/>
                    </a:cubicBezTo>
                    <a:lnTo>
                      <a:pt x="117472" y="427872"/>
                    </a:lnTo>
                    <a:cubicBezTo>
                      <a:pt x="71132" y="427872"/>
                      <a:pt x="33566" y="390306"/>
                      <a:pt x="33563" y="343963"/>
                    </a:cubicBezTo>
                    <a:cubicBezTo>
                      <a:pt x="33566" y="297622"/>
                      <a:pt x="71132" y="260053"/>
                      <a:pt x="117472" y="260053"/>
                    </a:cubicBezTo>
                    <a:close/>
                    <a:moveTo>
                      <a:pt x="83910" y="0"/>
                    </a:moveTo>
                    <a:lnTo>
                      <a:pt x="721623" y="0"/>
                    </a:lnTo>
                    <a:cubicBezTo>
                      <a:pt x="767963" y="0"/>
                      <a:pt x="805532" y="37569"/>
                      <a:pt x="805532" y="83910"/>
                    </a:cubicBezTo>
                    <a:lnTo>
                      <a:pt x="805529" y="83910"/>
                    </a:lnTo>
                    <a:cubicBezTo>
                      <a:pt x="805529" y="130253"/>
                      <a:pt x="767963" y="167819"/>
                      <a:pt x="721620" y="167819"/>
                    </a:cubicBezTo>
                    <a:lnTo>
                      <a:pt x="83910" y="167819"/>
                    </a:lnTo>
                    <a:cubicBezTo>
                      <a:pt x="37569" y="167819"/>
                      <a:pt x="0" y="130253"/>
                      <a:pt x="0" y="83910"/>
                    </a:cubicBezTo>
                    <a:cubicBezTo>
                      <a:pt x="0" y="37566"/>
                      <a:pt x="37569" y="0"/>
                      <a:pt x="83910" y="0"/>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627" name="Google Shape;627;p18"/>
              <p:cNvSpPr/>
              <p:nvPr/>
            </p:nvSpPr>
            <p:spPr>
              <a:xfrm>
                <a:off x="10608146" y="1032479"/>
                <a:ext cx="759892" cy="1310215"/>
              </a:xfrm>
              <a:custGeom>
                <a:rect b="b" l="l" r="r" t="t"/>
                <a:pathLst>
                  <a:path extrusionOk="0" h="6633998" w="3847556">
                    <a:moveTo>
                      <a:pt x="1028878" y="0"/>
                    </a:moveTo>
                    <a:cubicBezTo>
                      <a:pt x="1175157" y="0"/>
                      <a:pt x="1293726" y="118591"/>
                      <a:pt x="1293726" y="264865"/>
                    </a:cubicBezTo>
                    <a:lnTo>
                      <a:pt x="1293726" y="664770"/>
                    </a:lnTo>
                    <a:lnTo>
                      <a:pt x="1656529" y="664770"/>
                    </a:lnTo>
                    <a:lnTo>
                      <a:pt x="1656545" y="264865"/>
                    </a:lnTo>
                    <a:cubicBezTo>
                      <a:pt x="1656529" y="118591"/>
                      <a:pt x="1775115" y="17"/>
                      <a:pt x="1921394" y="0"/>
                    </a:cubicBezTo>
                    <a:cubicBezTo>
                      <a:pt x="2067668" y="17"/>
                      <a:pt x="2186237" y="118591"/>
                      <a:pt x="2186253" y="264865"/>
                    </a:cubicBezTo>
                    <a:lnTo>
                      <a:pt x="2186253" y="664770"/>
                    </a:lnTo>
                    <a:lnTo>
                      <a:pt x="2549056" y="664770"/>
                    </a:lnTo>
                    <a:lnTo>
                      <a:pt x="2549056" y="264865"/>
                    </a:lnTo>
                    <a:cubicBezTo>
                      <a:pt x="2549056" y="118575"/>
                      <a:pt x="2667642" y="0"/>
                      <a:pt x="2813921" y="0"/>
                    </a:cubicBezTo>
                    <a:cubicBezTo>
                      <a:pt x="2960211" y="0"/>
                      <a:pt x="3078781" y="118591"/>
                      <a:pt x="3078781" y="264865"/>
                    </a:cubicBezTo>
                    <a:lnTo>
                      <a:pt x="3078764" y="664770"/>
                    </a:lnTo>
                    <a:lnTo>
                      <a:pt x="3512447" y="664770"/>
                    </a:lnTo>
                    <a:lnTo>
                      <a:pt x="3520693" y="668198"/>
                    </a:lnTo>
                    <a:cubicBezTo>
                      <a:pt x="3545659" y="640863"/>
                      <a:pt x="3577628" y="638174"/>
                      <a:pt x="3610357" y="641623"/>
                    </a:cubicBezTo>
                    <a:cubicBezTo>
                      <a:pt x="3755838" y="656915"/>
                      <a:pt x="3861375" y="787234"/>
                      <a:pt x="3846084" y="932715"/>
                    </a:cubicBezTo>
                    <a:cubicBezTo>
                      <a:pt x="3655380" y="2747282"/>
                      <a:pt x="3464643" y="4561839"/>
                      <a:pt x="3273917" y="6376417"/>
                    </a:cubicBezTo>
                    <a:cubicBezTo>
                      <a:pt x="3258626" y="6521887"/>
                      <a:pt x="3128312" y="6627419"/>
                      <a:pt x="2982826" y="6612116"/>
                    </a:cubicBezTo>
                    <a:cubicBezTo>
                      <a:pt x="2837361" y="6596835"/>
                      <a:pt x="2731824" y="6466505"/>
                      <a:pt x="2747105" y="6321024"/>
                    </a:cubicBezTo>
                    <a:lnTo>
                      <a:pt x="3304490" y="1017914"/>
                    </a:lnTo>
                    <a:lnTo>
                      <a:pt x="3078764" y="1017930"/>
                    </a:lnTo>
                    <a:cubicBezTo>
                      <a:pt x="3078764" y="1151232"/>
                      <a:pt x="3078764" y="1284539"/>
                      <a:pt x="3078764" y="1417857"/>
                    </a:cubicBezTo>
                    <a:cubicBezTo>
                      <a:pt x="3078764" y="1564114"/>
                      <a:pt x="2960195" y="1682700"/>
                      <a:pt x="2813921" y="1682700"/>
                    </a:cubicBezTo>
                    <a:cubicBezTo>
                      <a:pt x="2667631" y="1682700"/>
                      <a:pt x="2549056" y="1564131"/>
                      <a:pt x="2549056" y="1417841"/>
                    </a:cubicBezTo>
                    <a:lnTo>
                      <a:pt x="2549056" y="1017930"/>
                    </a:lnTo>
                    <a:lnTo>
                      <a:pt x="2186253" y="1017930"/>
                    </a:lnTo>
                    <a:cubicBezTo>
                      <a:pt x="2186237" y="1151221"/>
                      <a:pt x="2186237" y="1284555"/>
                      <a:pt x="2186237" y="1417841"/>
                    </a:cubicBezTo>
                    <a:cubicBezTo>
                      <a:pt x="2186237" y="1564131"/>
                      <a:pt x="2067651" y="1682700"/>
                      <a:pt x="1921394" y="1682700"/>
                    </a:cubicBezTo>
                    <a:cubicBezTo>
                      <a:pt x="1775115" y="1682700"/>
                      <a:pt x="1656529" y="1564131"/>
                      <a:pt x="1656529" y="1417841"/>
                    </a:cubicBezTo>
                    <a:lnTo>
                      <a:pt x="1656529" y="1017930"/>
                    </a:lnTo>
                    <a:lnTo>
                      <a:pt x="1293726" y="1017930"/>
                    </a:lnTo>
                    <a:cubicBezTo>
                      <a:pt x="1293710" y="1151221"/>
                      <a:pt x="1293726" y="1284539"/>
                      <a:pt x="1293726" y="1417841"/>
                    </a:cubicBezTo>
                    <a:cubicBezTo>
                      <a:pt x="1293726" y="1490986"/>
                      <a:pt x="1264077" y="1557199"/>
                      <a:pt x="1216149" y="1605128"/>
                    </a:cubicBezTo>
                    <a:lnTo>
                      <a:pt x="1028872" y="1682700"/>
                    </a:lnTo>
                    <a:lnTo>
                      <a:pt x="841580" y="1605122"/>
                    </a:lnTo>
                    <a:cubicBezTo>
                      <a:pt x="793651" y="1557199"/>
                      <a:pt x="764007" y="1490986"/>
                      <a:pt x="764018" y="1417841"/>
                    </a:cubicBezTo>
                    <a:lnTo>
                      <a:pt x="764018" y="1017914"/>
                    </a:lnTo>
                    <a:lnTo>
                      <a:pt x="539645" y="1017930"/>
                    </a:lnTo>
                    <a:cubicBezTo>
                      <a:pt x="695040" y="2793967"/>
                      <a:pt x="850418" y="4570003"/>
                      <a:pt x="1005791" y="6346040"/>
                    </a:cubicBezTo>
                    <a:cubicBezTo>
                      <a:pt x="1018529" y="6491754"/>
                      <a:pt x="910743" y="6620221"/>
                      <a:pt x="765023" y="6632976"/>
                    </a:cubicBezTo>
                    <a:cubicBezTo>
                      <a:pt x="619293" y="6645714"/>
                      <a:pt x="490842" y="6537928"/>
                      <a:pt x="478087" y="6392208"/>
                    </a:cubicBezTo>
                    <a:lnTo>
                      <a:pt x="1023" y="939358"/>
                    </a:lnTo>
                    <a:cubicBezTo>
                      <a:pt x="-11716" y="793639"/>
                      <a:pt x="96076" y="665177"/>
                      <a:pt x="241807" y="652422"/>
                    </a:cubicBezTo>
                    <a:lnTo>
                      <a:pt x="311187" y="674309"/>
                    </a:lnTo>
                    <a:cubicBezTo>
                      <a:pt x="317983" y="665335"/>
                      <a:pt x="326028" y="664770"/>
                      <a:pt x="334193" y="664770"/>
                    </a:cubicBezTo>
                    <a:lnTo>
                      <a:pt x="764018" y="664770"/>
                    </a:lnTo>
                    <a:lnTo>
                      <a:pt x="764018" y="264865"/>
                    </a:lnTo>
                    <a:cubicBezTo>
                      <a:pt x="764018" y="118591"/>
                      <a:pt x="882588" y="0"/>
                      <a:pt x="1028878" y="0"/>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grpSp>
        <p:grpSp>
          <p:nvGrpSpPr>
            <p:cNvPr id="628" name="Google Shape;628;p18"/>
            <p:cNvGrpSpPr/>
            <p:nvPr/>
          </p:nvGrpSpPr>
          <p:grpSpPr>
            <a:xfrm>
              <a:off x="0" y="6374086"/>
              <a:ext cx="11401578" cy="237951"/>
              <a:chOff x="0" y="6374086"/>
              <a:chExt cx="11401578" cy="237951"/>
            </a:xfrm>
          </p:grpSpPr>
          <p:sp>
            <p:nvSpPr>
              <p:cNvPr id="629" name="Google Shape;629;p18"/>
              <p:cNvSpPr/>
              <p:nvPr/>
            </p:nvSpPr>
            <p:spPr>
              <a:xfrm>
                <a:off x="0" y="6566170"/>
                <a:ext cx="11311200" cy="456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630" name="Google Shape;630;p18"/>
              <p:cNvSpPr/>
              <p:nvPr/>
            </p:nvSpPr>
            <p:spPr>
              <a:xfrm>
                <a:off x="11355711" y="6374086"/>
                <a:ext cx="45600" cy="1554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lt1"/>
                  </a:solidFill>
                  <a:latin typeface="Arial"/>
                  <a:ea typeface="Arial"/>
                  <a:cs typeface="Arial"/>
                  <a:sym typeface="Arial"/>
                </a:endParaRPr>
              </a:p>
            </p:txBody>
          </p:sp>
          <p:sp>
            <p:nvSpPr>
              <p:cNvPr id="631" name="Google Shape;631;p18"/>
              <p:cNvSpPr/>
              <p:nvPr/>
            </p:nvSpPr>
            <p:spPr>
              <a:xfrm>
                <a:off x="11229678" y="6440137"/>
                <a:ext cx="171900" cy="171900"/>
              </a:xfrm>
              <a:prstGeom prst="blockArc">
                <a:avLst>
                  <a:gd fmla="val 21339429" name="adj1"/>
                  <a:gd fmla="val 6091498" name="adj2"/>
                  <a:gd fmla="val 27090" name="adj3"/>
                </a:avLst>
              </a:prstGeom>
              <a:solidFill>
                <a:schemeClr val="accen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1100" u="none" cap="none" strike="noStrike">
                  <a:solidFill>
                    <a:schemeClr val="dk1"/>
                  </a:solidFill>
                  <a:latin typeface="Arial"/>
                  <a:ea typeface="Arial"/>
                  <a:cs typeface="Arial"/>
                  <a:sym typeface="Arial"/>
                </a:endParaRPr>
              </a:p>
            </p:txBody>
          </p:sp>
        </p:gr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 avec légende" type="objTx">
  <p:cSld name="OBJECT_WITH_CAPTION_TEXT">
    <p:spTree>
      <p:nvGrpSpPr>
        <p:cNvPr id="632" name="Shape 632"/>
        <p:cNvGrpSpPr/>
        <p:nvPr/>
      </p:nvGrpSpPr>
      <p:grpSpPr>
        <a:xfrm>
          <a:off x="0" y="0"/>
          <a:ext cx="0" cy="0"/>
          <a:chOff x="0" y="0"/>
          <a:chExt cx="0" cy="0"/>
        </a:xfrm>
      </p:grpSpPr>
      <p:sp>
        <p:nvSpPr>
          <p:cNvPr id="633" name="Google Shape;633;p19"/>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34" name="Google Shape;634;p19"/>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635" name="Google Shape;635;p19"/>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36" name="Google Shape;636;p19"/>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37" name="Google Shape;637;p19"/>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38" name="Google Shape;638;p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contenu" type="obj">
  <p:cSld name="OBJECT">
    <p:spTree>
      <p:nvGrpSpPr>
        <p:cNvPr id="639" name="Shape 639"/>
        <p:cNvGrpSpPr/>
        <p:nvPr/>
      </p:nvGrpSpPr>
      <p:grpSpPr>
        <a:xfrm>
          <a:off x="0" y="0"/>
          <a:ext cx="0" cy="0"/>
          <a:chOff x="0" y="0"/>
          <a:chExt cx="0" cy="0"/>
        </a:xfrm>
      </p:grpSpPr>
      <p:sp>
        <p:nvSpPr>
          <p:cNvPr id="640" name="Google Shape;640;p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41" name="Google Shape;641;p20"/>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42" name="Google Shape;642;p2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43" name="Google Shape;643;p20"/>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44" name="Google Shape;644;p20"/>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de section" type="secHead">
  <p:cSld name="SECTION_HEADER">
    <p:spTree>
      <p:nvGrpSpPr>
        <p:cNvPr id="645" name="Shape 645"/>
        <p:cNvGrpSpPr/>
        <p:nvPr/>
      </p:nvGrpSpPr>
      <p:grpSpPr>
        <a:xfrm>
          <a:off x="0" y="0"/>
          <a:ext cx="0" cy="0"/>
          <a:chOff x="0" y="0"/>
          <a:chExt cx="0" cy="0"/>
        </a:xfrm>
      </p:grpSpPr>
      <p:sp>
        <p:nvSpPr>
          <p:cNvPr id="646" name="Google Shape;646;p21"/>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47" name="Google Shape;647;p21"/>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648" name="Google Shape;648;p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49" name="Google Shape;649;p2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50" name="Google Shape;650;p21"/>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ux contenus" type="twoObj">
  <p:cSld name="TWO_OBJECTS">
    <p:spTree>
      <p:nvGrpSpPr>
        <p:cNvPr id="651" name="Shape 651"/>
        <p:cNvGrpSpPr/>
        <p:nvPr/>
      </p:nvGrpSpPr>
      <p:grpSpPr>
        <a:xfrm>
          <a:off x="0" y="0"/>
          <a:ext cx="0" cy="0"/>
          <a:chOff x="0" y="0"/>
          <a:chExt cx="0" cy="0"/>
        </a:xfrm>
      </p:grpSpPr>
      <p:sp>
        <p:nvSpPr>
          <p:cNvPr id="652" name="Google Shape;652;p22"/>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53" name="Google Shape;653;p22"/>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54" name="Google Shape;654;p22"/>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55" name="Google Shape;655;p2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56" name="Google Shape;656;p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57" name="Google Shape;657;p2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ison" type="twoTxTwoObj">
  <p:cSld name="TWO_OBJECTS_WITH_TEXT">
    <p:spTree>
      <p:nvGrpSpPr>
        <p:cNvPr id="658" name="Shape 658"/>
        <p:cNvGrpSpPr/>
        <p:nvPr/>
      </p:nvGrpSpPr>
      <p:grpSpPr>
        <a:xfrm>
          <a:off x="0" y="0"/>
          <a:ext cx="0" cy="0"/>
          <a:chOff x="0" y="0"/>
          <a:chExt cx="0" cy="0"/>
        </a:xfrm>
      </p:grpSpPr>
      <p:sp>
        <p:nvSpPr>
          <p:cNvPr id="659" name="Google Shape;659;p23"/>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60" name="Google Shape;660;p23"/>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661" name="Google Shape;661;p23"/>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62" name="Google Shape;662;p23"/>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663" name="Google Shape;663;p23"/>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64" name="Google Shape;664;p2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65" name="Google Shape;665;p2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66" name="Google Shape;666;p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seul" type="titleOnly">
  <p:cSld name="TITLE_ONLY">
    <p:spTree>
      <p:nvGrpSpPr>
        <p:cNvPr id="667" name="Shape 667"/>
        <p:cNvGrpSpPr/>
        <p:nvPr/>
      </p:nvGrpSpPr>
      <p:grpSpPr>
        <a:xfrm>
          <a:off x="0" y="0"/>
          <a:ext cx="0" cy="0"/>
          <a:chOff x="0" y="0"/>
          <a:chExt cx="0" cy="0"/>
        </a:xfrm>
      </p:grpSpPr>
      <p:sp>
        <p:nvSpPr>
          <p:cNvPr id="668" name="Google Shape;668;p2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69" name="Google Shape;669;p24"/>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70" name="Google Shape;670;p2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71" name="Google Shape;671;p2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ide" type="blank">
  <p:cSld name="BLANK">
    <p:spTree>
      <p:nvGrpSpPr>
        <p:cNvPr id="672" name="Shape 672"/>
        <p:cNvGrpSpPr/>
        <p:nvPr/>
      </p:nvGrpSpPr>
      <p:grpSpPr>
        <a:xfrm>
          <a:off x="0" y="0"/>
          <a:ext cx="0" cy="0"/>
          <a:chOff x="0" y="0"/>
          <a:chExt cx="0" cy="0"/>
        </a:xfrm>
      </p:grpSpPr>
      <p:sp>
        <p:nvSpPr>
          <p:cNvPr id="673" name="Google Shape;673;p25"/>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74" name="Google Shape;674;p25"/>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75" name="Google Shape;675;p2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texte vertical" type="vertTx">
  <p:cSld name="VERTICAL_TEXT">
    <p:spTree>
      <p:nvGrpSpPr>
        <p:cNvPr id="676" name="Shape 676"/>
        <p:cNvGrpSpPr/>
        <p:nvPr/>
      </p:nvGrpSpPr>
      <p:grpSpPr>
        <a:xfrm>
          <a:off x="0" y="0"/>
          <a:ext cx="0" cy="0"/>
          <a:chOff x="0" y="0"/>
          <a:chExt cx="0" cy="0"/>
        </a:xfrm>
      </p:grpSpPr>
      <p:sp>
        <p:nvSpPr>
          <p:cNvPr id="677" name="Google Shape;677;p26"/>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78" name="Google Shape;678;p26"/>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79" name="Google Shape;679;p2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80" name="Google Shape;680;p26"/>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81" name="Google Shape;681;p26"/>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vertical et texte" type="vertTitleAndTx">
  <p:cSld name="VERTICAL_TITLE_AND_VERTICAL_TEXT">
    <p:spTree>
      <p:nvGrpSpPr>
        <p:cNvPr id="682" name="Shape 682"/>
        <p:cNvGrpSpPr/>
        <p:nvPr/>
      </p:nvGrpSpPr>
      <p:grpSpPr>
        <a:xfrm>
          <a:off x="0" y="0"/>
          <a:ext cx="0" cy="0"/>
          <a:chOff x="0" y="0"/>
          <a:chExt cx="0" cy="0"/>
        </a:xfrm>
      </p:grpSpPr>
      <p:sp>
        <p:nvSpPr>
          <p:cNvPr id="683" name="Google Shape;683;p27"/>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84" name="Google Shape;684;p27"/>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85" name="Google Shape;685;p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86" name="Google Shape;686;p2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87" name="Google Shape;687;p27"/>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5" Type="http://schemas.openxmlformats.org/officeDocument/2006/relationships/theme" Target="../theme/theme3.xml"/><Relationship Id="rId14" Type="http://schemas.openxmlformats.org/officeDocument/2006/relationships/slideLayout" Target="../slideLayouts/slideLayout2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52" name="Google Shape;52;p13"/>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54" name="Google Shape;54;p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55" name="Google Shape;55;p1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hyperlink" Target="https://tahiroudjara.bj/" TargetMode="External"/><Relationship Id="rId4" Type="http://schemas.openxmlformats.org/officeDocument/2006/relationships/hyperlink" Target="mailto:csm.djara@gmail.com" TargetMode="External"/><Relationship Id="rId5" Type="http://schemas.openxmlformats.org/officeDocument/2006/relationships/hyperlink" Target="mailto:tdjara@gouv.bj" TargetMode="External"/><Relationship Id="rId6" Type="http://schemas.openxmlformats.org/officeDocument/2006/relationships/image" Target="../media/image3.png"/><Relationship Id="rId7"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2.xml"/><Relationship Id="rId3" Type="http://schemas.openxmlformats.org/officeDocument/2006/relationships/image" Target="../media/image6.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6.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7.xml"/><Relationship Id="rId3"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9.xml"/><Relationship Id="rId3"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0.xml"/><Relationship Id="rId3"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2.xml"/><Relationship Id="rId3"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3.xml"/><Relationship Id="rId3" Type="http://schemas.openxmlformats.org/officeDocument/2006/relationships/image" Target="../media/image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4.xml"/><Relationship Id="rId3" Type="http://schemas.openxmlformats.org/officeDocument/2006/relationships/image" Target="../media/image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5.xml"/><Relationship Id="rId3" Type="http://schemas.openxmlformats.org/officeDocument/2006/relationships/image" Target="../media/image6.png"/><Relationship Id="rId4" Type="http://schemas.openxmlformats.org/officeDocument/2006/relationships/image" Target="../media/image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6.xml"/><Relationship Id="rId3" Type="http://schemas.openxmlformats.org/officeDocument/2006/relationships/image" Target="../media/image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7.xml"/><Relationship Id="rId3" Type="http://schemas.openxmlformats.org/officeDocument/2006/relationships/image" Target="../media/image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9.xml"/><Relationship Id="rId3" Type="http://schemas.openxmlformats.org/officeDocument/2006/relationships/image" Target="../media/image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0.xml"/><Relationship Id="rId3" Type="http://schemas.openxmlformats.org/officeDocument/2006/relationships/image" Target="../media/image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1.xml"/><Relationship Id="rId3" Type="http://schemas.openxmlformats.org/officeDocument/2006/relationships/image" Target="../media/image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2.xml"/><Relationship Id="rId3" Type="http://schemas.openxmlformats.org/officeDocument/2006/relationships/image" Target="../media/image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3.xml"/><Relationship Id="rId3" Type="http://schemas.openxmlformats.org/officeDocument/2006/relationships/image" Target="../media/image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5.xml"/><Relationship Id="rId3" Type="http://schemas.openxmlformats.org/officeDocument/2006/relationships/image" Target="../media/image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6.xml"/><Relationship Id="rId3" Type="http://schemas.openxmlformats.org/officeDocument/2006/relationships/image" Target="../media/image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1" name="Shape 691"/>
        <p:cNvGrpSpPr/>
        <p:nvPr/>
      </p:nvGrpSpPr>
      <p:grpSpPr>
        <a:xfrm>
          <a:off x="0" y="0"/>
          <a:ext cx="0" cy="0"/>
          <a:chOff x="0" y="0"/>
          <a:chExt cx="0" cy="0"/>
        </a:xfrm>
      </p:grpSpPr>
      <p:sp>
        <p:nvSpPr>
          <p:cNvPr id="692" name="Google Shape;692;p28"/>
          <p:cNvSpPr/>
          <p:nvPr/>
        </p:nvSpPr>
        <p:spPr>
          <a:xfrm>
            <a:off x="0" y="1439509"/>
            <a:ext cx="9144000" cy="2264400"/>
          </a:xfrm>
          <a:prstGeom prst="rect">
            <a:avLst/>
          </a:prstGeom>
          <a:solidFill>
            <a:schemeClr val="accent1">
              <a:alpha val="4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93" name="Google Shape;693;p28"/>
          <p:cNvSpPr/>
          <p:nvPr/>
        </p:nvSpPr>
        <p:spPr>
          <a:xfrm>
            <a:off x="-587" y="1590986"/>
            <a:ext cx="9144000" cy="1920000"/>
          </a:xfrm>
          <a:prstGeom prst="rect">
            <a:avLst/>
          </a:prstGeom>
          <a:solidFill>
            <a:srgbClr val="D8E6FC">
              <a:alpha val="8392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94" name="Google Shape;694;p28"/>
          <p:cNvSpPr txBox="1"/>
          <p:nvPr/>
        </p:nvSpPr>
        <p:spPr>
          <a:xfrm>
            <a:off x="531775" y="1757102"/>
            <a:ext cx="7853400" cy="777000"/>
          </a:xfrm>
          <a:prstGeom prst="rect">
            <a:avLst/>
          </a:prstGeom>
          <a:noFill/>
          <a:ln>
            <a:noFill/>
          </a:ln>
        </p:spPr>
        <p:txBody>
          <a:bodyPr anchorCtr="0" anchor="ctr" bIns="45700" lIns="91425" spcFirstLastPara="1" rIns="91425" wrap="square" tIns="45700">
            <a:noAutofit/>
          </a:bodyPr>
          <a:lstStyle/>
          <a:p>
            <a:pPr indent="0" lvl="0" marL="0" marR="0" rtl="0" algn="ctr">
              <a:lnSpc>
                <a:spcPct val="115000"/>
              </a:lnSpc>
              <a:spcBef>
                <a:spcPts val="0"/>
              </a:spcBef>
              <a:spcAft>
                <a:spcPts val="600"/>
              </a:spcAft>
              <a:buClr>
                <a:srgbClr val="000000"/>
              </a:buClr>
              <a:buSzPts val="2300"/>
              <a:buFont typeface="Arial"/>
              <a:buNone/>
            </a:pPr>
            <a:r>
              <a:rPr b="1" i="0" lang="en" sz="2300" u="none" cap="none" strike="noStrike">
                <a:solidFill>
                  <a:srgbClr val="3A5486"/>
                </a:solidFill>
                <a:latin typeface="Verdana"/>
                <a:ea typeface="Verdana"/>
                <a:cs typeface="Verdana"/>
                <a:sym typeface="Verdana"/>
              </a:rPr>
              <a:t>Suivi de la rétinopathie diabétique </a:t>
            </a:r>
            <a:endParaRPr b="1" i="0" sz="2300" u="none" cap="none" strike="noStrike">
              <a:solidFill>
                <a:srgbClr val="3A5486"/>
              </a:solidFill>
              <a:latin typeface="Verdana"/>
              <a:ea typeface="Verdana"/>
              <a:cs typeface="Verdana"/>
              <a:sym typeface="Verdana"/>
            </a:endParaRPr>
          </a:p>
        </p:txBody>
      </p:sp>
      <p:grpSp>
        <p:nvGrpSpPr>
          <p:cNvPr id="695" name="Google Shape;695;p28"/>
          <p:cNvGrpSpPr/>
          <p:nvPr/>
        </p:nvGrpSpPr>
        <p:grpSpPr>
          <a:xfrm>
            <a:off x="7779377" y="1946547"/>
            <a:ext cx="1268622" cy="1251264"/>
            <a:chOff x="7024906" y="1206577"/>
            <a:chExt cx="4638473" cy="4444987"/>
          </a:xfrm>
        </p:grpSpPr>
        <p:grpSp>
          <p:nvGrpSpPr>
            <p:cNvPr id="696" name="Google Shape;696;p28"/>
            <p:cNvGrpSpPr/>
            <p:nvPr/>
          </p:nvGrpSpPr>
          <p:grpSpPr>
            <a:xfrm>
              <a:off x="8034418" y="1206577"/>
              <a:ext cx="3628962" cy="4444987"/>
              <a:chOff x="7889910" y="400867"/>
              <a:chExt cx="2491221" cy="3051409"/>
            </a:xfrm>
          </p:grpSpPr>
          <p:sp>
            <p:nvSpPr>
              <p:cNvPr id="697" name="Google Shape;697;p28"/>
              <p:cNvSpPr/>
              <p:nvPr/>
            </p:nvSpPr>
            <p:spPr>
              <a:xfrm>
                <a:off x="8611209" y="665208"/>
                <a:ext cx="803463" cy="419242"/>
              </a:xfrm>
              <a:custGeom>
                <a:rect b="b" l="l" r="r" t="t"/>
                <a:pathLst>
                  <a:path extrusionOk="0" h="419242" w="803463">
                    <a:moveTo>
                      <a:pt x="803464" y="419242"/>
                    </a:moveTo>
                    <a:lnTo>
                      <a:pt x="39735" y="419242"/>
                    </a:lnTo>
                    <a:cubicBezTo>
                      <a:pt x="17847" y="419242"/>
                      <a:pt x="0" y="401395"/>
                      <a:pt x="0" y="379507"/>
                    </a:cubicBezTo>
                    <a:lnTo>
                      <a:pt x="0" y="0"/>
                    </a:lnTo>
                    <a:lnTo>
                      <a:pt x="803464" y="0"/>
                    </a:lnTo>
                    <a:lnTo>
                      <a:pt x="803464" y="419242"/>
                    </a:lnTo>
                    <a:close/>
                  </a:path>
                </a:pathLst>
              </a:custGeom>
              <a:solidFill>
                <a:srgbClr val="31363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8" name="Google Shape;698;p28"/>
              <p:cNvSpPr/>
              <p:nvPr/>
            </p:nvSpPr>
            <p:spPr>
              <a:xfrm>
                <a:off x="8252916" y="400867"/>
                <a:ext cx="1562813" cy="484906"/>
              </a:xfrm>
              <a:custGeom>
                <a:rect b="b" l="l" r="r" t="t"/>
                <a:pathLst>
                  <a:path extrusionOk="0" h="484906" w="1562813">
                    <a:moveTo>
                      <a:pt x="810198" y="0"/>
                    </a:moveTo>
                    <a:lnTo>
                      <a:pt x="0" y="142441"/>
                    </a:lnTo>
                    <a:lnTo>
                      <a:pt x="851954" y="484907"/>
                    </a:lnTo>
                    <a:lnTo>
                      <a:pt x="1562814" y="125604"/>
                    </a:lnTo>
                    <a:close/>
                  </a:path>
                </a:pathLst>
              </a:custGeom>
              <a:solidFill>
                <a:srgbClr val="1D222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9" name="Google Shape;699;p28"/>
              <p:cNvSpPr/>
              <p:nvPr/>
            </p:nvSpPr>
            <p:spPr>
              <a:xfrm>
                <a:off x="8252916" y="400867"/>
                <a:ext cx="1562813" cy="403415"/>
              </a:xfrm>
              <a:custGeom>
                <a:rect b="b" l="l" r="r" t="t"/>
                <a:pathLst>
                  <a:path extrusionOk="0" h="403415" w="1562813">
                    <a:moveTo>
                      <a:pt x="810198" y="0"/>
                    </a:moveTo>
                    <a:lnTo>
                      <a:pt x="0" y="142441"/>
                    </a:lnTo>
                    <a:lnTo>
                      <a:pt x="873506" y="403416"/>
                    </a:lnTo>
                    <a:lnTo>
                      <a:pt x="1562814" y="125604"/>
                    </a:lnTo>
                    <a:close/>
                  </a:path>
                </a:pathLst>
              </a:cu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0" name="Google Shape;700;p28"/>
              <p:cNvSpPr/>
              <p:nvPr/>
            </p:nvSpPr>
            <p:spPr>
              <a:xfrm>
                <a:off x="8620847" y="1071088"/>
                <a:ext cx="802153" cy="970922"/>
              </a:xfrm>
              <a:custGeom>
                <a:rect b="b" l="l" r="r" t="t"/>
                <a:pathLst>
                  <a:path extrusionOk="0" h="970922" w="802153">
                    <a:moveTo>
                      <a:pt x="801907" y="249755"/>
                    </a:moveTo>
                    <a:cubicBezTo>
                      <a:pt x="801233" y="225173"/>
                      <a:pt x="793152" y="217428"/>
                      <a:pt x="768233" y="215744"/>
                    </a:cubicBezTo>
                    <a:cubicBezTo>
                      <a:pt x="758804" y="216417"/>
                      <a:pt x="757457" y="224499"/>
                      <a:pt x="755437" y="230897"/>
                    </a:cubicBezTo>
                    <a:cubicBezTo>
                      <a:pt x="752069" y="241336"/>
                      <a:pt x="748702" y="252112"/>
                      <a:pt x="744661" y="262551"/>
                    </a:cubicBezTo>
                    <a:cubicBezTo>
                      <a:pt x="741630" y="269622"/>
                      <a:pt x="736579" y="273327"/>
                      <a:pt x="728834" y="271643"/>
                    </a:cubicBezTo>
                    <a:cubicBezTo>
                      <a:pt x="721426" y="269959"/>
                      <a:pt x="721763" y="252785"/>
                      <a:pt x="721763" y="250091"/>
                    </a:cubicBezTo>
                    <a:cubicBezTo>
                      <a:pt x="725130" y="202274"/>
                      <a:pt x="729508" y="154457"/>
                      <a:pt x="727824" y="106303"/>
                    </a:cubicBezTo>
                    <a:cubicBezTo>
                      <a:pt x="726477" y="71956"/>
                      <a:pt x="720416" y="38281"/>
                      <a:pt x="695497" y="11679"/>
                    </a:cubicBezTo>
                    <a:cubicBezTo>
                      <a:pt x="691793" y="8985"/>
                      <a:pt x="687415" y="7301"/>
                      <a:pt x="683037" y="7301"/>
                    </a:cubicBezTo>
                    <a:cubicBezTo>
                      <a:pt x="654414" y="6291"/>
                      <a:pt x="147283" y="3934"/>
                      <a:pt x="131793" y="903"/>
                    </a:cubicBezTo>
                    <a:cubicBezTo>
                      <a:pt x="122027" y="-1117"/>
                      <a:pt x="111588" y="-107"/>
                      <a:pt x="103506" y="7638"/>
                    </a:cubicBezTo>
                    <a:cubicBezTo>
                      <a:pt x="90710" y="21781"/>
                      <a:pt x="82965" y="38281"/>
                      <a:pt x="77241" y="55792"/>
                    </a:cubicBezTo>
                    <a:cubicBezTo>
                      <a:pt x="69159" y="80374"/>
                      <a:pt x="70169" y="105966"/>
                      <a:pt x="70843" y="130548"/>
                    </a:cubicBezTo>
                    <a:cubicBezTo>
                      <a:pt x="71853" y="167927"/>
                      <a:pt x="69159" y="205642"/>
                      <a:pt x="74884" y="242683"/>
                    </a:cubicBezTo>
                    <a:cubicBezTo>
                      <a:pt x="75894" y="248071"/>
                      <a:pt x="73536" y="270969"/>
                      <a:pt x="66128" y="271643"/>
                    </a:cubicBezTo>
                    <a:cubicBezTo>
                      <a:pt x="59393" y="272316"/>
                      <a:pt x="55689" y="268949"/>
                      <a:pt x="53332" y="263224"/>
                    </a:cubicBezTo>
                    <a:cubicBezTo>
                      <a:pt x="49291" y="254469"/>
                      <a:pt x="47271" y="245377"/>
                      <a:pt x="43567" y="236285"/>
                    </a:cubicBezTo>
                    <a:cubicBezTo>
                      <a:pt x="41209" y="230561"/>
                      <a:pt x="40536" y="222816"/>
                      <a:pt x="31781" y="221805"/>
                    </a:cubicBezTo>
                    <a:cubicBezTo>
                      <a:pt x="9219" y="220122"/>
                      <a:pt x="2821" y="223489"/>
                      <a:pt x="1474" y="240326"/>
                    </a:cubicBezTo>
                    <a:cubicBezTo>
                      <a:pt x="-3577" y="304980"/>
                      <a:pt x="3494" y="367614"/>
                      <a:pt x="36158" y="425197"/>
                    </a:cubicBezTo>
                    <a:cubicBezTo>
                      <a:pt x="42220" y="435972"/>
                      <a:pt x="47607" y="448095"/>
                      <a:pt x="59730" y="455167"/>
                    </a:cubicBezTo>
                    <a:cubicBezTo>
                      <a:pt x="87343" y="471330"/>
                      <a:pt x="100812" y="495239"/>
                      <a:pt x="102833" y="527903"/>
                    </a:cubicBezTo>
                    <a:cubicBezTo>
                      <a:pt x="105527" y="577404"/>
                      <a:pt x="122027" y="621853"/>
                      <a:pt x="162099" y="654180"/>
                    </a:cubicBezTo>
                    <a:cubicBezTo>
                      <a:pt x="168161" y="659232"/>
                      <a:pt x="170518" y="664956"/>
                      <a:pt x="170518" y="673038"/>
                    </a:cubicBezTo>
                    <a:cubicBezTo>
                      <a:pt x="170181" y="707722"/>
                      <a:pt x="170518" y="742407"/>
                      <a:pt x="170518" y="777428"/>
                    </a:cubicBezTo>
                    <a:cubicBezTo>
                      <a:pt x="180620" y="796285"/>
                      <a:pt x="367174" y="950512"/>
                      <a:pt x="385359" y="967349"/>
                    </a:cubicBezTo>
                    <a:cubicBezTo>
                      <a:pt x="393104" y="974421"/>
                      <a:pt x="399502" y="969707"/>
                      <a:pt x="405563" y="964319"/>
                    </a:cubicBezTo>
                    <a:cubicBezTo>
                      <a:pt x="428798" y="943441"/>
                      <a:pt x="615353" y="786520"/>
                      <a:pt x="620067" y="778101"/>
                    </a:cubicBezTo>
                    <a:cubicBezTo>
                      <a:pt x="620067" y="759580"/>
                      <a:pt x="621750" y="741060"/>
                      <a:pt x="619730" y="722539"/>
                    </a:cubicBezTo>
                    <a:cubicBezTo>
                      <a:pt x="616363" y="690885"/>
                      <a:pt x="624108" y="666640"/>
                      <a:pt x="650373" y="645425"/>
                    </a:cubicBezTo>
                    <a:cubicBezTo>
                      <a:pt x="676303" y="624547"/>
                      <a:pt x="695497" y="595251"/>
                      <a:pt x="694487" y="560230"/>
                    </a:cubicBezTo>
                    <a:cubicBezTo>
                      <a:pt x="693476" y="511739"/>
                      <a:pt x="714018" y="475371"/>
                      <a:pt x="750386" y="446075"/>
                    </a:cubicBezTo>
                    <a:cubicBezTo>
                      <a:pt x="761498" y="436983"/>
                      <a:pt x="769916" y="426207"/>
                      <a:pt x="775304" y="413074"/>
                    </a:cubicBezTo>
                    <a:cubicBezTo>
                      <a:pt x="796856" y="361216"/>
                      <a:pt x="803591" y="305990"/>
                      <a:pt x="801907" y="249755"/>
                    </a:cubicBezTo>
                    <a:close/>
                  </a:path>
                </a:pathLst>
              </a:custGeom>
              <a:solidFill>
                <a:srgbClr val="FDC69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1" name="Google Shape;701;p28"/>
              <p:cNvSpPr/>
              <p:nvPr/>
            </p:nvSpPr>
            <p:spPr>
              <a:xfrm>
                <a:off x="7889910" y="2011835"/>
                <a:ext cx="2491221" cy="1440441"/>
              </a:xfrm>
              <a:custGeom>
                <a:rect b="b" l="l" r="r" t="t"/>
                <a:pathLst>
                  <a:path extrusionOk="0" h="1440441" w="2491221">
                    <a:moveTo>
                      <a:pt x="2431942" y="1045244"/>
                    </a:moveTo>
                    <a:cubicBezTo>
                      <a:pt x="2387156" y="916272"/>
                      <a:pt x="2325869" y="794709"/>
                      <a:pt x="2260541" y="674829"/>
                    </a:cubicBezTo>
                    <a:cubicBezTo>
                      <a:pt x="2158845" y="487937"/>
                      <a:pt x="2046711" y="307781"/>
                      <a:pt x="1929188" y="130656"/>
                    </a:cubicBezTo>
                    <a:cubicBezTo>
                      <a:pt x="1922453" y="120553"/>
                      <a:pt x="1914708" y="114829"/>
                      <a:pt x="1903596" y="110788"/>
                    </a:cubicBezTo>
                    <a:cubicBezTo>
                      <a:pt x="1819747" y="82165"/>
                      <a:pt x="1735562" y="54889"/>
                      <a:pt x="1650030" y="31317"/>
                    </a:cubicBezTo>
                    <a:cubicBezTo>
                      <a:pt x="1608948" y="19868"/>
                      <a:pt x="1568539" y="7072"/>
                      <a:pt x="1526446" y="0"/>
                    </a:cubicBezTo>
                    <a:cubicBezTo>
                      <a:pt x="1523415" y="10439"/>
                      <a:pt x="1530487" y="18184"/>
                      <a:pt x="1534528" y="26603"/>
                    </a:cubicBezTo>
                    <a:cubicBezTo>
                      <a:pt x="1539579" y="37041"/>
                      <a:pt x="1537559" y="41756"/>
                      <a:pt x="1526109" y="44113"/>
                    </a:cubicBezTo>
                    <a:cubicBezTo>
                      <a:pt x="1497486" y="50174"/>
                      <a:pt x="1470547" y="61624"/>
                      <a:pt x="1442261" y="69032"/>
                    </a:cubicBezTo>
                    <a:cubicBezTo>
                      <a:pt x="1438557" y="70042"/>
                      <a:pt x="1434516" y="71052"/>
                      <a:pt x="1431149" y="72736"/>
                    </a:cubicBezTo>
                    <a:cubicBezTo>
                      <a:pt x="1427108" y="74420"/>
                      <a:pt x="1422057" y="76777"/>
                      <a:pt x="1421720" y="81491"/>
                    </a:cubicBezTo>
                    <a:cubicBezTo>
                      <a:pt x="1421383" y="86879"/>
                      <a:pt x="1426434" y="88563"/>
                      <a:pt x="1430475" y="90247"/>
                    </a:cubicBezTo>
                    <a:cubicBezTo>
                      <a:pt x="1434516" y="91930"/>
                      <a:pt x="1438894" y="92940"/>
                      <a:pt x="1443271" y="94287"/>
                    </a:cubicBezTo>
                    <a:cubicBezTo>
                      <a:pt x="1463812" y="99339"/>
                      <a:pt x="1484017" y="107084"/>
                      <a:pt x="1504895" y="111124"/>
                    </a:cubicBezTo>
                    <a:cubicBezTo>
                      <a:pt x="1517691" y="113482"/>
                      <a:pt x="1517691" y="118533"/>
                      <a:pt x="1509946" y="127625"/>
                    </a:cubicBezTo>
                    <a:cubicBezTo>
                      <a:pt x="1492435" y="148166"/>
                      <a:pt x="1474925" y="168707"/>
                      <a:pt x="1457414" y="188912"/>
                    </a:cubicBezTo>
                    <a:cubicBezTo>
                      <a:pt x="1356729" y="306434"/>
                      <a:pt x="1254360" y="422610"/>
                      <a:pt x="1154348" y="540469"/>
                    </a:cubicBezTo>
                    <a:cubicBezTo>
                      <a:pt x="1138857" y="558653"/>
                      <a:pt x="1137847" y="558990"/>
                      <a:pt x="1121347" y="541142"/>
                    </a:cubicBezTo>
                    <a:cubicBezTo>
                      <a:pt x="1091040" y="507805"/>
                      <a:pt x="782922" y="181167"/>
                      <a:pt x="732411" y="127625"/>
                    </a:cubicBezTo>
                    <a:cubicBezTo>
                      <a:pt x="721972" y="116512"/>
                      <a:pt x="727023" y="113145"/>
                      <a:pt x="737462" y="109441"/>
                    </a:cubicBezTo>
                    <a:cubicBezTo>
                      <a:pt x="750932" y="104390"/>
                      <a:pt x="765075" y="100012"/>
                      <a:pt x="778208" y="94287"/>
                    </a:cubicBezTo>
                    <a:cubicBezTo>
                      <a:pt x="790331" y="88900"/>
                      <a:pt x="804811" y="88226"/>
                      <a:pt x="815923" y="78797"/>
                    </a:cubicBezTo>
                    <a:cubicBezTo>
                      <a:pt x="809188" y="73073"/>
                      <a:pt x="802117" y="71389"/>
                      <a:pt x="795382" y="69032"/>
                    </a:cubicBezTo>
                    <a:cubicBezTo>
                      <a:pt x="772483" y="61624"/>
                      <a:pt x="749585" y="54215"/>
                      <a:pt x="726687" y="46470"/>
                    </a:cubicBezTo>
                    <a:cubicBezTo>
                      <a:pt x="712207" y="41756"/>
                      <a:pt x="702105" y="35021"/>
                      <a:pt x="714901" y="18521"/>
                    </a:cubicBezTo>
                    <a:cubicBezTo>
                      <a:pt x="717595" y="15153"/>
                      <a:pt x="716921" y="11113"/>
                      <a:pt x="714564" y="7408"/>
                    </a:cubicBezTo>
                    <a:cubicBezTo>
                      <a:pt x="582898" y="39399"/>
                      <a:pt x="453253" y="78461"/>
                      <a:pt x="324618" y="119880"/>
                    </a:cubicBezTo>
                    <a:cubicBezTo>
                      <a:pt x="318557" y="121900"/>
                      <a:pt x="313842" y="124594"/>
                      <a:pt x="311148" y="131329"/>
                    </a:cubicBezTo>
                    <a:cubicBezTo>
                      <a:pt x="285220" y="194299"/>
                      <a:pt x="258954" y="257270"/>
                      <a:pt x="232688" y="320241"/>
                    </a:cubicBezTo>
                    <a:cubicBezTo>
                      <a:pt x="238413" y="325628"/>
                      <a:pt x="0" y="956344"/>
                      <a:pt x="0" y="956344"/>
                    </a:cubicBezTo>
                    <a:cubicBezTo>
                      <a:pt x="0" y="956344"/>
                      <a:pt x="1640938" y="943211"/>
                      <a:pt x="1636897" y="966783"/>
                    </a:cubicBezTo>
                    <a:cubicBezTo>
                      <a:pt x="1636897" y="967457"/>
                      <a:pt x="1636897" y="967793"/>
                      <a:pt x="1636897" y="968467"/>
                    </a:cubicBezTo>
                    <a:cubicBezTo>
                      <a:pt x="1636560" y="1046254"/>
                      <a:pt x="1634540" y="1252003"/>
                      <a:pt x="1643295" y="1258064"/>
                    </a:cubicBezTo>
                    <a:cubicBezTo>
                      <a:pt x="1651377" y="1263788"/>
                      <a:pt x="1663836" y="1258401"/>
                      <a:pt x="1674275" y="1256717"/>
                    </a:cubicBezTo>
                    <a:cubicBezTo>
                      <a:pt x="1684041" y="1255370"/>
                      <a:pt x="1688418" y="1259074"/>
                      <a:pt x="1687072" y="1268503"/>
                    </a:cubicBezTo>
                    <a:cubicBezTo>
                      <a:pt x="1685051" y="1281972"/>
                      <a:pt x="1692459" y="1289381"/>
                      <a:pt x="1702898" y="1294769"/>
                    </a:cubicBezTo>
                    <a:cubicBezTo>
                      <a:pt x="1713000" y="1299820"/>
                      <a:pt x="1879014" y="1359760"/>
                      <a:pt x="1954781" y="1376597"/>
                    </a:cubicBezTo>
                    <a:cubicBezTo>
                      <a:pt x="1997210" y="1386025"/>
                      <a:pt x="2489862" y="1454384"/>
                      <a:pt x="2491209" y="1437884"/>
                    </a:cubicBezTo>
                    <a:cubicBezTo>
                      <a:pt x="2492219" y="1430812"/>
                      <a:pt x="2433963" y="1050968"/>
                      <a:pt x="2431942" y="1045244"/>
                    </a:cubicBezTo>
                    <a:close/>
                  </a:path>
                </a:pathLst>
              </a:custGeom>
              <a:solidFill>
                <a:srgbClr val="31363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2" name="Google Shape;702;p28"/>
              <p:cNvSpPr/>
              <p:nvPr/>
            </p:nvSpPr>
            <p:spPr>
              <a:xfrm>
                <a:off x="8594498" y="1960685"/>
                <a:ext cx="842152" cy="613967"/>
              </a:xfrm>
              <a:custGeom>
                <a:rect b="b" l="l" r="r" t="t"/>
                <a:pathLst>
                  <a:path extrusionOk="0" h="613967" w="842152">
                    <a:moveTo>
                      <a:pt x="839705" y="84823"/>
                    </a:moveTo>
                    <a:cubicBezTo>
                      <a:pt x="833307" y="73711"/>
                      <a:pt x="811082" y="26231"/>
                      <a:pt x="795592" y="23537"/>
                    </a:cubicBezTo>
                    <a:cubicBezTo>
                      <a:pt x="759561" y="17475"/>
                      <a:pt x="723193" y="11414"/>
                      <a:pt x="687162" y="5353"/>
                    </a:cubicBezTo>
                    <a:cubicBezTo>
                      <a:pt x="681100" y="-2392"/>
                      <a:pt x="675039" y="-1045"/>
                      <a:pt x="668641" y="5016"/>
                    </a:cubicBezTo>
                    <a:cubicBezTo>
                      <a:pt x="664263" y="9394"/>
                      <a:pt x="661569" y="15118"/>
                      <a:pt x="658875" y="20506"/>
                    </a:cubicBezTo>
                    <a:cubicBezTo>
                      <a:pt x="618466" y="99303"/>
                      <a:pt x="578731" y="178438"/>
                      <a:pt x="540006" y="257908"/>
                    </a:cubicBezTo>
                    <a:cubicBezTo>
                      <a:pt x="522832" y="234673"/>
                      <a:pt x="505658" y="211438"/>
                      <a:pt x="488148" y="187866"/>
                    </a:cubicBezTo>
                    <a:cubicBezTo>
                      <a:pt x="467943" y="159243"/>
                      <a:pt x="447402" y="130620"/>
                      <a:pt x="427198" y="101997"/>
                    </a:cubicBezTo>
                    <a:cubicBezTo>
                      <a:pt x="422820" y="95599"/>
                      <a:pt x="419789" y="95262"/>
                      <a:pt x="415075" y="101997"/>
                    </a:cubicBezTo>
                    <a:cubicBezTo>
                      <a:pt x="395207" y="130620"/>
                      <a:pt x="375003" y="158906"/>
                      <a:pt x="355135" y="187530"/>
                    </a:cubicBezTo>
                    <a:cubicBezTo>
                      <a:pt x="354798" y="187193"/>
                      <a:pt x="354125" y="186856"/>
                      <a:pt x="353788" y="186519"/>
                    </a:cubicBezTo>
                    <a:cubicBezTo>
                      <a:pt x="343012" y="189550"/>
                      <a:pt x="338972" y="199652"/>
                      <a:pt x="332910" y="207397"/>
                    </a:cubicBezTo>
                    <a:cubicBezTo>
                      <a:pt x="323145" y="219857"/>
                      <a:pt x="315063" y="234000"/>
                      <a:pt x="304287" y="245449"/>
                    </a:cubicBezTo>
                    <a:cubicBezTo>
                      <a:pt x="300246" y="244102"/>
                      <a:pt x="299236" y="241408"/>
                      <a:pt x="297889" y="239051"/>
                    </a:cubicBezTo>
                    <a:cubicBezTo>
                      <a:pt x="265562" y="181131"/>
                      <a:pt x="234582" y="122202"/>
                      <a:pt x="201918" y="64282"/>
                    </a:cubicBezTo>
                    <a:cubicBezTo>
                      <a:pt x="192489" y="47109"/>
                      <a:pt x="183734" y="29598"/>
                      <a:pt x="173969" y="12761"/>
                    </a:cubicBezTo>
                    <a:cubicBezTo>
                      <a:pt x="166224" y="-1045"/>
                      <a:pt x="159825" y="-2729"/>
                      <a:pt x="148040" y="4006"/>
                    </a:cubicBezTo>
                    <a:cubicBezTo>
                      <a:pt x="115039" y="10404"/>
                      <a:pt x="82375" y="17475"/>
                      <a:pt x="49374" y="23200"/>
                    </a:cubicBezTo>
                    <a:cubicBezTo>
                      <a:pt x="39609" y="24884"/>
                      <a:pt x="17384" y="45762"/>
                      <a:pt x="10313" y="57884"/>
                    </a:cubicBezTo>
                    <a:cubicBezTo>
                      <a:pt x="-6524" y="86170"/>
                      <a:pt x="-3831" y="93579"/>
                      <a:pt x="26476" y="104355"/>
                    </a:cubicBezTo>
                    <a:cubicBezTo>
                      <a:pt x="30180" y="105701"/>
                      <a:pt x="78671" y="121192"/>
                      <a:pt x="101906" y="129273"/>
                    </a:cubicBezTo>
                    <a:cubicBezTo>
                      <a:pt x="77324" y="136345"/>
                      <a:pt x="56783" y="145437"/>
                      <a:pt x="35905" y="153182"/>
                    </a:cubicBezTo>
                    <a:cubicBezTo>
                      <a:pt x="14690" y="160927"/>
                      <a:pt x="13006" y="169009"/>
                      <a:pt x="27823" y="185846"/>
                    </a:cubicBezTo>
                    <a:cubicBezTo>
                      <a:pt x="72610" y="236357"/>
                      <a:pt x="387799" y="567373"/>
                      <a:pt x="424504" y="608119"/>
                    </a:cubicBezTo>
                    <a:cubicBezTo>
                      <a:pt x="432585" y="616874"/>
                      <a:pt x="438310" y="615190"/>
                      <a:pt x="444708" y="607109"/>
                    </a:cubicBezTo>
                    <a:cubicBezTo>
                      <a:pt x="454137" y="595323"/>
                      <a:pt x="747101" y="255214"/>
                      <a:pt x="812766" y="178438"/>
                    </a:cubicBezTo>
                    <a:cubicBezTo>
                      <a:pt x="826236" y="162611"/>
                      <a:pt x="826572" y="162947"/>
                      <a:pt x="806705" y="157560"/>
                    </a:cubicBezTo>
                    <a:cubicBezTo>
                      <a:pt x="777745" y="149815"/>
                      <a:pt x="749122" y="141733"/>
                      <a:pt x="717468" y="132977"/>
                    </a:cubicBezTo>
                    <a:cubicBezTo>
                      <a:pt x="722519" y="130284"/>
                      <a:pt x="797276" y="107385"/>
                      <a:pt x="832970" y="97956"/>
                    </a:cubicBezTo>
                    <a:cubicBezTo>
                      <a:pt x="842399" y="95599"/>
                      <a:pt x="844420" y="93242"/>
                      <a:pt x="839705" y="84823"/>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3" name="Google Shape;703;p28"/>
              <p:cNvSpPr/>
              <p:nvPr/>
            </p:nvSpPr>
            <p:spPr>
              <a:xfrm>
                <a:off x="8620510" y="1071787"/>
                <a:ext cx="414221" cy="800660"/>
              </a:xfrm>
              <a:custGeom>
                <a:rect b="b" l="l" r="r" t="t"/>
                <a:pathLst>
                  <a:path extrusionOk="0" h="800660" w="414221">
                    <a:moveTo>
                      <a:pt x="162099" y="654491"/>
                    </a:moveTo>
                    <a:cubicBezTo>
                      <a:pt x="122027" y="621827"/>
                      <a:pt x="105527" y="577714"/>
                      <a:pt x="102833" y="528213"/>
                    </a:cubicBezTo>
                    <a:cubicBezTo>
                      <a:pt x="100812" y="495550"/>
                      <a:pt x="87343" y="471641"/>
                      <a:pt x="59730" y="455477"/>
                    </a:cubicBezTo>
                    <a:cubicBezTo>
                      <a:pt x="47607" y="448406"/>
                      <a:pt x="42556" y="436283"/>
                      <a:pt x="36158" y="425507"/>
                    </a:cubicBezTo>
                    <a:cubicBezTo>
                      <a:pt x="3494" y="367925"/>
                      <a:pt x="-3577" y="305291"/>
                      <a:pt x="1474" y="240637"/>
                    </a:cubicBezTo>
                    <a:cubicBezTo>
                      <a:pt x="2821" y="223463"/>
                      <a:pt x="8882" y="220432"/>
                      <a:pt x="31781" y="222116"/>
                    </a:cubicBezTo>
                    <a:cubicBezTo>
                      <a:pt x="40536" y="222789"/>
                      <a:pt x="41209" y="230535"/>
                      <a:pt x="43567" y="236596"/>
                    </a:cubicBezTo>
                    <a:cubicBezTo>
                      <a:pt x="47271" y="245351"/>
                      <a:pt x="49291" y="254780"/>
                      <a:pt x="53332" y="263535"/>
                    </a:cubicBezTo>
                    <a:cubicBezTo>
                      <a:pt x="56026" y="269260"/>
                      <a:pt x="59730" y="272627"/>
                      <a:pt x="66128" y="271954"/>
                    </a:cubicBezTo>
                    <a:cubicBezTo>
                      <a:pt x="73537" y="271280"/>
                      <a:pt x="74547" y="265556"/>
                      <a:pt x="74884" y="259831"/>
                    </a:cubicBezTo>
                    <a:cubicBezTo>
                      <a:pt x="75220" y="254106"/>
                      <a:pt x="75557" y="248382"/>
                      <a:pt x="74884" y="242994"/>
                    </a:cubicBezTo>
                    <a:cubicBezTo>
                      <a:pt x="69159" y="205616"/>
                      <a:pt x="72190" y="168237"/>
                      <a:pt x="70843" y="130859"/>
                    </a:cubicBezTo>
                    <a:cubicBezTo>
                      <a:pt x="70169" y="105940"/>
                      <a:pt x="69159" y="80348"/>
                      <a:pt x="77241" y="56103"/>
                    </a:cubicBezTo>
                    <a:cubicBezTo>
                      <a:pt x="82965" y="38592"/>
                      <a:pt x="79261" y="20745"/>
                      <a:pt x="91721" y="6939"/>
                    </a:cubicBezTo>
                    <a:cubicBezTo>
                      <a:pt x="99802" y="-1143"/>
                      <a:pt x="121690" y="-806"/>
                      <a:pt x="131793" y="1214"/>
                    </a:cubicBezTo>
                    <a:cubicBezTo>
                      <a:pt x="147283" y="4245"/>
                      <a:pt x="163110" y="3571"/>
                      <a:pt x="178600" y="3571"/>
                    </a:cubicBezTo>
                    <a:cubicBezTo>
                      <a:pt x="304541" y="3571"/>
                      <a:pt x="416002" y="11316"/>
                      <a:pt x="410614" y="6939"/>
                    </a:cubicBezTo>
                    <a:cubicBezTo>
                      <a:pt x="419369" y="17378"/>
                      <a:pt x="410277" y="799290"/>
                      <a:pt x="403543" y="800300"/>
                    </a:cubicBezTo>
                    <a:cubicBezTo>
                      <a:pt x="346633" y="801984"/>
                      <a:pt x="312959" y="798953"/>
                      <a:pt x="279622" y="765279"/>
                    </a:cubicBezTo>
                    <a:cubicBezTo>
                      <a:pt x="256050" y="740023"/>
                      <a:pt x="168161" y="659542"/>
                      <a:pt x="162099" y="654491"/>
                    </a:cubicBezTo>
                    <a:close/>
                  </a:path>
                </a:pathLst>
              </a:custGeom>
              <a:solidFill>
                <a:srgbClr val="EEC8A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4" name="Google Shape;704;p28"/>
              <p:cNvSpPr/>
              <p:nvPr/>
            </p:nvSpPr>
            <p:spPr>
              <a:xfrm>
                <a:off x="9024053" y="1077662"/>
                <a:ext cx="398610" cy="793450"/>
              </a:xfrm>
              <a:custGeom>
                <a:rect b="b" l="l" r="r" t="t"/>
                <a:pathLst>
                  <a:path extrusionOk="0" h="793450" w="398610">
                    <a:moveTo>
                      <a:pt x="0" y="793415"/>
                    </a:moveTo>
                    <a:cubicBezTo>
                      <a:pt x="0" y="779946"/>
                      <a:pt x="9092" y="37769"/>
                      <a:pt x="7071" y="54"/>
                    </a:cubicBezTo>
                    <a:cubicBezTo>
                      <a:pt x="66338" y="54"/>
                      <a:pt x="251209" y="-283"/>
                      <a:pt x="279495" y="727"/>
                    </a:cubicBezTo>
                    <a:cubicBezTo>
                      <a:pt x="283872" y="727"/>
                      <a:pt x="288250" y="2411"/>
                      <a:pt x="291954" y="5105"/>
                    </a:cubicBezTo>
                    <a:cubicBezTo>
                      <a:pt x="316873" y="31708"/>
                      <a:pt x="322934" y="65382"/>
                      <a:pt x="324281" y="99729"/>
                    </a:cubicBezTo>
                    <a:cubicBezTo>
                      <a:pt x="325965" y="147883"/>
                      <a:pt x="321924" y="195700"/>
                      <a:pt x="318220" y="243517"/>
                    </a:cubicBezTo>
                    <a:cubicBezTo>
                      <a:pt x="317883" y="246211"/>
                      <a:pt x="317883" y="249242"/>
                      <a:pt x="317883" y="251936"/>
                    </a:cubicBezTo>
                    <a:cubicBezTo>
                      <a:pt x="318220" y="257661"/>
                      <a:pt x="317883" y="263722"/>
                      <a:pt x="325292" y="265406"/>
                    </a:cubicBezTo>
                    <a:cubicBezTo>
                      <a:pt x="333037" y="267089"/>
                      <a:pt x="338088" y="263385"/>
                      <a:pt x="341118" y="256314"/>
                    </a:cubicBezTo>
                    <a:cubicBezTo>
                      <a:pt x="345496" y="245875"/>
                      <a:pt x="348527" y="235099"/>
                      <a:pt x="351894" y="224660"/>
                    </a:cubicBezTo>
                    <a:cubicBezTo>
                      <a:pt x="354251" y="217925"/>
                      <a:pt x="355262" y="210180"/>
                      <a:pt x="364690" y="209507"/>
                    </a:cubicBezTo>
                    <a:cubicBezTo>
                      <a:pt x="389609" y="210854"/>
                      <a:pt x="397691" y="218599"/>
                      <a:pt x="398364" y="243517"/>
                    </a:cubicBezTo>
                    <a:cubicBezTo>
                      <a:pt x="400048" y="300090"/>
                      <a:pt x="393313" y="354979"/>
                      <a:pt x="371425" y="407510"/>
                    </a:cubicBezTo>
                    <a:cubicBezTo>
                      <a:pt x="366037" y="420643"/>
                      <a:pt x="357619" y="431419"/>
                      <a:pt x="346506" y="440511"/>
                    </a:cubicBezTo>
                    <a:cubicBezTo>
                      <a:pt x="310138" y="469807"/>
                      <a:pt x="289597" y="506175"/>
                      <a:pt x="290607" y="554666"/>
                    </a:cubicBezTo>
                    <a:cubicBezTo>
                      <a:pt x="291281" y="589687"/>
                      <a:pt x="272087" y="618984"/>
                      <a:pt x="246494" y="639862"/>
                    </a:cubicBezTo>
                    <a:cubicBezTo>
                      <a:pt x="220228" y="661076"/>
                      <a:pt x="154901" y="716638"/>
                      <a:pt x="143115" y="735833"/>
                    </a:cubicBezTo>
                    <a:cubicBezTo>
                      <a:pt x="126951" y="762098"/>
                      <a:pt x="105400" y="772537"/>
                      <a:pt x="77787" y="783313"/>
                    </a:cubicBezTo>
                    <a:cubicBezTo>
                      <a:pt x="55899" y="791732"/>
                      <a:pt x="28286" y="793752"/>
                      <a:pt x="0" y="793415"/>
                    </a:cubicBezTo>
                    <a:close/>
                  </a:path>
                </a:pathLst>
              </a:custGeom>
              <a:solidFill>
                <a:srgbClr val="F8CEB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5" name="Google Shape;705;p28"/>
              <p:cNvSpPr/>
              <p:nvPr/>
            </p:nvSpPr>
            <p:spPr>
              <a:xfrm>
                <a:off x="8799447" y="2803430"/>
                <a:ext cx="735707" cy="470971"/>
              </a:xfrm>
              <a:custGeom>
                <a:rect b="b" l="l" r="r" t="t"/>
                <a:pathLst>
                  <a:path extrusionOk="0" h="470971" w="735707">
                    <a:moveTo>
                      <a:pt x="75430" y="194045"/>
                    </a:moveTo>
                    <a:cubicBezTo>
                      <a:pt x="24582" y="193708"/>
                      <a:pt x="0" y="176198"/>
                      <a:pt x="0" y="152289"/>
                    </a:cubicBezTo>
                    <a:cubicBezTo>
                      <a:pt x="0" y="126360"/>
                      <a:pt x="21215" y="110196"/>
                      <a:pt x="86879" y="109860"/>
                    </a:cubicBezTo>
                    <a:cubicBezTo>
                      <a:pt x="108767" y="110196"/>
                      <a:pt x="371425" y="112890"/>
                      <a:pt x="484570" y="114574"/>
                    </a:cubicBezTo>
                    <a:cubicBezTo>
                      <a:pt x="466049" y="96390"/>
                      <a:pt x="447529" y="86961"/>
                      <a:pt x="424967" y="86288"/>
                    </a:cubicBezTo>
                    <a:cubicBezTo>
                      <a:pt x="406783" y="85614"/>
                      <a:pt x="389272" y="83257"/>
                      <a:pt x="372772" y="75512"/>
                    </a:cubicBezTo>
                    <a:cubicBezTo>
                      <a:pt x="348863" y="64063"/>
                      <a:pt x="336404" y="40828"/>
                      <a:pt x="339435" y="14899"/>
                    </a:cubicBezTo>
                    <a:cubicBezTo>
                      <a:pt x="340782" y="4797"/>
                      <a:pt x="346506" y="-2949"/>
                      <a:pt x="355935" y="1092"/>
                    </a:cubicBezTo>
                    <a:cubicBezTo>
                      <a:pt x="403079" y="20960"/>
                      <a:pt x="453590" y="9511"/>
                      <a:pt x="502080" y="16582"/>
                    </a:cubicBezTo>
                    <a:cubicBezTo>
                      <a:pt x="550571" y="23654"/>
                      <a:pt x="590307" y="47226"/>
                      <a:pt x="628695" y="75175"/>
                    </a:cubicBezTo>
                    <a:cubicBezTo>
                      <a:pt x="657655" y="96390"/>
                      <a:pt x="684257" y="120299"/>
                      <a:pt x="711197" y="144207"/>
                    </a:cubicBezTo>
                    <a:cubicBezTo>
                      <a:pt x="731401" y="164412"/>
                      <a:pt x="729717" y="159697"/>
                      <a:pt x="734432" y="171146"/>
                    </a:cubicBezTo>
                    <a:cubicBezTo>
                      <a:pt x="737126" y="208525"/>
                      <a:pt x="734769" y="245903"/>
                      <a:pt x="734432" y="283281"/>
                    </a:cubicBezTo>
                    <a:cubicBezTo>
                      <a:pt x="733758" y="334129"/>
                      <a:pt x="731738" y="384977"/>
                      <a:pt x="730054" y="435825"/>
                    </a:cubicBezTo>
                    <a:cubicBezTo>
                      <a:pt x="722309" y="435488"/>
                      <a:pt x="714227" y="435488"/>
                      <a:pt x="706819" y="434141"/>
                    </a:cubicBezTo>
                    <a:cubicBezTo>
                      <a:pt x="676512" y="429763"/>
                      <a:pt x="650583" y="443906"/>
                      <a:pt x="623644" y="453672"/>
                    </a:cubicBezTo>
                    <a:cubicBezTo>
                      <a:pt x="595695" y="463774"/>
                      <a:pt x="566735" y="469836"/>
                      <a:pt x="537102" y="470509"/>
                    </a:cubicBezTo>
                    <a:cubicBezTo>
                      <a:pt x="487938" y="471519"/>
                      <a:pt x="438437" y="470509"/>
                      <a:pt x="389272" y="470846"/>
                    </a:cubicBezTo>
                    <a:cubicBezTo>
                      <a:pt x="367721" y="471183"/>
                      <a:pt x="346843" y="466468"/>
                      <a:pt x="325965" y="463101"/>
                    </a:cubicBezTo>
                    <a:cubicBezTo>
                      <a:pt x="292965" y="457376"/>
                      <a:pt x="282862" y="419324"/>
                      <a:pt x="303403" y="394742"/>
                    </a:cubicBezTo>
                    <a:cubicBezTo>
                      <a:pt x="274444" y="386324"/>
                      <a:pt x="239760" y="383630"/>
                      <a:pt x="239760" y="342211"/>
                    </a:cubicBezTo>
                    <a:cubicBezTo>
                      <a:pt x="239760" y="308874"/>
                      <a:pt x="267709" y="302139"/>
                      <a:pt x="295658" y="291363"/>
                    </a:cubicBezTo>
                    <a:cubicBezTo>
                      <a:pt x="278485" y="289006"/>
                      <a:pt x="265689" y="284965"/>
                      <a:pt x="253566" y="278903"/>
                    </a:cubicBezTo>
                    <a:cubicBezTo>
                      <a:pt x="235045" y="269475"/>
                      <a:pt x="226963" y="254995"/>
                      <a:pt x="229657" y="238831"/>
                    </a:cubicBezTo>
                    <a:cubicBezTo>
                      <a:pt x="232351" y="223005"/>
                      <a:pt x="245484" y="211555"/>
                      <a:pt x="265015" y="208188"/>
                    </a:cubicBezTo>
                    <a:cubicBezTo>
                      <a:pt x="267709" y="207851"/>
                      <a:pt x="292965" y="205494"/>
                      <a:pt x="301383" y="202127"/>
                    </a:cubicBezTo>
                    <a:cubicBezTo>
                      <a:pt x="297679" y="199433"/>
                      <a:pt x="292965" y="196065"/>
                      <a:pt x="286903" y="195055"/>
                    </a:cubicBezTo>
                    <a:cubicBezTo>
                      <a:pt x="216188" y="194382"/>
                      <a:pt x="145809" y="194382"/>
                      <a:pt x="75430" y="194045"/>
                    </a:cubicBezTo>
                    <a:close/>
                  </a:path>
                </a:pathLst>
              </a:custGeom>
              <a:solidFill>
                <a:srgbClr val="FCC69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6" name="Google Shape;706;p28"/>
              <p:cNvSpPr/>
              <p:nvPr/>
            </p:nvSpPr>
            <p:spPr>
              <a:xfrm>
                <a:off x="8741172" y="1849189"/>
                <a:ext cx="540487" cy="373108"/>
              </a:xfrm>
              <a:custGeom>
                <a:rect b="b" l="l" r="r" t="t"/>
                <a:pathLst>
                  <a:path extrusionOk="0" h="373108" w="540487">
                    <a:moveTo>
                      <a:pt x="155593" y="371088"/>
                    </a:moveTo>
                    <a:cubicBezTo>
                      <a:pt x="110470" y="288587"/>
                      <a:pt x="66020" y="207432"/>
                      <a:pt x="21907" y="125941"/>
                    </a:cubicBezTo>
                    <a:cubicBezTo>
                      <a:pt x="16856" y="116512"/>
                      <a:pt x="11805" y="111798"/>
                      <a:pt x="1366" y="115502"/>
                    </a:cubicBezTo>
                    <a:cubicBezTo>
                      <a:pt x="-2339" y="108430"/>
                      <a:pt x="2376" y="103043"/>
                      <a:pt x="5070" y="97318"/>
                    </a:cubicBezTo>
                    <a:cubicBezTo>
                      <a:pt x="19886" y="64991"/>
                      <a:pt x="34703" y="32327"/>
                      <a:pt x="49856" y="0"/>
                    </a:cubicBezTo>
                    <a:cubicBezTo>
                      <a:pt x="69724" y="12123"/>
                      <a:pt x="244492" y="161972"/>
                      <a:pt x="258299" y="176452"/>
                    </a:cubicBezTo>
                    <a:cubicBezTo>
                      <a:pt x="268064" y="186554"/>
                      <a:pt x="276483" y="186554"/>
                      <a:pt x="286922" y="177126"/>
                    </a:cubicBezTo>
                    <a:cubicBezTo>
                      <a:pt x="333392" y="135707"/>
                      <a:pt x="484925" y="3031"/>
                      <a:pt x="499405" y="337"/>
                    </a:cubicBezTo>
                    <a:cubicBezTo>
                      <a:pt x="513212" y="39062"/>
                      <a:pt x="526681" y="78124"/>
                      <a:pt x="540488" y="116849"/>
                    </a:cubicBezTo>
                    <a:cubicBezTo>
                      <a:pt x="526008" y="108767"/>
                      <a:pt x="524324" y="121563"/>
                      <a:pt x="520283" y="129308"/>
                    </a:cubicBezTo>
                    <a:cubicBezTo>
                      <a:pt x="494017" y="180830"/>
                      <a:pt x="468088" y="232351"/>
                      <a:pt x="442159" y="284209"/>
                    </a:cubicBezTo>
                    <a:cubicBezTo>
                      <a:pt x="427343" y="313506"/>
                      <a:pt x="410169" y="341792"/>
                      <a:pt x="399057" y="372772"/>
                    </a:cubicBezTo>
                    <a:cubicBezTo>
                      <a:pt x="399057" y="373109"/>
                      <a:pt x="397036" y="372772"/>
                      <a:pt x="395689" y="373109"/>
                    </a:cubicBezTo>
                    <a:cubicBezTo>
                      <a:pt x="386934" y="373109"/>
                      <a:pt x="302412" y="254913"/>
                      <a:pt x="285238" y="231004"/>
                    </a:cubicBezTo>
                    <a:cubicBezTo>
                      <a:pt x="275473" y="217198"/>
                      <a:pt x="274126" y="217535"/>
                      <a:pt x="264023" y="230667"/>
                    </a:cubicBezTo>
                    <a:cubicBezTo>
                      <a:pt x="250217" y="248515"/>
                      <a:pt x="173440" y="346843"/>
                      <a:pt x="155593" y="371088"/>
                    </a:cubicBezTo>
                    <a:close/>
                  </a:path>
                </a:pathLst>
              </a:custGeom>
              <a:solidFill>
                <a:srgbClr val="E4F4F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7" name="Google Shape;707;p28"/>
              <p:cNvSpPr/>
              <p:nvPr/>
            </p:nvSpPr>
            <p:spPr>
              <a:xfrm>
                <a:off x="8626711" y="1078726"/>
                <a:ext cx="90667" cy="272678"/>
              </a:xfrm>
              <a:custGeom>
                <a:rect b="b" l="l" r="r" t="t"/>
                <a:pathLst>
                  <a:path extrusionOk="0" h="272678" w="90667">
                    <a:moveTo>
                      <a:pt x="6049" y="59603"/>
                    </a:moveTo>
                    <a:cubicBezTo>
                      <a:pt x="5038" y="37715"/>
                      <a:pt x="661" y="29633"/>
                      <a:pt x="1334" y="14817"/>
                    </a:cubicBezTo>
                    <a:cubicBezTo>
                      <a:pt x="1671" y="6061"/>
                      <a:pt x="-3717" y="337"/>
                      <a:pt x="5038" y="0"/>
                    </a:cubicBezTo>
                    <a:cubicBezTo>
                      <a:pt x="28274" y="0"/>
                      <a:pt x="66999" y="673"/>
                      <a:pt x="90234" y="1010"/>
                    </a:cubicBezTo>
                    <a:cubicBezTo>
                      <a:pt x="94275" y="1010"/>
                      <a:pt x="68682" y="84859"/>
                      <a:pt x="70703" y="128298"/>
                    </a:cubicBezTo>
                    <a:cubicBezTo>
                      <a:pt x="72723" y="170728"/>
                      <a:pt x="74407" y="213494"/>
                      <a:pt x="75754" y="256260"/>
                    </a:cubicBezTo>
                    <a:cubicBezTo>
                      <a:pt x="75754" y="261311"/>
                      <a:pt x="80805" y="271076"/>
                      <a:pt x="70703" y="270740"/>
                    </a:cubicBezTo>
                    <a:cubicBezTo>
                      <a:pt x="60937" y="270403"/>
                      <a:pt x="47468" y="278821"/>
                      <a:pt x="41743" y="262995"/>
                    </a:cubicBezTo>
                    <a:cubicBezTo>
                      <a:pt x="36019" y="247168"/>
                      <a:pt x="30967" y="231341"/>
                      <a:pt x="25580" y="215514"/>
                    </a:cubicBezTo>
                    <a:cubicBezTo>
                      <a:pt x="17835" y="169044"/>
                      <a:pt x="6385" y="65328"/>
                      <a:pt x="6049" y="59603"/>
                    </a:cubicBezTo>
                    <a:close/>
                  </a:path>
                </a:pathLst>
              </a:custGeom>
              <a:solidFill>
                <a:srgbClr val="4F4B4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8" name="Google Shape;708;p28"/>
              <p:cNvSpPr/>
              <p:nvPr/>
            </p:nvSpPr>
            <p:spPr>
              <a:xfrm>
                <a:off x="9316007" y="1079277"/>
                <a:ext cx="93277" cy="268431"/>
              </a:xfrm>
              <a:custGeom>
                <a:rect b="b" l="l" r="r" t="t"/>
                <a:pathLst>
                  <a:path extrusionOk="0" h="268431" w="93277">
                    <a:moveTo>
                      <a:pt x="0" y="459"/>
                    </a:moveTo>
                    <a:cubicBezTo>
                      <a:pt x="24919" y="-1562"/>
                      <a:pt x="42766" y="3826"/>
                      <a:pt x="64654" y="2479"/>
                    </a:cubicBezTo>
                    <a:cubicBezTo>
                      <a:pt x="74083" y="1806"/>
                      <a:pt x="83848" y="2479"/>
                      <a:pt x="93277" y="2479"/>
                    </a:cubicBezTo>
                    <a:cubicBezTo>
                      <a:pt x="91257" y="64776"/>
                      <a:pt x="87889" y="126737"/>
                      <a:pt x="73746" y="187687"/>
                    </a:cubicBezTo>
                    <a:cubicBezTo>
                      <a:pt x="72399" y="193075"/>
                      <a:pt x="73073" y="198799"/>
                      <a:pt x="73073" y="204524"/>
                    </a:cubicBezTo>
                    <a:cubicBezTo>
                      <a:pt x="63981" y="220687"/>
                      <a:pt x="61624" y="239208"/>
                      <a:pt x="55562" y="256719"/>
                    </a:cubicBezTo>
                    <a:cubicBezTo>
                      <a:pt x="49501" y="274229"/>
                      <a:pt x="36368" y="266821"/>
                      <a:pt x="26266" y="267158"/>
                    </a:cubicBezTo>
                    <a:cubicBezTo>
                      <a:pt x="13806" y="267158"/>
                      <a:pt x="19868" y="256045"/>
                      <a:pt x="19868" y="250657"/>
                    </a:cubicBezTo>
                    <a:cubicBezTo>
                      <a:pt x="21215" y="205534"/>
                      <a:pt x="23235" y="160074"/>
                      <a:pt x="25592" y="114951"/>
                    </a:cubicBezTo>
                    <a:cubicBezTo>
                      <a:pt x="27613" y="75552"/>
                      <a:pt x="21215" y="33796"/>
                      <a:pt x="0" y="459"/>
                    </a:cubicBezTo>
                    <a:close/>
                  </a:path>
                </a:pathLst>
              </a:custGeom>
              <a:solidFill>
                <a:srgbClr val="4E4B4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9" name="Google Shape;709;p28"/>
              <p:cNvSpPr/>
              <p:nvPr/>
            </p:nvSpPr>
            <p:spPr>
              <a:xfrm>
                <a:off x="9028415" y="451775"/>
                <a:ext cx="146970" cy="78970"/>
              </a:xfrm>
              <a:custGeom>
                <a:rect b="b" l="l" r="r" t="t"/>
                <a:pathLst>
                  <a:path extrusionOk="0" h="78970" w="146970">
                    <a:moveTo>
                      <a:pt x="135385" y="21154"/>
                    </a:moveTo>
                    <a:cubicBezTo>
                      <a:pt x="149528" y="44726"/>
                      <a:pt x="149528" y="59206"/>
                      <a:pt x="141783" y="68298"/>
                    </a:cubicBezTo>
                    <a:cubicBezTo>
                      <a:pt x="96997" y="85472"/>
                      <a:pt x="54230" y="82104"/>
                      <a:pt x="13485" y="56849"/>
                    </a:cubicBezTo>
                    <a:cubicBezTo>
                      <a:pt x="-3352" y="46410"/>
                      <a:pt x="-4362" y="24522"/>
                      <a:pt x="10117" y="12736"/>
                    </a:cubicBezTo>
                    <a:cubicBezTo>
                      <a:pt x="34363" y="-6795"/>
                      <a:pt x="117538" y="-3765"/>
                      <a:pt x="135385" y="21154"/>
                    </a:cubicBezTo>
                    <a:close/>
                  </a:path>
                </a:pathLst>
              </a:custGeom>
              <a:solidFill>
                <a:srgbClr val="1A212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0" name="Google Shape;710;p28"/>
              <p:cNvSpPr/>
              <p:nvPr/>
            </p:nvSpPr>
            <p:spPr>
              <a:xfrm>
                <a:off x="8948960" y="2058554"/>
                <a:ext cx="134995" cy="392727"/>
              </a:xfrm>
              <a:custGeom>
                <a:rect b="b" l="l" r="r" t="t"/>
                <a:pathLst>
                  <a:path extrusionOk="0" h="392727" w="134995">
                    <a:moveTo>
                      <a:pt x="0" y="91007"/>
                    </a:moveTo>
                    <a:cubicBezTo>
                      <a:pt x="20204" y="62385"/>
                      <a:pt x="40409" y="33762"/>
                      <a:pt x="60613" y="4802"/>
                    </a:cubicBezTo>
                    <a:cubicBezTo>
                      <a:pt x="65328" y="-1933"/>
                      <a:pt x="68358" y="-1259"/>
                      <a:pt x="72736" y="4802"/>
                    </a:cubicBezTo>
                    <a:cubicBezTo>
                      <a:pt x="92940" y="33425"/>
                      <a:pt x="113481" y="62048"/>
                      <a:pt x="133686" y="90671"/>
                    </a:cubicBezTo>
                    <a:cubicBezTo>
                      <a:pt x="136380" y="103467"/>
                      <a:pt x="129645" y="113569"/>
                      <a:pt x="122910" y="123335"/>
                    </a:cubicBezTo>
                    <a:cubicBezTo>
                      <a:pt x="112808" y="138151"/>
                      <a:pt x="110451" y="153641"/>
                      <a:pt x="115165" y="171152"/>
                    </a:cubicBezTo>
                    <a:cubicBezTo>
                      <a:pt x="120890" y="193377"/>
                      <a:pt x="126278" y="215602"/>
                      <a:pt x="132002" y="237827"/>
                    </a:cubicBezTo>
                    <a:cubicBezTo>
                      <a:pt x="134696" y="248265"/>
                      <a:pt x="136043" y="258704"/>
                      <a:pt x="134023" y="269143"/>
                    </a:cubicBezTo>
                    <a:cubicBezTo>
                      <a:pt x="116512" y="310226"/>
                      <a:pt x="94961" y="349288"/>
                      <a:pt x="73409" y="392727"/>
                    </a:cubicBezTo>
                    <a:cubicBezTo>
                      <a:pt x="54552" y="358043"/>
                      <a:pt x="40072" y="325379"/>
                      <a:pt x="20204" y="296083"/>
                    </a:cubicBezTo>
                    <a:cubicBezTo>
                      <a:pt x="-2357" y="263082"/>
                      <a:pt x="-5725" y="231765"/>
                      <a:pt x="13133" y="197081"/>
                    </a:cubicBezTo>
                    <a:cubicBezTo>
                      <a:pt x="30307" y="165764"/>
                      <a:pt x="31317" y="135121"/>
                      <a:pt x="6735" y="106161"/>
                    </a:cubicBezTo>
                    <a:cubicBezTo>
                      <a:pt x="3367" y="102120"/>
                      <a:pt x="2357" y="96059"/>
                      <a:pt x="0" y="91007"/>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1" name="Google Shape;711;p28"/>
              <p:cNvSpPr/>
              <p:nvPr/>
            </p:nvSpPr>
            <p:spPr>
              <a:xfrm>
                <a:off x="9061431" y="460283"/>
                <a:ext cx="638929" cy="515756"/>
              </a:xfrm>
              <a:custGeom>
                <a:rect b="b" l="l" r="r" t="t"/>
                <a:pathLst>
                  <a:path extrusionOk="0" h="515756" w="638929">
                    <a:moveTo>
                      <a:pt x="522958" y="152730"/>
                    </a:moveTo>
                    <a:cubicBezTo>
                      <a:pt x="515550" y="145322"/>
                      <a:pt x="505785" y="142291"/>
                      <a:pt x="496019" y="140271"/>
                    </a:cubicBezTo>
                    <a:cubicBezTo>
                      <a:pt x="368731" y="113331"/>
                      <a:pt x="241443" y="84372"/>
                      <a:pt x="113818" y="59790"/>
                    </a:cubicBezTo>
                    <a:cubicBezTo>
                      <a:pt x="69705" y="51371"/>
                      <a:pt x="63981" y="52044"/>
                      <a:pt x="35021" y="45983"/>
                    </a:cubicBezTo>
                    <a:cubicBezTo>
                      <a:pt x="20541" y="42952"/>
                      <a:pt x="0" y="37901"/>
                      <a:pt x="0" y="20391"/>
                    </a:cubicBezTo>
                    <a:cubicBezTo>
                      <a:pt x="0" y="186"/>
                      <a:pt x="25929" y="-1161"/>
                      <a:pt x="40409" y="523"/>
                    </a:cubicBezTo>
                    <a:cubicBezTo>
                      <a:pt x="76104" y="4564"/>
                      <a:pt x="69705" y="7595"/>
                      <a:pt x="102369" y="12309"/>
                    </a:cubicBezTo>
                    <a:cubicBezTo>
                      <a:pt x="154901" y="23422"/>
                      <a:pt x="207096" y="34197"/>
                      <a:pt x="259627" y="45310"/>
                    </a:cubicBezTo>
                    <a:cubicBezTo>
                      <a:pt x="337751" y="62147"/>
                      <a:pt x="415875" y="78984"/>
                      <a:pt x="493999" y="95821"/>
                    </a:cubicBezTo>
                    <a:cubicBezTo>
                      <a:pt x="530030" y="103566"/>
                      <a:pt x="558653" y="121413"/>
                      <a:pt x="576500" y="154414"/>
                    </a:cubicBezTo>
                    <a:cubicBezTo>
                      <a:pt x="581215" y="173945"/>
                      <a:pt x="586266" y="208966"/>
                      <a:pt x="583909" y="237252"/>
                    </a:cubicBezTo>
                    <a:cubicBezTo>
                      <a:pt x="583572" y="241630"/>
                      <a:pt x="585256" y="244660"/>
                      <a:pt x="590307" y="247354"/>
                    </a:cubicBezTo>
                    <a:cubicBezTo>
                      <a:pt x="621287" y="263181"/>
                      <a:pt x="633746" y="291467"/>
                      <a:pt x="637450" y="323794"/>
                    </a:cubicBezTo>
                    <a:cubicBezTo>
                      <a:pt x="645196" y="393163"/>
                      <a:pt x="621960" y="453440"/>
                      <a:pt x="581215" y="507992"/>
                    </a:cubicBezTo>
                    <a:cubicBezTo>
                      <a:pt x="573806" y="517757"/>
                      <a:pt x="567745" y="518431"/>
                      <a:pt x="558990" y="509339"/>
                    </a:cubicBezTo>
                    <a:cubicBezTo>
                      <a:pt x="528346" y="477685"/>
                      <a:pt x="509826" y="440980"/>
                      <a:pt x="501070" y="397204"/>
                    </a:cubicBezTo>
                    <a:cubicBezTo>
                      <a:pt x="495346" y="368581"/>
                      <a:pt x="495009" y="340631"/>
                      <a:pt x="497030" y="312345"/>
                    </a:cubicBezTo>
                    <a:cubicBezTo>
                      <a:pt x="498713" y="289447"/>
                      <a:pt x="503764" y="265538"/>
                      <a:pt x="523969" y="249711"/>
                    </a:cubicBezTo>
                    <a:cubicBezTo>
                      <a:pt x="525653" y="248364"/>
                      <a:pt x="528010" y="247691"/>
                      <a:pt x="529693" y="247017"/>
                    </a:cubicBezTo>
                    <a:cubicBezTo>
                      <a:pt x="547877" y="235568"/>
                      <a:pt x="550235" y="216037"/>
                      <a:pt x="547541" y="188425"/>
                    </a:cubicBezTo>
                    <a:cubicBezTo>
                      <a:pt x="546194" y="182026"/>
                      <a:pt x="542490" y="170241"/>
                      <a:pt x="522958" y="15273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12" name="Google Shape;712;p28"/>
            <p:cNvGrpSpPr/>
            <p:nvPr/>
          </p:nvGrpSpPr>
          <p:grpSpPr>
            <a:xfrm>
              <a:off x="7024906" y="4012535"/>
              <a:ext cx="2556153" cy="1554858"/>
              <a:chOff x="7196897" y="2327108"/>
              <a:chExt cx="1754756" cy="1067384"/>
            </a:xfrm>
          </p:grpSpPr>
          <p:sp>
            <p:nvSpPr>
              <p:cNvPr id="713" name="Google Shape;713;p28"/>
              <p:cNvSpPr/>
              <p:nvPr/>
            </p:nvSpPr>
            <p:spPr>
              <a:xfrm>
                <a:off x="7196897" y="2327108"/>
                <a:ext cx="1754756" cy="1067384"/>
              </a:xfrm>
              <a:custGeom>
                <a:rect b="b" l="l" r="r" t="t"/>
                <a:pathLst>
                  <a:path extrusionOk="0" h="1067384" w="1754756">
                    <a:moveTo>
                      <a:pt x="1677643" y="88142"/>
                    </a:moveTo>
                    <a:cubicBezTo>
                      <a:pt x="1677643" y="224185"/>
                      <a:pt x="1677306" y="360565"/>
                      <a:pt x="1677306" y="496609"/>
                    </a:cubicBezTo>
                    <a:cubicBezTo>
                      <a:pt x="1677306" y="520180"/>
                      <a:pt x="1677979" y="543752"/>
                      <a:pt x="1676969" y="567324"/>
                    </a:cubicBezTo>
                    <a:cubicBezTo>
                      <a:pt x="1676633" y="579447"/>
                      <a:pt x="1680000" y="583825"/>
                      <a:pt x="1692796" y="583825"/>
                    </a:cubicBezTo>
                    <a:cubicBezTo>
                      <a:pt x="1713337" y="583825"/>
                      <a:pt x="1734215" y="581467"/>
                      <a:pt x="1754756" y="585845"/>
                    </a:cubicBezTo>
                    <a:cubicBezTo>
                      <a:pt x="1750042" y="593253"/>
                      <a:pt x="1742634" y="593253"/>
                      <a:pt x="1735562" y="593253"/>
                    </a:cubicBezTo>
                    <a:cubicBezTo>
                      <a:pt x="1723103" y="593590"/>
                      <a:pt x="1710980" y="593253"/>
                      <a:pt x="1698521" y="593590"/>
                    </a:cubicBezTo>
                    <a:cubicBezTo>
                      <a:pt x="1688755" y="593590"/>
                      <a:pt x="1684378" y="598304"/>
                      <a:pt x="1684378" y="608070"/>
                    </a:cubicBezTo>
                    <a:cubicBezTo>
                      <a:pt x="1684378" y="622213"/>
                      <a:pt x="1684378" y="636019"/>
                      <a:pt x="1684378" y="650162"/>
                    </a:cubicBezTo>
                    <a:cubicBezTo>
                      <a:pt x="1684378" y="657571"/>
                      <a:pt x="1684041" y="664642"/>
                      <a:pt x="1678316" y="670367"/>
                    </a:cubicBezTo>
                    <a:cubicBezTo>
                      <a:pt x="1677979" y="735021"/>
                      <a:pt x="1677643" y="799339"/>
                      <a:pt x="1677643" y="863993"/>
                    </a:cubicBezTo>
                    <a:cubicBezTo>
                      <a:pt x="1677643" y="923596"/>
                      <a:pt x="1677643" y="982862"/>
                      <a:pt x="1677643" y="1042465"/>
                    </a:cubicBezTo>
                    <a:cubicBezTo>
                      <a:pt x="1677643" y="1064690"/>
                      <a:pt x="1675286" y="1067384"/>
                      <a:pt x="1652387" y="1067384"/>
                    </a:cubicBezTo>
                    <a:cubicBezTo>
                      <a:pt x="1621407" y="1067384"/>
                      <a:pt x="1590764" y="1067384"/>
                      <a:pt x="1559783" y="1067384"/>
                    </a:cubicBezTo>
                    <a:cubicBezTo>
                      <a:pt x="1193409" y="1067384"/>
                      <a:pt x="826699" y="1067384"/>
                      <a:pt x="460325" y="1067384"/>
                    </a:cubicBezTo>
                    <a:cubicBezTo>
                      <a:pt x="312159" y="1067384"/>
                      <a:pt x="164330" y="1067048"/>
                      <a:pt x="16164" y="1067384"/>
                    </a:cubicBezTo>
                    <a:cubicBezTo>
                      <a:pt x="3031" y="1067384"/>
                      <a:pt x="0" y="1061997"/>
                      <a:pt x="0" y="1050211"/>
                    </a:cubicBezTo>
                    <a:cubicBezTo>
                      <a:pt x="337" y="1020577"/>
                      <a:pt x="0" y="990607"/>
                      <a:pt x="0" y="960974"/>
                    </a:cubicBezTo>
                    <a:cubicBezTo>
                      <a:pt x="0" y="656224"/>
                      <a:pt x="0" y="351473"/>
                      <a:pt x="0" y="46723"/>
                    </a:cubicBezTo>
                    <a:cubicBezTo>
                      <a:pt x="0" y="7324"/>
                      <a:pt x="0" y="7324"/>
                      <a:pt x="39399" y="7324"/>
                    </a:cubicBezTo>
                    <a:cubicBezTo>
                      <a:pt x="326639" y="7324"/>
                      <a:pt x="614215" y="7324"/>
                      <a:pt x="901455" y="7324"/>
                    </a:cubicBezTo>
                    <a:cubicBezTo>
                      <a:pt x="909874" y="7324"/>
                      <a:pt x="918292" y="8334"/>
                      <a:pt x="926374" y="4293"/>
                    </a:cubicBezTo>
                    <a:cubicBezTo>
                      <a:pt x="933445" y="252"/>
                      <a:pt x="941527" y="252"/>
                      <a:pt x="949272" y="252"/>
                    </a:cubicBezTo>
                    <a:cubicBezTo>
                      <a:pt x="1159399" y="252"/>
                      <a:pt x="1369525" y="252"/>
                      <a:pt x="1579988" y="252"/>
                    </a:cubicBezTo>
                    <a:cubicBezTo>
                      <a:pt x="1587733" y="252"/>
                      <a:pt x="1595478" y="1936"/>
                      <a:pt x="1603560" y="926"/>
                    </a:cubicBezTo>
                    <a:cubicBezTo>
                      <a:pt x="1622754" y="-421"/>
                      <a:pt x="1641611" y="-84"/>
                      <a:pt x="1660806" y="589"/>
                    </a:cubicBezTo>
                    <a:cubicBezTo>
                      <a:pt x="1677979" y="1263"/>
                      <a:pt x="1683704" y="7324"/>
                      <a:pt x="1684714" y="24161"/>
                    </a:cubicBezTo>
                    <a:cubicBezTo>
                      <a:pt x="1685388" y="39988"/>
                      <a:pt x="1685051" y="55478"/>
                      <a:pt x="1684714" y="71305"/>
                    </a:cubicBezTo>
                    <a:cubicBezTo>
                      <a:pt x="1683704" y="77703"/>
                      <a:pt x="1683031" y="83764"/>
                      <a:pt x="1677643" y="88142"/>
                    </a:cubicBezTo>
                    <a:close/>
                  </a:path>
                </a:pathLst>
              </a:custGeom>
              <a:solidFill>
                <a:srgbClr val="6F717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4" name="Google Shape;714;p28"/>
              <p:cNvSpPr/>
              <p:nvPr/>
            </p:nvSpPr>
            <p:spPr>
              <a:xfrm>
                <a:off x="7248082" y="2391005"/>
                <a:ext cx="1584365" cy="946241"/>
              </a:xfrm>
              <a:custGeom>
                <a:rect b="b" l="l" r="r" t="t"/>
                <a:pathLst>
                  <a:path extrusionOk="0" h="946241" w="1584365">
                    <a:moveTo>
                      <a:pt x="792014" y="337"/>
                    </a:moveTo>
                    <a:cubicBezTo>
                      <a:pt x="1050295" y="337"/>
                      <a:pt x="1308238" y="337"/>
                      <a:pt x="1566518" y="0"/>
                    </a:cubicBezTo>
                    <a:cubicBezTo>
                      <a:pt x="1579988" y="0"/>
                      <a:pt x="1584366" y="2357"/>
                      <a:pt x="1584366" y="17174"/>
                    </a:cubicBezTo>
                    <a:cubicBezTo>
                      <a:pt x="1584029" y="320914"/>
                      <a:pt x="1584029" y="624318"/>
                      <a:pt x="1584366" y="928058"/>
                    </a:cubicBezTo>
                    <a:cubicBezTo>
                      <a:pt x="1584366" y="941191"/>
                      <a:pt x="1582008" y="946242"/>
                      <a:pt x="1567192" y="946242"/>
                    </a:cubicBezTo>
                    <a:cubicBezTo>
                      <a:pt x="1052652" y="945905"/>
                      <a:pt x="538112" y="945905"/>
                      <a:pt x="23572" y="945905"/>
                    </a:cubicBezTo>
                    <a:cubicBezTo>
                      <a:pt x="337" y="945905"/>
                      <a:pt x="337" y="945905"/>
                      <a:pt x="337" y="923007"/>
                    </a:cubicBezTo>
                    <a:cubicBezTo>
                      <a:pt x="337" y="622297"/>
                      <a:pt x="673" y="321588"/>
                      <a:pt x="0" y="20541"/>
                    </a:cubicBezTo>
                    <a:cubicBezTo>
                      <a:pt x="0" y="2694"/>
                      <a:pt x="5388" y="0"/>
                      <a:pt x="21551" y="0"/>
                    </a:cubicBezTo>
                    <a:cubicBezTo>
                      <a:pt x="278148" y="337"/>
                      <a:pt x="535081" y="337"/>
                      <a:pt x="792014" y="337"/>
                    </a:cubicBezTo>
                    <a:cubicBezTo>
                      <a:pt x="792014" y="337"/>
                      <a:pt x="792014" y="337"/>
                      <a:pt x="792014" y="337"/>
                    </a:cubicBezTo>
                    <a:close/>
                  </a:path>
                </a:pathLst>
              </a:custGeom>
              <a:solidFill>
                <a:srgbClr val="FEFEF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5" name="Google Shape;715;p28"/>
              <p:cNvSpPr/>
              <p:nvPr/>
            </p:nvSpPr>
            <p:spPr>
              <a:xfrm>
                <a:off x="8263019" y="2967374"/>
                <a:ext cx="256933" cy="312963"/>
              </a:xfrm>
              <a:custGeom>
                <a:rect b="b" l="l" r="r" t="t"/>
                <a:pathLst>
                  <a:path extrusionOk="0" h="312963" w="256933">
                    <a:moveTo>
                      <a:pt x="256933" y="280300"/>
                    </a:moveTo>
                    <a:cubicBezTo>
                      <a:pt x="247168" y="276933"/>
                      <a:pt x="241106" y="274575"/>
                      <a:pt x="235045" y="272218"/>
                    </a:cubicBezTo>
                    <a:cubicBezTo>
                      <a:pt x="208443" y="262116"/>
                      <a:pt x="208443" y="262116"/>
                      <a:pt x="203728" y="290065"/>
                    </a:cubicBezTo>
                    <a:cubicBezTo>
                      <a:pt x="202718" y="296127"/>
                      <a:pt x="201371" y="302188"/>
                      <a:pt x="199687" y="310270"/>
                    </a:cubicBezTo>
                    <a:cubicBezTo>
                      <a:pt x="188575" y="296463"/>
                      <a:pt x="184197" y="280973"/>
                      <a:pt x="177126" y="266830"/>
                    </a:cubicBezTo>
                    <a:cubicBezTo>
                      <a:pt x="168707" y="250330"/>
                      <a:pt x="160289" y="233830"/>
                      <a:pt x="153890" y="216656"/>
                    </a:cubicBezTo>
                    <a:cubicBezTo>
                      <a:pt x="148503" y="202176"/>
                      <a:pt x="141094" y="197462"/>
                      <a:pt x="125604" y="198472"/>
                    </a:cubicBezTo>
                    <a:cubicBezTo>
                      <a:pt x="114155" y="199145"/>
                      <a:pt x="109104" y="202513"/>
                      <a:pt x="104726" y="212278"/>
                    </a:cubicBezTo>
                    <a:cubicBezTo>
                      <a:pt x="89910" y="244605"/>
                      <a:pt x="74420" y="276596"/>
                      <a:pt x="57583" y="312964"/>
                    </a:cubicBezTo>
                    <a:cubicBezTo>
                      <a:pt x="54215" y="297810"/>
                      <a:pt x="50511" y="287035"/>
                      <a:pt x="49838" y="275922"/>
                    </a:cubicBezTo>
                    <a:cubicBezTo>
                      <a:pt x="48827" y="261779"/>
                      <a:pt x="42766" y="262789"/>
                      <a:pt x="33001" y="267504"/>
                    </a:cubicBezTo>
                    <a:cubicBezTo>
                      <a:pt x="23572" y="271881"/>
                      <a:pt x="13470" y="275586"/>
                      <a:pt x="0" y="280973"/>
                    </a:cubicBezTo>
                    <a:cubicBezTo>
                      <a:pt x="9765" y="260096"/>
                      <a:pt x="17847" y="241575"/>
                      <a:pt x="26603" y="223391"/>
                    </a:cubicBezTo>
                    <a:cubicBezTo>
                      <a:pt x="33674" y="208237"/>
                      <a:pt x="40746" y="193084"/>
                      <a:pt x="48491" y="177931"/>
                    </a:cubicBezTo>
                    <a:cubicBezTo>
                      <a:pt x="52531" y="170186"/>
                      <a:pt x="51858" y="164461"/>
                      <a:pt x="46807" y="156716"/>
                    </a:cubicBezTo>
                    <a:cubicBezTo>
                      <a:pt x="22225" y="119675"/>
                      <a:pt x="22898" y="76235"/>
                      <a:pt x="47144" y="41887"/>
                    </a:cubicBezTo>
                    <a:cubicBezTo>
                      <a:pt x="71726" y="7203"/>
                      <a:pt x="112808" y="-7277"/>
                      <a:pt x="155574" y="3499"/>
                    </a:cubicBezTo>
                    <a:cubicBezTo>
                      <a:pt x="219218" y="19326"/>
                      <a:pt x="248515" y="96439"/>
                      <a:pt x="212147" y="153349"/>
                    </a:cubicBezTo>
                    <a:cubicBezTo>
                      <a:pt x="205749" y="163451"/>
                      <a:pt x="204738" y="170859"/>
                      <a:pt x="210126" y="181972"/>
                    </a:cubicBezTo>
                    <a:cubicBezTo>
                      <a:pt x="225953" y="213288"/>
                      <a:pt x="240433" y="245279"/>
                      <a:pt x="256933" y="28030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6" name="Google Shape;716;p28"/>
              <p:cNvSpPr/>
              <p:nvPr/>
            </p:nvSpPr>
            <p:spPr>
              <a:xfrm>
                <a:off x="7381058" y="2609886"/>
                <a:ext cx="1302230" cy="33674"/>
              </a:xfrm>
              <a:custGeom>
                <a:rect b="b" l="l" r="r" t="t"/>
                <a:pathLst>
                  <a:path extrusionOk="0" h="33674" w="1302230">
                    <a:moveTo>
                      <a:pt x="649273" y="33674"/>
                    </a:moveTo>
                    <a:cubicBezTo>
                      <a:pt x="439483" y="33674"/>
                      <a:pt x="229694" y="33674"/>
                      <a:pt x="19904" y="33674"/>
                    </a:cubicBezTo>
                    <a:cubicBezTo>
                      <a:pt x="8118" y="33674"/>
                      <a:pt x="-637" y="33674"/>
                      <a:pt x="36" y="17174"/>
                    </a:cubicBezTo>
                    <a:cubicBezTo>
                      <a:pt x="710" y="4378"/>
                      <a:pt x="3741" y="0"/>
                      <a:pt x="17547" y="0"/>
                    </a:cubicBezTo>
                    <a:cubicBezTo>
                      <a:pt x="120253" y="674"/>
                      <a:pt x="222959" y="337"/>
                      <a:pt x="325665" y="337"/>
                    </a:cubicBezTo>
                    <a:cubicBezTo>
                      <a:pt x="644222" y="337"/>
                      <a:pt x="962778" y="337"/>
                      <a:pt x="1281672" y="337"/>
                    </a:cubicBezTo>
                    <a:cubicBezTo>
                      <a:pt x="1291101" y="337"/>
                      <a:pt x="1301876" y="-3031"/>
                      <a:pt x="1302213" y="13806"/>
                    </a:cubicBezTo>
                    <a:cubicBezTo>
                      <a:pt x="1302550" y="29296"/>
                      <a:pt x="1298172" y="33674"/>
                      <a:pt x="1282345" y="33674"/>
                    </a:cubicBezTo>
                    <a:cubicBezTo>
                      <a:pt x="1071209" y="33674"/>
                      <a:pt x="860409" y="33674"/>
                      <a:pt x="649273" y="33674"/>
                    </a:cubicBezTo>
                    <a:close/>
                  </a:path>
                </a:pathLst>
              </a:custGeom>
              <a:solidFill>
                <a:srgbClr val="BCBDC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7" name="Google Shape;717;p28"/>
              <p:cNvSpPr/>
              <p:nvPr/>
            </p:nvSpPr>
            <p:spPr>
              <a:xfrm>
                <a:off x="7381301" y="2678245"/>
                <a:ext cx="1301979" cy="33674"/>
              </a:xfrm>
              <a:custGeom>
                <a:rect b="b" l="l" r="r" t="t"/>
                <a:pathLst>
                  <a:path extrusionOk="0" h="33674" w="1301979">
                    <a:moveTo>
                      <a:pt x="649030" y="33337"/>
                    </a:moveTo>
                    <a:cubicBezTo>
                      <a:pt x="439240" y="33337"/>
                      <a:pt x="229451" y="33001"/>
                      <a:pt x="19661" y="33674"/>
                    </a:cubicBezTo>
                    <a:cubicBezTo>
                      <a:pt x="3834" y="33674"/>
                      <a:pt x="-880" y="28623"/>
                      <a:pt x="130" y="13806"/>
                    </a:cubicBezTo>
                    <a:cubicBezTo>
                      <a:pt x="804" y="3704"/>
                      <a:pt x="4171" y="-674"/>
                      <a:pt x="14273" y="337"/>
                    </a:cubicBezTo>
                    <a:cubicBezTo>
                      <a:pt x="15957" y="337"/>
                      <a:pt x="17641" y="337"/>
                      <a:pt x="19324" y="337"/>
                    </a:cubicBezTo>
                    <a:cubicBezTo>
                      <a:pt x="440587" y="337"/>
                      <a:pt x="861850" y="337"/>
                      <a:pt x="1283113" y="0"/>
                    </a:cubicBezTo>
                    <a:cubicBezTo>
                      <a:pt x="1296246" y="0"/>
                      <a:pt x="1301633" y="2694"/>
                      <a:pt x="1301970" y="17511"/>
                    </a:cubicBezTo>
                    <a:cubicBezTo>
                      <a:pt x="1302307" y="34011"/>
                      <a:pt x="1293552" y="33674"/>
                      <a:pt x="1281766" y="33674"/>
                    </a:cubicBezTo>
                    <a:cubicBezTo>
                      <a:pt x="1070966" y="33337"/>
                      <a:pt x="859830" y="33337"/>
                      <a:pt x="649030" y="33337"/>
                    </a:cubicBezTo>
                    <a:close/>
                  </a:path>
                </a:pathLst>
              </a:custGeom>
              <a:solidFill>
                <a:srgbClr val="BBBDC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8" name="Google Shape;718;p28"/>
              <p:cNvSpPr/>
              <p:nvPr/>
            </p:nvSpPr>
            <p:spPr>
              <a:xfrm>
                <a:off x="7381075" y="2819002"/>
                <a:ext cx="1301522" cy="31490"/>
              </a:xfrm>
              <a:custGeom>
                <a:rect b="b" l="l" r="r" t="t"/>
                <a:pathLst>
                  <a:path extrusionOk="0" h="31490" w="1301522">
                    <a:moveTo>
                      <a:pt x="649255" y="31317"/>
                    </a:moveTo>
                    <a:cubicBezTo>
                      <a:pt x="439466" y="31317"/>
                      <a:pt x="229676" y="31317"/>
                      <a:pt x="19550" y="31317"/>
                    </a:cubicBezTo>
                    <a:cubicBezTo>
                      <a:pt x="10458" y="31317"/>
                      <a:pt x="356" y="34011"/>
                      <a:pt x="19" y="18184"/>
                    </a:cubicBezTo>
                    <a:cubicBezTo>
                      <a:pt x="-318" y="4378"/>
                      <a:pt x="3723" y="0"/>
                      <a:pt x="17866" y="0"/>
                    </a:cubicBezTo>
                    <a:cubicBezTo>
                      <a:pt x="439803" y="337"/>
                      <a:pt x="861739" y="337"/>
                      <a:pt x="1283675" y="0"/>
                    </a:cubicBezTo>
                    <a:cubicBezTo>
                      <a:pt x="1294451" y="0"/>
                      <a:pt x="1301522" y="337"/>
                      <a:pt x="1301522" y="14817"/>
                    </a:cubicBezTo>
                    <a:cubicBezTo>
                      <a:pt x="1301522" y="28960"/>
                      <a:pt x="1295798" y="31317"/>
                      <a:pt x="1283675" y="31317"/>
                    </a:cubicBezTo>
                    <a:cubicBezTo>
                      <a:pt x="1072539" y="30980"/>
                      <a:pt x="860729" y="31317"/>
                      <a:pt x="649255" y="31317"/>
                    </a:cubicBezTo>
                    <a:close/>
                  </a:path>
                </a:pathLst>
              </a:custGeom>
              <a:solidFill>
                <a:srgbClr val="BABCC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9" name="Google Shape;719;p28"/>
              <p:cNvSpPr/>
              <p:nvPr/>
            </p:nvSpPr>
            <p:spPr>
              <a:xfrm>
                <a:off x="7381077" y="2889718"/>
                <a:ext cx="1301842" cy="31058"/>
              </a:xfrm>
              <a:custGeom>
                <a:rect b="b" l="l" r="r" t="t"/>
                <a:pathLst>
                  <a:path extrusionOk="0" h="31058" w="1301842">
                    <a:moveTo>
                      <a:pt x="649254" y="30644"/>
                    </a:moveTo>
                    <a:cubicBezTo>
                      <a:pt x="439465" y="30644"/>
                      <a:pt x="229675" y="30644"/>
                      <a:pt x="19549" y="30644"/>
                    </a:cubicBezTo>
                    <a:cubicBezTo>
                      <a:pt x="10457" y="30644"/>
                      <a:pt x="355" y="33674"/>
                      <a:pt x="18" y="17847"/>
                    </a:cubicBezTo>
                    <a:cubicBezTo>
                      <a:pt x="-319" y="4041"/>
                      <a:pt x="4059" y="0"/>
                      <a:pt x="18202" y="0"/>
                    </a:cubicBezTo>
                    <a:cubicBezTo>
                      <a:pt x="439465" y="337"/>
                      <a:pt x="861064" y="337"/>
                      <a:pt x="1282327" y="0"/>
                    </a:cubicBezTo>
                    <a:cubicBezTo>
                      <a:pt x="1298490" y="0"/>
                      <a:pt x="1303205" y="5051"/>
                      <a:pt x="1301521" y="20204"/>
                    </a:cubicBezTo>
                    <a:cubicBezTo>
                      <a:pt x="1300848" y="27950"/>
                      <a:pt x="1298490" y="31654"/>
                      <a:pt x="1290409" y="30980"/>
                    </a:cubicBezTo>
                    <a:cubicBezTo>
                      <a:pt x="1285358" y="30644"/>
                      <a:pt x="1280306" y="30980"/>
                      <a:pt x="1275255" y="30980"/>
                    </a:cubicBezTo>
                    <a:cubicBezTo>
                      <a:pt x="1066813" y="30644"/>
                      <a:pt x="858033" y="30644"/>
                      <a:pt x="649254" y="30644"/>
                    </a:cubicBezTo>
                    <a:close/>
                  </a:path>
                </a:pathLst>
              </a:custGeom>
              <a:solidFill>
                <a:srgbClr val="BBBDB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0" name="Google Shape;720;p28"/>
              <p:cNvSpPr/>
              <p:nvPr/>
            </p:nvSpPr>
            <p:spPr>
              <a:xfrm>
                <a:off x="7381123" y="2751266"/>
                <a:ext cx="1301948" cy="32042"/>
              </a:xfrm>
              <a:custGeom>
                <a:rect b="b" l="l" r="r" t="t"/>
                <a:pathLst>
                  <a:path extrusionOk="0" h="32042" w="1301948">
                    <a:moveTo>
                      <a:pt x="649208" y="31369"/>
                    </a:moveTo>
                    <a:cubicBezTo>
                      <a:pt x="439418" y="31369"/>
                      <a:pt x="229292" y="31032"/>
                      <a:pt x="19502" y="31706"/>
                    </a:cubicBezTo>
                    <a:cubicBezTo>
                      <a:pt x="3676" y="31706"/>
                      <a:pt x="-1375" y="26991"/>
                      <a:pt x="308" y="11838"/>
                    </a:cubicBezTo>
                    <a:cubicBezTo>
                      <a:pt x="982" y="4430"/>
                      <a:pt x="3002" y="389"/>
                      <a:pt x="11084" y="725"/>
                    </a:cubicBezTo>
                    <a:cubicBezTo>
                      <a:pt x="17819" y="1062"/>
                      <a:pt x="24554" y="725"/>
                      <a:pt x="31288" y="725"/>
                    </a:cubicBezTo>
                    <a:cubicBezTo>
                      <a:pt x="447837" y="725"/>
                      <a:pt x="864048" y="725"/>
                      <a:pt x="1280597" y="1062"/>
                    </a:cubicBezTo>
                    <a:cubicBezTo>
                      <a:pt x="1288342" y="1062"/>
                      <a:pt x="1300465" y="-4999"/>
                      <a:pt x="1301811" y="11838"/>
                    </a:cubicBezTo>
                    <a:cubicBezTo>
                      <a:pt x="1302822" y="26991"/>
                      <a:pt x="1298444" y="32042"/>
                      <a:pt x="1282617" y="32042"/>
                    </a:cubicBezTo>
                    <a:cubicBezTo>
                      <a:pt x="1071481" y="31032"/>
                      <a:pt x="860344" y="31369"/>
                      <a:pt x="649208" y="31369"/>
                    </a:cubicBezTo>
                    <a:close/>
                  </a:path>
                </a:pathLst>
              </a:custGeom>
              <a:solidFill>
                <a:srgbClr val="BBBDB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721" name="Google Shape;721;p28"/>
          <p:cNvSpPr txBox="1"/>
          <p:nvPr/>
        </p:nvSpPr>
        <p:spPr>
          <a:xfrm>
            <a:off x="1758013" y="2429761"/>
            <a:ext cx="5626800" cy="1006500"/>
          </a:xfrm>
          <a:prstGeom prst="rect">
            <a:avLst/>
          </a:prstGeom>
          <a:noFill/>
          <a:ln>
            <a:noFill/>
          </a:ln>
        </p:spPr>
        <p:txBody>
          <a:bodyPr anchorCtr="0" anchor="ctr"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800"/>
              <a:buFont typeface="Arial"/>
              <a:buNone/>
            </a:pPr>
            <a:r>
              <a:rPr b="1" i="0" lang="en" sz="1800" u="none" cap="none" strike="noStrike">
                <a:solidFill>
                  <a:schemeClr val="dk1"/>
                </a:solidFill>
                <a:latin typeface="Montserrat"/>
                <a:ea typeface="Montserrat"/>
                <a:cs typeface="Montserrat"/>
                <a:sym typeface="Montserrat"/>
              </a:rPr>
              <a:t>Tahirou DJARA</a:t>
            </a:r>
            <a:endParaRPr b="0" i="0" sz="1100" u="none" cap="none" strike="noStrike">
              <a:solidFill>
                <a:srgbClr val="000000"/>
              </a:solidFill>
              <a:latin typeface="Arial"/>
              <a:ea typeface="Arial"/>
              <a:cs typeface="Arial"/>
              <a:sym typeface="Arial"/>
            </a:endParaRPr>
          </a:p>
          <a:p>
            <a:pPr indent="0" lvl="0" marL="0" marR="0" rtl="0" algn="ctr">
              <a:lnSpc>
                <a:spcPct val="110000"/>
              </a:lnSpc>
              <a:spcBef>
                <a:spcPts val="0"/>
              </a:spcBef>
              <a:spcAft>
                <a:spcPts val="0"/>
              </a:spcAft>
              <a:buClr>
                <a:srgbClr val="000000"/>
              </a:buClr>
              <a:buSzPts val="900"/>
              <a:buFont typeface="Arial"/>
              <a:buNone/>
            </a:pPr>
            <a:r>
              <a:rPr b="0" i="1" lang="en" sz="900" u="none" cap="none" strike="noStrike">
                <a:solidFill>
                  <a:schemeClr val="dk1"/>
                </a:solidFill>
                <a:latin typeface="Roboto"/>
                <a:ea typeface="Roboto"/>
                <a:cs typeface="Roboto"/>
                <a:sym typeface="Roboto"/>
              </a:rPr>
              <a:t>Enseignant-Chercheur  [UAC/EPAC]</a:t>
            </a:r>
            <a:endParaRPr b="0" i="0" sz="1100" u="none" cap="none" strike="noStrike">
              <a:solidFill>
                <a:srgbClr val="000000"/>
              </a:solidFill>
              <a:latin typeface="Arial"/>
              <a:ea typeface="Arial"/>
              <a:cs typeface="Arial"/>
              <a:sym typeface="Arial"/>
            </a:endParaRPr>
          </a:p>
          <a:p>
            <a:pPr indent="0" lvl="0" marL="0" marR="0" rtl="0" algn="ctr">
              <a:lnSpc>
                <a:spcPct val="110000"/>
              </a:lnSpc>
              <a:spcBef>
                <a:spcPts val="0"/>
              </a:spcBef>
              <a:spcAft>
                <a:spcPts val="0"/>
              </a:spcAft>
              <a:buClr>
                <a:srgbClr val="000000"/>
              </a:buClr>
              <a:buSzPts val="900"/>
              <a:buFont typeface="Arial"/>
              <a:buNone/>
            </a:pPr>
            <a:r>
              <a:rPr b="0" i="1" lang="en" sz="900" u="none" cap="none" strike="noStrike">
                <a:solidFill>
                  <a:schemeClr val="dk1"/>
                </a:solidFill>
                <a:latin typeface="Roboto"/>
                <a:ea typeface="Roboto"/>
                <a:cs typeface="Roboto"/>
                <a:sym typeface="Roboto"/>
              </a:rPr>
              <a:t>Professeur Titulaire / CAMES</a:t>
            </a:r>
            <a:endParaRPr b="0" i="0" sz="1100" u="none" cap="none" strike="noStrike">
              <a:solidFill>
                <a:srgbClr val="000000"/>
              </a:solidFill>
              <a:latin typeface="Arial"/>
              <a:ea typeface="Arial"/>
              <a:cs typeface="Arial"/>
              <a:sym typeface="Arial"/>
            </a:endParaRPr>
          </a:p>
          <a:p>
            <a:pPr indent="0" lvl="0" marL="0" marR="0" rtl="0" algn="ctr">
              <a:lnSpc>
                <a:spcPct val="110000"/>
              </a:lnSpc>
              <a:spcBef>
                <a:spcPts val="0"/>
              </a:spcBef>
              <a:spcAft>
                <a:spcPts val="0"/>
              </a:spcAft>
              <a:buClr>
                <a:srgbClr val="000000"/>
              </a:buClr>
              <a:buSzPts val="900"/>
              <a:buFont typeface="Arial"/>
              <a:buNone/>
            </a:pPr>
            <a:r>
              <a:rPr b="0" i="1" lang="en" sz="900" u="sng" cap="none" strike="noStrike">
                <a:solidFill>
                  <a:schemeClr val="hlink"/>
                </a:solidFill>
                <a:latin typeface="Roboto"/>
                <a:ea typeface="Roboto"/>
                <a:cs typeface="Roboto"/>
                <a:sym typeface="Roboto"/>
                <a:hlinkClick r:id="rId3"/>
              </a:rPr>
              <a:t>https://tahiroudjara.bj/</a:t>
            </a:r>
            <a:r>
              <a:rPr b="0" i="1" lang="en" sz="900" u="none" cap="none" strike="noStrike">
                <a:solidFill>
                  <a:schemeClr val="dk1"/>
                </a:solidFill>
                <a:latin typeface="Roboto"/>
                <a:ea typeface="Roboto"/>
                <a:cs typeface="Roboto"/>
                <a:sym typeface="Roboto"/>
              </a:rPr>
              <a:t> </a:t>
            </a:r>
            <a:endParaRPr b="0" i="0" sz="1100" u="none" cap="none" strike="noStrike">
              <a:solidFill>
                <a:srgbClr val="000000"/>
              </a:solidFill>
              <a:latin typeface="Arial"/>
              <a:ea typeface="Arial"/>
              <a:cs typeface="Arial"/>
              <a:sym typeface="Arial"/>
            </a:endParaRPr>
          </a:p>
          <a:p>
            <a:pPr indent="0" lvl="0" marL="0" marR="0" rtl="0" algn="ctr">
              <a:lnSpc>
                <a:spcPct val="110000"/>
              </a:lnSpc>
              <a:spcBef>
                <a:spcPts val="0"/>
              </a:spcBef>
              <a:spcAft>
                <a:spcPts val="0"/>
              </a:spcAft>
              <a:buClr>
                <a:srgbClr val="000000"/>
              </a:buClr>
              <a:buSzPts val="900"/>
              <a:buFont typeface="Arial"/>
              <a:buNone/>
            </a:pPr>
            <a:r>
              <a:rPr b="0" i="1" lang="en" sz="900" u="none" cap="none" strike="noStrike">
                <a:solidFill>
                  <a:schemeClr val="dk1"/>
                </a:solidFill>
                <a:latin typeface="Roboto"/>
                <a:ea typeface="Roboto"/>
                <a:cs typeface="Roboto"/>
                <a:sym typeface="Roboto"/>
              </a:rPr>
              <a:t>+229 0194172879 / </a:t>
            </a:r>
            <a:r>
              <a:rPr b="0" i="1" lang="en" sz="900" u="sng" cap="none" strike="noStrike">
                <a:solidFill>
                  <a:schemeClr val="hlink"/>
                </a:solidFill>
                <a:latin typeface="Roboto"/>
                <a:ea typeface="Roboto"/>
                <a:cs typeface="Roboto"/>
                <a:sym typeface="Roboto"/>
                <a:hlinkClick r:id="rId4"/>
              </a:rPr>
              <a:t>csm.djara@gmail.com</a:t>
            </a:r>
            <a:r>
              <a:rPr b="0" i="1" lang="en" sz="900" u="none" cap="none" strike="noStrike">
                <a:solidFill>
                  <a:schemeClr val="dk1"/>
                </a:solidFill>
                <a:latin typeface="Roboto"/>
                <a:ea typeface="Roboto"/>
                <a:cs typeface="Roboto"/>
                <a:sym typeface="Roboto"/>
              </a:rPr>
              <a:t> &amp; </a:t>
            </a:r>
            <a:r>
              <a:rPr b="0" i="1" lang="en" sz="900" u="sng" cap="none" strike="noStrike">
                <a:solidFill>
                  <a:schemeClr val="hlink"/>
                </a:solidFill>
                <a:latin typeface="Roboto"/>
                <a:ea typeface="Roboto"/>
                <a:cs typeface="Roboto"/>
                <a:sym typeface="Roboto"/>
                <a:hlinkClick r:id="rId5"/>
              </a:rPr>
              <a:t>tdjara@gouv.bj</a:t>
            </a:r>
            <a:r>
              <a:rPr b="0" i="1" lang="en" sz="900" u="none" cap="none" strike="noStrike">
                <a:solidFill>
                  <a:schemeClr val="dk1"/>
                </a:solidFill>
                <a:latin typeface="Roboto"/>
                <a:ea typeface="Roboto"/>
                <a:cs typeface="Roboto"/>
                <a:sym typeface="Roboto"/>
              </a:rPr>
              <a:t> </a:t>
            </a:r>
            <a:endParaRPr b="0" i="0" sz="1100" u="none" cap="none" strike="noStrike">
              <a:solidFill>
                <a:srgbClr val="000000"/>
              </a:solidFill>
              <a:latin typeface="Arial"/>
              <a:ea typeface="Arial"/>
              <a:cs typeface="Arial"/>
              <a:sym typeface="Arial"/>
            </a:endParaRPr>
          </a:p>
        </p:txBody>
      </p:sp>
      <p:pic>
        <p:nvPicPr>
          <p:cNvPr descr="Une image contenant logo  Description générée automatiquement" id="722" name="Google Shape;722;p28"/>
          <p:cNvPicPr preferRelativeResize="0"/>
          <p:nvPr/>
        </p:nvPicPr>
        <p:blipFill rotWithShape="1">
          <a:blip r:embed="rId6">
            <a:alphaModFix/>
          </a:blip>
          <a:srcRect b="0" l="0" r="0" t="0"/>
          <a:stretch/>
        </p:blipFill>
        <p:spPr>
          <a:xfrm>
            <a:off x="335925" y="3777400"/>
            <a:ext cx="999450" cy="1251327"/>
          </a:xfrm>
          <a:prstGeom prst="rect">
            <a:avLst/>
          </a:prstGeom>
          <a:noFill/>
          <a:ln>
            <a:noFill/>
          </a:ln>
        </p:spPr>
      </p:pic>
      <p:pic>
        <p:nvPicPr>
          <p:cNvPr id="723" name="Google Shape;723;p28"/>
          <p:cNvPicPr preferRelativeResize="0"/>
          <p:nvPr/>
        </p:nvPicPr>
        <p:blipFill rotWithShape="1">
          <a:blip r:embed="rId7">
            <a:alphaModFix/>
          </a:blip>
          <a:srcRect b="0" l="0" r="0" t="0"/>
          <a:stretch/>
        </p:blipFill>
        <p:spPr>
          <a:xfrm>
            <a:off x="229574" y="79996"/>
            <a:ext cx="1228190" cy="128260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sp>
        <p:nvSpPr>
          <p:cNvPr id="728" name="Google Shape;728;p29"/>
          <p:cNvSpPr/>
          <p:nvPr/>
        </p:nvSpPr>
        <p:spPr>
          <a:xfrm>
            <a:off x="0" y="1439509"/>
            <a:ext cx="9144000" cy="2264400"/>
          </a:xfrm>
          <a:prstGeom prst="rect">
            <a:avLst/>
          </a:prstGeom>
          <a:solidFill>
            <a:schemeClr val="accent1">
              <a:alpha val="4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29" name="Google Shape;729;p29"/>
          <p:cNvSpPr/>
          <p:nvPr/>
        </p:nvSpPr>
        <p:spPr>
          <a:xfrm>
            <a:off x="-587" y="1590986"/>
            <a:ext cx="9144000" cy="1920000"/>
          </a:xfrm>
          <a:prstGeom prst="rect">
            <a:avLst/>
          </a:prstGeom>
          <a:solidFill>
            <a:srgbClr val="D8E6FC">
              <a:alpha val="8392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30" name="Google Shape;730;p29"/>
          <p:cNvSpPr txBox="1"/>
          <p:nvPr/>
        </p:nvSpPr>
        <p:spPr>
          <a:xfrm>
            <a:off x="531775" y="1757102"/>
            <a:ext cx="7853400" cy="777000"/>
          </a:xfrm>
          <a:prstGeom prst="rect">
            <a:avLst/>
          </a:prstGeom>
          <a:noFill/>
          <a:ln>
            <a:noFill/>
          </a:ln>
        </p:spPr>
        <p:txBody>
          <a:bodyPr anchorCtr="0" anchor="ctr" bIns="45700" lIns="91425" spcFirstLastPara="1" rIns="91425" wrap="square" tIns="45700">
            <a:noAutofit/>
          </a:bodyPr>
          <a:lstStyle/>
          <a:p>
            <a:pPr indent="0" lvl="0" marL="0" marR="0" rtl="0" algn="ctr">
              <a:lnSpc>
                <a:spcPct val="115000"/>
              </a:lnSpc>
              <a:spcBef>
                <a:spcPts val="0"/>
              </a:spcBef>
              <a:spcAft>
                <a:spcPts val="500"/>
              </a:spcAft>
              <a:buClr>
                <a:srgbClr val="000000"/>
              </a:buClr>
              <a:buSzPts val="1800"/>
              <a:buFont typeface="Arial"/>
              <a:buNone/>
            </a:pPr>
            <a:r>
              <a:rPr b="1" i="0" lang="en" sz="2400" u="none" cap="none" strike="noStrike">
                <a:solidFill>
                  <a:srgbClr val="0070C0"/>
                </a:solidFill>
                <a:latin typeface="Cambria"/>
                <a:ea typeface="Cambria"/>
                <a:cs typeface="Cambria"/>
                <a:sym typeface="Cambria"/>
              </a:rPr>
              <a:t>Sous l’encadrement de</a:t>
            </a:r>
            <a:endParaRPr b="0" i="0" sz="1100" u="none" cap="none" strike="noStrike">
              <a:solidFill>
                <a:srgbClr val="000000"/>
              </a:solidFill>
              <a:latin typeface="Arial"/>
              <a:ea typeface="Arial"/>
              <a:cs typeface="Arial"/>
              <a:sym typeface="Arial"/>
            </a:endParaRPr>
          </a:p>
        </p:txBody>
      </p:sp>
      <p:grpSp>
        <p:nvGrpSpPr>
          <p:cNvPr id="731" name="Google Shape;731;p29"/>
          <p:cNvGrpSpPr/>
          <p:nvPr/>
        </p:nvGrpSpPr>
        <p:grpSpPr>
          <a:xfrm>
            <a:off x="7779377" y="1946547"/>
            <a:ext cx="1268622" cy="1251264"/>
            <a:chOff x="7024906" y="1206577"/>
            <a:chExt cx="4638473" cy="4444987"/>
          </a:xfrm>
        </p:grpSpPr>
        <p:grpSp>
          <p:nvGrpSpPr>
            <p:cNvPr id="732" name="Google Shape;732;p29"/>
            <p:cNvGrpSpPr/>
            <p:nvPr/>
          </p:nvGrpSpPr>
          <p:grpSpPr>
            <a:xfrm>
              <a:off x="8034418" y="1206577"/>
              <a:ext cx="3628962" cy="4444987"/>
              <a:chOff x="7889910" y="400867"/>
              <a:chExt cx="2491221" cy="3051409"/>
            </a:xfrm>
          </p:grpSpPr>
          <p:sp>
            <p:nvSpPr>
              <p:cNvPr id="733" name="Google Shape;733;p29"/>
              <p:cNvSpPr/>
              <p:nvPr/>
            </p:nvSpPr>
            <p:spPr>
              <a:xfrm>
                <a:off x="8611209" y="665208"/>
                <a:ext cx="803463" cy="419242"/>
              </a:xfrm>
              <a:custGeom>
                <a:rect b="b" l="l" r="r" t="t"/>
                <a:pathLst>
                  <a:path extrusionOk="0" h="419242" w="803463">
                    <a:moveTo>
                      <a:pt x="803464" y="419242"/>
                    </a:moveTo>
                    <a:lnTo>
                      <a:pt x="39735" y="419242"/>
                    </a:lnTo>
                    <a:cubicBezTo>
                      <a:pt x="17847" y="419242"/>
                      <a:pt x="0" y="401395"/>
                      <a:pt x="0" y="379507"/>
                    </a:cubicBezTo>
                    <a:lnTo>
                      <a:pt x="0" y="0"/>
                    </a:lnTo>
                    <a:lnTo>
                      <a:pt x="803464" y="0"/>
                    </a:lnTo>
                    <a:lnTo>
                      <a:pt x="803464" y="419242"/>
                    </a:lnTo>
                    <a:close/>
                  </a:path>
                </a:pathLst>
              </a:custGeom>
              <a:solidFill>
                <a:srgbClr val="31363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4" name="Google Shape;734;p29"/>
              <p:cNvSpPr/>
              <p:nvPr/>
            </p:nvSpPr>
            <p:spPr>
              <a:xfrm>
                <a:off x="8252916" y="400867"/>
                <a:ext cx="1562813" cy="484906"/>
              </a:xfrm>
              <a:custGeom>
                <a:rect b="b" l="l" r="r" t="t"/>
                <a:pathLst>
                  <a:path extrusionOk="0" h="484906" w="1562813">
                    <a:moveTo>
                      <a:pt x="810198" y="0"/>
                    </a:moveTo>
                    <a:lnTo>
                      <a:pt x="0" y="142441"/>
                    </a:lnTo>
                    <a:lnTo>
                      <a:pt x="851954" y="484907"/>
                    </a:lnTo>
                    <a:lnTo>
                      <a:pt x="1562814" y="125604"/>
                    </a:lnTo>
                    <a:close/>
                  </a:path>
                </a:pathLst>
              </a:custGeom>
              <a:solidFill>
                <a:srgbClr val="1D222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5" name="Google Shape;735;p29"/>
              <p:cNvSpPr/>
              <p:nvPr/>
            </p:nvSpPr>
            <p:spPr>
              <a:xfrm>
                <a:off x="8252916" y="400867"/>
                <a:ext cx="1562813" cy="403415"/>
              </a:xfrm>
              <a:custGeom>
                <a:rect b="b" l="l" r="r" t="t"/>
                <a:pathLst>
                  <a:path extrusionOk="0" h="403415" w="1562813">
                    <a:moveTo>
                      <a:pt x="810198" y="0"/>
                    </a:moveTo>
                    <a:lnTo>
                      <a:pt x="0" y="142441"/>
                    </a:lnTo>
                    <a:lnTo>
                      <a:pt x="873506" y="403416"/>
                    </a:lnTo>
                    <a:lnTo>
                      <a:pt x="1562814" y="125604"/>
                    </a:lnTo>
                    <a:close/>
                  </a:path>
                </a:pathLst>
              </a:cu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6" name="Google Shape;736;p29"/>
              <p:cNvSpPr/>
              <p:nvPr/>
            </p:nvSpPr>
            <p:spPr>
              <a:xfrm>
                <a:off x="8620847" y="1071088"/>
                <a:ext cx="802153" cy="970922"/>
              </a:xfrm>
              <a:custGeom>
                <a:rect b="b" l="l" r="r" t="t"/>
                <a:pathLst>
                  <a:path extrusionOk="0" h="970922" w="802153">
                    <a:moveTo>
                      <a:pt x="801907" y="249755"/>
                    </a:moveTo>
                    <a:cubicBezTo>
                      <a:pt x="801233" y="225173"/>
                      <a:pt x="793152" y="217428"/>
                      <a:pt x="768233" y="215744"/>
                    </a:cubicBezTo>
                    <a:cubicBezTo>
                      <a:pt x="758804" y="216417"/>
                      <a:pt x="757457" y="224499"/>
                      <a:pt x="755437" y="230897"/>
                    </a:cubicBezTo>
                    <a:cubicBezTo>
                      <a:pt x="752069" y="241336"/>
                      <a:pt x="748702" y="252112"/>
                      <a:pt x="744661" y="262551"/>
                    </a:cubicBezTo>
                    <a:cubicBezTo>
                      <a:pt x="741630" y="269622"/>
                      <a:pt x="736579" y="273327"/>
                      <a:pt x="728834" y="271643"/>
                    </a:cubicBezTo>
                    <a:cubicBezTo>
                      <a:pt x="721426" y="269959"/>
                      <a:pt x="721763" y="252785"/>
                      <a:pt x="721763" y="250091"/>
                    </a:cubicBezTo>
                    <a:cubicBezTo>
                      <a:pt x="725130" y="202274"/>
                      <a:pt x="729508" y="154457"/>
                      <a:pt x="727824" y="106303"/>
                    </a:cubicBezTo>
                    <a:cubicBezTo>
                      <a:pt x="726477" y="71956"/>
                      <a:pt x="720416" y="38281"/>
                      <a:pt x="695497" y="11679"/>
                    </a:cubicBezTo>
                    <a:cubicBezTo>
                      <a:pt x="691793" y="8985"/>
                      <a:pt x="687415" y="7301"/>
                      <a:pt x="683037" y="7301"/>
                    </a:cubicBezTo>
                    <a:cubicBezTo>
                      <a:pt x="654414" y="6291"/>
                      <a:pt x="147283" y="3934"/>
                      <a:pt x="131793" y="903"/>
                    </a:cubicBezTo>
                    <a:cubicBezTo>
                      <a:pt x="122027" y="-1117"/>
                      <a:pt x="111588" y="-107"/>
                      <a:pt x="103506" y="7638"/>
                    </a:cubicBezTo>
                    <a:cubicBezTo>
                      <a:pt x="90710" y="21781"/>
                      <a:pt x="82965" y="38281"/>
                      <a:pt x="77241" y="55792"/>
                    </a:cubicBezTo>
                    <a:cubicBezTo>
                      <a:pt x="69159" y="80374"/>
                      <a:pt x="70169" y="105966"/>
                      <a:pt x="70843" y="130548"/>
                    </a:cubicBezTo>
                    <a:cubicBezTo>
                      <a:pt x="71853" y="167927"/>
                      <a:pt x="69159" y="205642"/>
                      <a:pt x="74884" y="242683"/>
                    </a:cubicBezTo>
                    <a:cubicBezTo>
                      <a:pt x="75894" y="248071"/>
                      <a:pt x="73536" y="270969"/>
                      <a:pt x="66128" y="271643"/>
                    </a:cubicBezTo>
                    <a:cubicBezTo>
                      <a:pt x="59393" y="272316"/>
                      <a:pt x="55689" y="268949"/>
                      <a:pt x="53332" y="263224"/>
                    </a:cubicBezTo>
                    <a:cubicBezTo>
                      <a:pt x="49291" y="254469"/>
                      <a:pt x="47271" y="245377"/>
                      <a:pt x="43567" y="236285"/>
                    </a:cubicBezTo>
                    <a:cubicBezTo>
                      <a:pt x="41209" y="230561"/>
                      <a:pt x="40536" y="222816"/>
                      <a:pt x="31781" y="221805"/>
                    </a:cubicBezTo>
                    <a:cubicBezTo>
                      <a:pt x="9219" y="220122"/>
                      <a:pt x="2821" y="223489"/>
                      <a:pt x="1474" y="240326"/>
                    </a:cubicBezTo>
                    <a:cubicBezTo>
                      <a:pt x="-3577" y="304980"/>
                      <a:pt x="3494" y="367614"/>
                      <a:pt x="36158" y="425197"/>
                    </a:cubicBezTo>
                    <a:cubicBezTo>
                      <a:pt x="42220" y="435972"/>
                      <a:pt x="47607" y="448095"/>
                      <a:pt x="59730" y="455167"/>
                    </a:cubicBezTo>
                    <a:cubicBezTo>
                      <a:pt x="87343" y="471330"/>
                      <a:pt x="100812" y="495239"/>
                      <a:pt x="102833" y="527903"/>
                    </a:cubicBezTo>
                    <a:cubicBezTo>
                      <a:pt x="105527" y="577404"/>
                      <a:pt x="122027" y="621853"/>
                      <a:pt x="162099" y="654180"/>
                    </a:cubicBezTo>
                    <a:cubicBezTo>
                      <a:pt x="168161" y="659232"/>
                      <a:pt x="170518" y="664956"/>
                      <a:pt x="170518" y="673038"/>
                    </a:cubicBezTo>
                    <a:cubicBezTo>
                      <a:pt x="170181" y="707722"/>
                      <a:pt x="170518" y="742407"/>
                      <a:pt x="170518" y="777428"/>
                    </a:cubicBezTo>
                    <a:cubicBezTo>
                      <a:pt x="180620" y="796285"/>
                      <a:pt x="367174" y="950512"/>
                      <a:pt x="385359" y="967349"/>
                    </a:cubicBezTo>
                    <a:cubicBezTo>
                      <a:pt x="393104" y="974421"/>
                      <a:pt x="399502" y="969707"/>
                      <a:pt x="405563" y="964319"/>
                    </a:cubicBezTo>
                    <a:cubicBezTo>
                      <a:pt x="428798" y="943441"/>
                      <a:pt x="615353" y="786520"/>
                      <a:pt x="620067" y="778101"/>
                    </a:cubicBezTo>
                    <a:cubicBezTo>
                      <a:pt x="620067" y="759580"/>
                      <a:pt x="621750" y="741060"/>
                      <a:pt x="619730" y="722539"/>
                    </a:cubicBezTo>
                    <a:cubicBezTo>
                      <a:pt x="616363" y="690885"/>
                      <a:pt x="624108" y="666640"/>
                      <a:pt x="650373" y="645425"/>
                    </a:cubicBezTo>
                    <a:cubicBezTo>
                      <a:pt x="676303" y="624547"/>
                      <a:pt x="695497" y="595251"/>
                      <a:pt x="694487" y="560230"/>
                    </a:cubicBezTo>
                    <a:cubicBezTo>
                      <a:pt x="693476" y="511739"/>
                      <a:pt x="714018" y="475371"/>
                      <a:pt x="750386" y="446075"/>
                    </a:cubicBezTo>
                    <a:cubicBezTo>
                      <a:pt x="761498" y="436983"/>
                      <a:pt x="769916" y="426207"/>
                      <a:pt x="775304" y="413074"/>
                    </a:cubicBezTo>
                    <a:cubicBezTo>
                      <a:pt x="796856" y="361216"/>
                      <a:pt x="803591" y="305990"/>
                      <a:pt x="801907" y="249755"/>
                    </a:cubicBezTo>
                    <a:close/>
                  </a:path>
                </a:pathLst>
              </a:custGeom>
              <a:solidFill>
                <a:srgbClr val="FDC69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7" name="Google Shape;737;p29"/>
              <p:cNvSpPr/>
              <p:nvPr/>
            </p:nvSpPr>
            <p:spPr>
              <a:xfrm>
                <a:off x="7889910" y="2011835"/>
                <a:ext cx="2491221" cy="1440441"/>
              </a:xfrm>
              <a:custGeom>
                <a:rect b="b" l="l" r="r" t="t"/>
                <a:pathLst>
                  <a:path extrusionOk="0" h="1440441" w="2491221">
                    <a:moveTo>
                      <a:pt x="2431942" y="1045244"/>
                    </a:moveTo>
                    <a:cubicBezTo>
                      <a:pt x="2387156" y="916272"/>
                      <a:pt x="2325869" y="794709"/>
                      <a:pt x="2260541" y="674829"/>
                    </a:cubicBezTo>
                    <a:cubicBezTo>
                      <a:pt x="2158845" y="487937"/>
                      <a:pt x="2046711" y="307781"/>
                      <a:pt x="1929188" y="130656"/>
                    </a:cubicBezTo>
                    <a:cubicBezTo>
                      <a:pt x="1922453" y="120553"/>
                      <a:pt x="1914708" y="114829"/>
                      <a:pt x="1903596" y="110788"/>
                    </a:cubicBezTo>
                    <a:cubicBezTo>
                      <a:pt x="1819747" y="82165"/>
                      <a:pt x="1735562" y="54889"/>
                      <a:pt x="1650030" y="31317"/>
                    </a:cubicBezTo>
                    <a:cubicBezTo>
                      <a:pt x="1608948" y="19868"/>
                      <a:pt x="1568539" y="7072"/>
                      <a:pt x="1526446" y="0"/>
                    </a:cubicBezTo>
                    <a:cubicBezTo>
                      <a:pt x="1523415" y="10439"/>
                      <a:pt x="1530487" y="18184"/>
                      <a:pt x="1534528" y="26603"/>
                    </a:cubicBezTo>
                    <a:cubicBezTo>
                      <a:pt x="1539579" y="37041"/>
                      <a:pt x="1537559" y="41756"/>
                      <a:pt x="1526109" y="44113"/>
                    </a:cubicBezTo>
                    <a:cubicBezTo>
                      <a:pt x="1497486" y="50174"/>
                      <a:pt x="1470547" y="61624"/>
                      <a:pt x="1442261" y="69032"/>
                    </a:cubicBezTo>
                    <a:cubicBezTo>
                      <a:pt x="1438557" y="70042"/>
                      <a:pt x="1434516" y="71052"/>
                      <a:pt x="1431149" y="72736"/>
                    </a:cubicBezTo>
                    <a:cubicBezTo>
                      <a:pt x="1427108" y="74420"/>
                      <a:pt x="1422057" y="76777"/>
                      <a:pt x="1421720" y="81491"/>
                    </a:cubicBezTo>
                    <a:cubicBezTo>
                      <a:pt x="1421383" y="86879"/>
                      <a:pt x="1426434" y="88563"/>
                      <a:pt x="1430475" y="90247"/>
                    </a:cubicBezTo>
                    <a:cubicBezTo>
                      <a:pt x="1434516" y="91930"/>
                      <a:pt x="1438894" y="92940"/>
                      <a:pt x="1443271" y="94287"/>
                    </a:cubicBezTo>
                    <a:cubicBezTo>
                      <a:pt x="1463812" y="99339"/>
                      <a:pt x="1484017" y="107084"/>
                      <a:pt x="1504895" y="111124"/>
                    </a:cubicBezTo>
                    <a:cubicBezTo>
                      <a:pt x="1517691" y="113482"/>
                      <a:pt x="1517691" y="118533"/>
                      <a:pt x="1509946" y="127625"/>
                    </a:cubicBezTo>
                    <a:cubicBezTo>
                      <a:pt x="1492435" y="148166"/>
                      <a:pt x="1474925" y="168707"/>
                      <a:pt x="1457414" y="188912"/>
                    </a:cubicBezTo>
                    <a:cubicBezTo>
                      <a:pt x="1356729" y="306434"/>
                      <a:pt x="1254360" y="422610"/>
                      <a:pt x="1154348" y="540469"/>
                    </a:cubicBezTo>
                    <a:cubicBezTo>
                      <a:pt x="1138857" y="558653"/>
                      <a:pt x="1137847" y="558990"/>
                      <a:pt x="1121347" y="541142"/>
                    </a:cubicBezTo>
                    <a:cubicBezTo>
                      <a:pt x="1091040" y="507805"/>
                      <a:pt x="782922" y="181167"/>
                      <a:pt x="732411" y="127625"/>
                    </a:cubicBezTo>
                    <a:cubicBezTo>
                      <a:pt x="721972" y="116512"/>
                      <a:pt x="727023" y="113145"/>
                      <a:pt x="737462" y="109441"/>
                    </a:cubicBezTo>
                    <a:cubicBezTo>
                      <a:pt x="750932" y="104390"/>
                      <a:pt x="765075" y="100012"/>
                      <a:pt x="778208" y="94287"/>
                    </a:cubicBezTo>
                    <a:cubicBezTo>
                      <a:pt x="790331" y="88900"/>
                      <a:pt x="804811" y="88226"/>
                      <a:pt x="815923" y="78797"/>
                    </a:cubicBezTo>
                    <a:cubicBezTo>
                      <a:pt x="809188" y="73073"/>
                      <a:pt x="802117" y="71389"/>
                      <a:pt x="795382" y="69032"/>
                    </a:cubicBezTo>
                    <a:cubicBezTo>
                      <a:pt x="772483" y="61624"/>
                      <a:pt x="749585" y="54215"/>
                      <a:pt x="726687" y="46470"/>
                    </a:cubicBezTo>
                    <a:cubicBezTo>
                      <a:pt x="712207" y="41756"/>
                      <a:pt x="702105" y="35021"/>
                      <a:pt x="714901" y="18521"/>
                    </a:cubicBezTo>
                    <a:cubicBezTo>
                      <a:pt x="717595" y="15153"/>
                      <a:pt x="716921" y="11113"/>
                      <a:pt x="714564" y="7408"/>
                    </a:cubicBezTo>
                    <a:cubicBezTo>
                      <a:pt x="582898" y="39399"/>
                      <a:pt x="453253" y="78461"/>
                      <a:pt x="324618" y="119880"/>
                    </a:cubicBezTo>
                    <a:cubicBezTo>
                      <a:pt x="318557" y="121900"/>
                      <a:pt x="313842" y="124594"/>
                      <a:pt x="311148" y="131329"/>
                    </a:cubicBezTo>
                    <a:cubicBezTo>
                      <a:pt x="285220" y="194299"/>
                      <a:pt x="258954" y="257270"/>
                      <a:pt x="232688" y="320241"/>
                    </a:cubicBezTo>
                    <a:cubicBezTo>
                      <a:pt x="238413" y="325628"/>
                      <a:pt x="0" y="956344"/>
                      <a:pt x="0" y="956344"/>
                    </a:cubicBezTo>
                    <a:cubicBezTo>
                      <a:pt x="0" y="956344"/>
                      <a:pt x="1640938" y="943211"/>
                      <a:pt x="1636897" y="966783"/>
                    </a:cubicBezTo>
                    <a:cubicBezTo>
                      <a:pt x="1636897" y="967457"/>
                      <a:pt x="1636897" y="967793"/>
                      <a:pt x="1636897" y="968467"/>
                    </a:cubicBezTo>
                    <a:cubicBezTo>
                      <a:pt x="1636560" y="1046254"/>
                      <a:pt x="1634540" y="1252003"/>
                      <a:pt x="1643295" y="1258064"/>
                    </a:cubicBezTo>
                    <a:cubicBezTo>
                      <a:pt x="1651377" y="1263788"/>
                      <a:pt x="1663836" y="1258401"/>
                      <a:pt x="1674275" y="1256717"/>
                    </a:cubicBezTo>
                    <a:cubicBezTo>
                      <a:pt x="1684041" y="1255370"/>
                      <a:pt x="1688418" y="1259074"/>
                      <a:pt x="1687072" y="1268503"/>
                    </a:cubicBezTo>
                    <a:cubicBezTo>
                      <a:pt x="1685051" y="1281972"/>
                      <a:pt x="1692459" y="1289381"/>
                      <a:pt x="1702898" y="1294769"/>
                    </a:cubicBezTo>
                    <a:cubicBezTo>
                      <a:pt x="1713000" y="1299820"/>
                      <a:pt x="1879014" y="1359760"/>
                      <a:pt x="1954781" y="1376597"/>
                    </a:cubicBezTo>
                    <a:cubicBezTo>
                      <a:pt x="1997210" y="1386025"/>
                      <a:pt x="2489862" y="1454384"/>
                      <a:pt x="2491209" y="1437884"/>
                    </a:cubicBezTo>
                    <a:cubicBezTo>
                      <a:pt x="2492219" y="1430812"/>
                      <a:pt x="2433963" y="1050968"/>
                      <a:pt x="2431942" y="1045244"/>
                    </a:cubicBezTo>
                    <a:close/>
                  </a:path>
                </a:pathLst>
              </a:custGeom>
              <a:solidFill>
                <a:srgbClr val="31363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8" name="Google Shape;738;p29"/>
              <p:cNvSpPr/>
              <p:nvPr/>
            </p:nvSpPr>
            <p:spPr>
              <a:xfrm>
                <a:off x="8594498" y="1960685"/>
                <a:ext cx="842152" cy="613967"/>
              </a:xfrm>
              <a:custGeom>
                <a:rect b="b" l="l" r="r" t="t"/>
                <a:pathLst>
                  <a:path extrusionOk="0" h="613967" w="842152">
                    <a:moveTo>
                      <a:pt x="839705" y="84823"/>
                    </a:moveTo>
                    <a:cubicBezTo>
                      <a:pt x="833307" y="73711"/>
                      <a:pt x="811082" y="26231"/>
                      <a:pt x="795592" y="23537"/>
                    </a:cubicBezTo>
                    <a:cubicBezTo>
                      <a:pt x="759561" y="17475"/>
                      <a:pt x="723193" y="11414"/>
                      <a:pt x="687162" y="5353"/>
                    </a:cubicBezTo>
                    <a:cubicBezTo>
                      <a:pt x="681100" y="-2392"/>
                      <a:pt x="675039" y="-1045"/>
                      <a:pt x="668641" y="5016"/>
                    </a:cubicBezTo>
                    <a:cubicBezTo>
                      <a:pt x="664263" y="9394"/>
                      <a:pt x="661569" y="15118"/>
                      <a:pt x="658875" y="20506"/>
                    </a:cubicBezTo>
                    <a:cubicBezTo>
                      <a:pt x="618466" y="99303"/>
                      <a:pt x="578731" y="178438"/>
                      <a:pt x="540006" y="257908"/>
                    </a:cubicBezTo>
                    <a:cubicBezTo>
                      <a:pt x="522832" y="234673"/>
                      <a:pt x="505658" y="211438"/>
                      <a:pt x="488148" y="187866"/>
                    </a:cubicBezTo>
                    <a:cubicBezTo>
                      <a:pt x="467943" y="159243"/>
                      <a:pt x="447402" y="130620"/>
                      <a:pt x="427198" y="101997"/>
                    </a:cubicBezTo>
                    <a:cubicBezTo>
                      <a:pt x="422820" y="95599"/>
                      <a:pt x="419789" y="95262"/>
                      <a:pt x="415075" y="101997"/>
                    </a:cubicBezTo>
                    <a:cubicBezTo>
                      <a:pt x="395207" y="130620"/>
                      <a:pt x="375003" y="158906"/>
                      <a:pt x="355135" y="187530"/>
                    </a:cubicBezTo>
                    <a:cubicBezTo>
                      <a:pt x="354798" y="187193"/>
                      <a:pt x="354125" y="186856"/>
                      <a:pt x="353788" y="186519"/>
                    </a:cubicBezTo>
                    <a:cubicBezTo>
                      <a:pt x="343012" y="189550"/>
                      <a:pt x="338972" y="199652"/>
                      <a:pt x="332910" y="207397"/>
                    </a:cubicBezTo>
                    <a:cubicBezTo>
                      <a:pt x="323145" y="219857"/>
                      <a:pt x="315063" y="234000"/>
                      <a:pt x="304287" y="245449"/>
                    </a:cubicBezTo>
                    <a:cubicBezTo>
                      <a:pt x="300246" y="244102"/>
                      <a:pt x="299236" y="241408"/>
                      <a:pt x="297889" y="239051"/>
                    </a:cubicBezTo>
                    <a:cubicBezTo>
                      <a:pt x="265562" y="181131"/>
                      <a:pt x="234582" y="122202"/>
                      <a:pt x="201918" y="64282"/>
                    </a:cubicBezTo>
                    <a:cubicBezTo>
                      <a:pt x="192489" y="47109"/>
                      <a:pt x="183734" y="29598"/>
                      <a:pt x="173969" y="12761"/>
                    </a:cubicBezTo>
                    <a:cubicBezTo>
                      <a:pt x="166224" y="-1045"/>
                      <a:pt x="159825" y="-2729"/>
                      <a:pt x="148040" y="4006"/>
                    </a:cubicBezTo>
                    <a:cubicBezTo>
                      <a:pt x="115039" y="10404"/>
                      <a:pt x="82375" y="17475"/>
                      <a:pt x="49374" y="23200"/>
                    </a:cubicBezTo>
                    <a:cubicBezTo>
                      <a:pt x="39609" y="24884"/>
                      <a:pt x="17384" y="45762"/>
                      <a:pt x="10313" y="57884"/>
                    </a:cubicBezTo>
                    <a:cubicBezTo>
                      <a:pt x="-6524" y="86170"/>
                      <a:pt x="-3831" y="93579"/>
                      <a:pt x="26476" y="104355"/>
                    </a:cubicBezTo>
                    <a:cubicBezTo>
                      <a:pt x="30180" y="105701"/>
                      <a:pt x="78671" y="121192"/>
                      <a:pt x="101906" y="129273"/>
                    </a:cubicBezTo>
                    <a:cubicBezTo>
                      <a:pt x="77324" y="136345"/>
                      <a:pt x="56783" y="145437"/>
                      <a:pt x="35905" y="153182"/>
                    </a:cubicBezTo>
                    <a:cubicBezTo>
                      <a:pt x="14690" y="160927"/>
                      <a:pt x="13006" y="169009"/>
                      <a:pt x="27823" y="185846"/>
                    </a:cubicBezTo>
                    <a:cubicBezTo>
                      <a:pt x="72610" y="236357"/>
                      <a:pt x="387799" y="567373"/>
                      <a:pt x="424504" y="608119"/>
                    </a:cubicBezTo>
                    <a:cubicBezTo>
                      <a:pt x="432585" y="616874"/>
                      <a:pt x="438310" y="615190"/>
                      <a:pt x="444708" y="607109"/>
                    </a:cubicBezTo>
                    <a:cubicBezTo>
                      <a:pt x="454137" y="595323"/>
                      <a:pt x="747101" y="255214"/>
                      <a:pt x="812766" y="178438"/>
                    </a:cubicBezTo>
                    <a:cubicBezTo>
                      <a:pt x="826236" y="162611"/>
                      <a:pt x="826572" y="162947"/>
                      <a:pt x="806705" y="157560"/>
                    </a:cubicBezTo>
                    <a:cubicBezTo>
                      <a:pt x="777745" y="149815"/>
                      <a:pt x="749122" y="141733"/>
                      <a:pt x="717468" y="132977"/>
                    </a:cubicBezTo>
                    <a:cubicBezTo>
                      <a:pt x="722519" y="130284"/>
                      <a:pt x="797276" y="107385"/>
                      <a:pt x="832970" y="97956"/>
                    </a:cubicBezTo>
                    <a:cubicBezTo>
                      <a:pt x="842399" y="95599"/>
                      <a:pt x="844420" y="93242"/>
                      <a:pt x="839705" y="84823"/>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9" name="Google Shape;739;p29"/>
              <p:cNvSpPr/>
              <p:nvPr/>
            </p:nvSpPr>
            <p:spPr>
              <a:xfrm>
                <a:off x="8620510" y="1071787"/>
                <a:ext cx="414221" cy="800660"/>
              </a:xfrm>
              <a:custGeom>
                <a:rect b="b" l="l" r="r" t="t"/>
                <a:pathLst>
                  <a:path extrusionOk="0" h="800660" w="414221">
                    <a:moveTo>
                      <a:pt x="162099" y="654491"/>
                    </a:moveTo>
                    <a:cubicBezTo>
                      <a:pt x="122027" y="621827"/>
                      <a:pt x="105527" y="577714"/>
                      <a:pt x="102833" y="528213"/>
                    </a:cubicBezTo>
                    <a:cubicBezTo>
                      <a:pt x="100812" y="495550"/>
                      <a:pt x="87343" y="471641"/>
                      <a:pt x="59730" y="455477"/>
                    </a:cubicBezTo>
                    <a:cubicBezTo>
                      <a:pt x="47607" y="448406"/>
                      <a:pt x="42556" y="436283"/>
                      <a:pt x="36158" y="425507"/>
                    </a:cubicBezTo>
                    <a:cubicBezTo>
                      <a:pt x="3494" y="367925"/>
                      <a:pt x="-3577" y="305291"/>
                      <a:pt x="1474" y="240637"/>
                    </a:cubicBezTo>
                    <a:cubicBezTo>
                      <a:pt x="2821" y="223463"/>
                      <a:pt x="8882" y="220432"/>
                      <a:pt x="31781" y="222116"/>
                    </a:cubicBezTo>
                    <a:cubicBezTo>
                      <a:pt x="40536" y="222789"/>
                      <a:pt x="41209" y="230535"/>
                      <a:pt x="43567" y="236596"/>
                    </a:cubicBezTo>
                    <a:cubicBezTo>
                      <a:pt x="47271" y="245351"/>
                      <a:pt x="49291" y="254780"/>
                      <a:pt x="53332" y="263535"/>
                    </a:cubicBezTo>
                    <a:cubicBezTo>
                      <a:pt x="56026" y="269260"/>
                      <a:pt x="59730" y="272627"/>
                      <a:pt x="66128" y="271954"/>
                    </a:cubicBezTo>
                    <a:cubicBezTo>
                      <a:pt x="73537" y="271280"/>
                      <a:pt x="74547" y="265556"/>
                      <a:pt x="74884" y="259831"/>
                    </a:cubicBezTo>
                    <a:cubicBezTo>
                      <a:pt x="75220" y="254106"/>
                      <a:pt x="75557" y="248382"/>
                      <a:pt x="74884" y="242994"/>
                    </a:cubicBezTo>
                    <a:cubicBezTo>
                      <a:pt x="69159" y="205616"/>
                      <a:pt x="72190" y="168237"/>
                      <a:pt x="70843" y="130859"/>
                    </a:cubicBezTo>
                    <a:cubicBezTo>
                      <a:pt x="70169" y="105940"/>
                      <a:pt x="69159" y="80348"/>
                      <a:pt x="77241" y="56103"/>
                    </a:cubicBezTo>
                    <a:cubicBezTo>
                      <a:pt x="82965" y="38592"/>
                      <a:pt x="79261" y="20745"/>
                      <a:pt x="91721" y="6939"/>
                    </a:cubicBezTo>
                    <a:cubicBezTo>
                      <a:pt x="99802" y="-1143"/>
                      <a:pt x="121690" y="-806"/>
                      <a:pt x="131793" y="1214"/>
                    </a:cubicBezTo>
                    <a:cubicBezTo>
                      <a:pt x="147283" y="4245"/>
                      <a:pt x="163110" y="3571"/>
                      <a:pt x="178600" y="3571"/>
                    </a:cubicBezTo>
                    <a:cubicBezTo>
                      <a:pt x="304541" y="3571"/>
                      <a:pt x="416002" y="11316"/>
                      <a:pt x="410614" y="6939"/>
                    </a:cubicBezTo>
                    <a:cubicBezTo>
                      <a:pt x="419369" y="17378"/>
                      <a:pt x="410277" y="799290"/>
                      <a:pt x="403543" y="800300"/>
                    </a:cubicBezTo>
                    <a:cubicBezTo>
                      <a:pt x="346633" y="801984"/>
                      <a:pt x="312959" y="798953"/>
                      <a:pt x="279622" y="765279"/>
                    </a:cubicBezTo>
                    <a:cubicBezTo>
                      <a:pt x="256050" y="740023"/>
                      <a:pt x="168161" y="659542"/>
                      <a:pt x="162099" y="654491"/>
                    </a:cubicBezTo>
                    <a:close/>
                  </a:path>
                </a:pathLst>
              </a:custGeom>
              <a:solidFill>
                <a:srgbClr val="EEC8A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0" name="Google Shape;740;p29"/>
              <p:cNvSpPr/>
              <p:nvPr/>
            </p:nvSpPr>
            <p:spPr>
              <a:xfrm>
                <a:off x="9024053" y="1077662"/>
                <a:ext cx="398610" cy="793450"/>
              </a:xfrm>
              <a:custGeom>
                <a:rect b="b" l="l" r="r" t="t"/>
                <a:pathLst>
                  <a:path extrusionOk="0" h="793450" w="398610">
                    <a:moveTo>
                      <a:pt x="0" y="793415"/>
                    </a:moveTo>
                    <a:cubicBezTo>
                      <a:pt x="0" y="779946"/>
                      <a:pt x="9092" y="37769"/>
                      <a:pt x="7071" y="54"/>
                    </a:cubicBezTo>
                    <a:cubicBezTo>
                      <a:pt x="66338" y="54"/>
                      <a:pt x="251209" y="-283"/>
                      <a:pt x="279495" y="727"/>
                    </a:cubicBezTo>
                    <a:cubicBezTo>
                      <a:pt x="283872" y="727"/>
                      <a:pt x="288250" y="2411"/>
                      <a:pt x="291954" y="5105"/>
                    </a:cubicBezTo>
                    <a:cubicBezTo>
                      <a:pt x="316873" y="31708"/>
                      <a:pt x="322934" y="65382"/>
                      <a:pt x="324281" y="99729"/>
                    </a:cubicBezTo>
                    <a:cubicBezTo>
                      <a:pt x="325965" y="147883"/>
                      <a:pt x="321924" y="195700"/>
                      <a:pt x="318220" y="243517"/>
                    </a:cubicBezTo>
                    <a:cubicBezTo>
                      <a:pt x="317883" y="246211"/>
                      <a:pt x="317883" y="249242"/>
                      <a:pt x="317883" y="251936"/>
                    </a:cubicBezTo>
                    <a:cubicBezTo>
                      <a:pt x="318220" y="257661"/>
                      <a:pt x="317883" y="263722"/>
                      <a:pt x="325292" y="265406"/>
                    </a:cubicBezTo>
                    <a:cubicBezTo>
                      <a:pt x="333037" y="267089"/>
                      <a:pt x="338088" y="263385"/>
                      <a:pt x="341118" y="256314"/>
                    </a:cubicBezTo>
                    <a:cubicBezTo>
                      <a:pt x="345496" y="245875"/>
                      <a:pt x="348527" y="235099"/>
                      <a:pt x="351894" y="224660"/>
                    </a:cubicBezTo>
                    <a:cubicBezTo>
                      <a:pt x="354251" y="217925"/>
                      <a:pt x="355262" y="210180"/>
                      <a:pt x="364690" y="209507"/>
                    </a:cubicBezTo>
                    <a:cubicBezTo>
                      <a:pt x="389609" y="210854"/>
                      <a:pt x="397691" y="218599"/>
                      <a:pt x="398364" y="243517"/>
                    </a:cubicBezTo>
                    <a:cubicBezTo>
                      <a:pt x="400048" y="300090"/>
                      <a:pt x="393313" y="354979"/>
                      <a:pt x="371425" y="407510"/>
                    </a:cubicBezTo>
                    <a:cubicBezTo>
                      <a:pt x="366037" y="420643"/>
                      <a:pt x="357619" y="431419"/>
                      <a:pt x="346506" y="440511"/>
                    </a:cubicBezTo>
                    <a:cubicBezTo>
                      <a:pt x="310138" y="469807"/>
                      <a:pt x="289597" y="506175"/>
                      <a:pt x="290607" y="554666"/>
                    </a:cubicBezTo>
                    <a:cubicBezTo>
                      <a:pt x="291281" y="589687"/>
                      <a:pt x="272087" y="618984"/>
                      <a:pt x="246494" y="639862"/>
                    </a:cubicBezTo>
                    <a:cubicBezTo>
                      <a:pt x="220228" y="661076"/>
                      <a:pt x="154901" y="716638"/>
                      <a:pt x="143115" y="735833"/>
                    </a:cubicBezTo>
                    <a:cubicBezTo>
                      <a:pt x="126951" y="762098"/>
                      <a:pt x="105400" y="772537"/>
                      <a:pt x="77787" y="783313"/>
                    </a:cubicBezTo>
                    <a:cubicBezTo>
                      <a:pt x="55899" y="791732"/>
                      <a:pt x="28286" y="793752"/>
                      <a:pt x="0" y="793415"/>
                    </a:cubicBezTo>
                    <a:close/>
                  </a:path>
                </a:pathLst>
              </a:custGeom>
              <a:solidFill>
                <a:srgbClr val="F8CEB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1" name="Google Shape;741;p29"/>
              <p:cNvSpPr/>
              <p:nvPr/>
            </p:nvSpPr>
            <p:spPr>
              <a:xfrm>
                <a:off x="8799447" y="2803430"/>
                <a:ext cx="735707" cy="470971"/>
              </a:xfrm>
              <a:custGeom>
                <a:rect b="b" l="l" r="r" t="t"/>
                <a:pathLst>
                  <a:path extrusionOk="0" h="470971" w="735707">
                    <a:moveTo>
                      <a:pt x="75430" y="194045"/>
                    </a:moveTo>
                    <a:cubicBezTo>
                      <a:pt x="24582" y="193708"/>
                      <a:pt x="0" y="176198"/>
                      <a:pt x="0" y="152289"/>
                    </a:cubicBezTo>
                    <a:cubicBezTo>
                      <a:pt x="0" y="126360"/>
                      <a:pt x="21215" y="110196"/>
                      <a:pt x="86879" y="109860"/>
                    </a:cubicBezTo>
                    <a:cubicBezTo>
                      <a:pt x="108767" y="110196"/>
                      <a:pt x="371425" y="112890"/>
                      <a:pt x="484570" y="114574"/>
                    </a:cubicBezTo>
                    <a:cubicBezTo>
                      <a:pt x="466049" y="96390"/>
                      <a:pt x="447529" y="86961"/>
                      <a:pt x="424967" y="86288"/>
                    </a:cubicBezTo>
                    <a:cubicBezTo>
                      <a:pt x="406783" y="85614"/>
                      <a:pt x="389272" y="83257"/>
                      <a:pt x="372772" y="75512"/>
                    </a:cubicBezTo>
                    <a:cubicBezTo>
                      <a:pt x="348863" y="64063"/>
                      <a:pt x="336404" y="40828"/>
                      <a:pt x="339435" y="14899"/>
                    </a:cubicBezTo>
                    <a:cubicBezTo>
                      <a:pt x="340782" y="4797"/>
                      <a:pt x="346506" y="-2949"/>
                      <a:pt x="355935" y="1092"/>
                    </a:cubicBezTo>
                    <a:cubicBezTo>
                      <a:pt x="403079" y="20960"/>
                      <a:pt x="453590" y="9511"/>
                      <a:pt x="502080" y="16582"/>
                    </a:cubicBezTo>
                    <a:cubicBezTo>
                      <a:pt x="550571" y="23654"/>
                      <a:pt x="590307" y="47226"/>
                      <a:pt x="628695" y="75175"/>
                    </a:cubicBezTo>
                    <a:cubicBezTo>
                      <a:pt x="657655" y="96390"/>
                      <a:pt x="684257" y="120299"/>
                      <a:pt x="711197" y="144207"/>
                    </a:cubicBezTo>
                    <a:cubicBezTo>
                      <a:pt x="731401" y="164412"/>
                      <a:pt x="729717" y="159697"/>
                      <a:pt x="734432" y="171146"/>
                    </a:cubicBezTo>
                    <a:cubicBezTo>
                      <a:pt x="737126" y="208525"/>
                      <a:pt x="734769" y="245903"/>
                      <a:pt x="734432" y="283281"/>
                    </a:cubicBezTo>
                    <a:cubicBezTo>
                      <a:pt x="733758" y="334129"/>
                      <a:pt x="731738" y="384977"/>
                      <a:pt x="730054" y="435825"/>
                    </a:cubicBezTo>
                    <a:cubicBezTo>
                      <a:pt x="722309" y="435488"/>
                      <a:pt x="714227" y="435488"/>
                      <a:pt x="706819" y="434141"/>
                    </a:cubicBezTo>
                    <a:cubicBezTo>
                      <a:pt x="676512" y="429763"/>
                      <a:pt x="650583" y="443906"/>
                      <a:pt x="623644" y="453672"/>
                    </a:cubicBezTo>
                    <a:cubicBezTo>
                      <a:pt x="595695" y="463774"/>
                      <a:pt x="566735" y="469836"/>
                      <a:pt x="537102" y="470509"/>
                    </a:cubicBezTo>
                    <a:cubicBezTo>
                      <a:pt x="487938" y="471519"/>
                      <a:pt x="438437" y="470509"/>
                      <a:pt x="389272" y="470846"/>
                    </a:cubicBezTo>
                    <a:cubicBezTo>
                      <a:pt x="367721" y="471183"/>
                      <a:pt x="346843" y="466468"/>
                      <a:pt x="325965" y="463101"/>
                    </a:cubicBezTo>
                    <a:cubicBezTo>
                      <a:pt x="292965" y="457376"/>
                      <a:pt x="282862" y="419324"/>
                      <a:pt x="303403" y="394742"/>
                    </a:cubicBezTo>
                    <a:cubicBezTo>
                      <a:pt x="274444" y="386324"/>
                      <a:pt x="239760" y="383630"/>
                      <a:pt x="239760" y="342211"/>
                    </a:cubicBezTo>
                    <a:cubicBezTo>
                      <a:pt x="239760" y="308874"/>
                      <a:pt x="267709" y="302139"/>
                      <a:pt x="295658" y="291363"/>
                    </a:cubicBezTo>
                    <a:cubicBezTo>
                      <a:pt x="278485" y="289006"/>
                      <a:pt x="265689" y="284965"/>
                      <a:pt x="253566" y="278903"/>
                    </a:cubicBezTo>
                    <a:cubicBezTo>
                      <a:pt x="235045" y="269475"/>
                      <a:pt x="226963" y="254995"/>
                      <a:pt x="229657" y="238831"/>
                    </a:cubicBezTo>
                    <a:cubicBezTo>
                      <a:pt x="232351" y="223005"/>
                      <a:pt x="245484" y="211555"/>
                      <a:pt x="265015" y="208188"/>
                    </a:cubicBezTo>
                    <a:cubicBezTo>
                      <a:pt x="267709" y="207851"/>
                      <a:pt x="292965" y="205494"/>
                      <a:pt x="301383" y="202127"/>
                    </a:cubicBezTo>
                    <a:cubicBezTo>
                      <a:pt x="297679" y="199433"/>
                      <a:pt x="292965" y="196065"/>
                      <a:pt x="286903" y="195055"/>
                    </a:cubicBezTo>
                    <a:cubicBezTo>
                      <a:pt x="216188" y="194382"/>
                      <a:pt x="145809" y="194382"/>
                      <a:pt x="75430" y="194045"/>
                    </a:cubicBezTo>
                    <a:close/>
                  </a:path>
                </a:pathLst>
              </a:custGeom>
              <a:solidFill>
                <a:srgbClr val="FCC69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2" name="Google Shape;742;p29"/>
              <p:cNvSpPr/>
              <p:nvPr/>
            </p:nvSpPr>
            <p:spPr>
              <a:xfrm>
                <a:off x="8741172" y="1849189"/>
                <a:ext cx="540487" cy="373108"/>
              </a:xfrm>
              <a:custGeom>
                <a:rect b="b" l="l" r="r" t="t"/>
                <a:pathLst>
                  <a:path extrusionOk="0" h="373108" w="540487">
                    <a:moveTo>
                      <a:pt x="155593" y="371088"/>
                    </a:moveTo>
                    <a:cubicBezTo>
                      <a:pt x="110470" y="288587"/>
                      <a:pt x="66020" y="207432"/>
                      <a:pt x="21907" y="125941"/>
                    </a:cubicBezTo>
                    <a:cubicBezTo>
                      <a:pt x="16856" y="116512"/>
                      <a:pt x="11805" y="111798"/>
                      <a:pt x="1366" y="115502"/>
                    </a:cubicBezTo>
                    <a:cubicBezTo>
                      <a:pt x="-2339" y="108430"/>
                      <a:pt x="2376" y="103043"/>
                      <a:pt x="5070" y="97318"/>
                    </a:cubicBezTo>
                    <a:cubicBezTo>
                      <a:pt x="19886" y="64991"/>
                      <a:pt x="34703" y="32327"/>
                      <a:pt x="49856" y="0"/>
                    </a:cubicBezTo>
                    <a:cubicBezTo>
                      <a:pt x="69724" y="12123"/>
                      <a:pt x="244492" y="161972"/>
                      <a:pt x="258299" y="176452"/>
                    </a:cubicBezTo>
                    <a:cubicBezTo>
                      <a:pt x="268064" y="186554"/>
                      <a:pt x="276483" y="186554"/>
                      <a:pt x="286922" y="177126"/>
                    </a:cubicBezTo>
                    <a:cubicBezTo>
                      <a:pt x="333392" y="135707"/>
                      <a:pt x="484925" y="3031"/>
                      <a:pt x="499405" y="337"/>
                    </a:cubicBezTo>
                    <a:cubicBezTo>
                      <a:pt x="513212" y="39062"/>
                      <a:pt x="526681" y="78124"/>
                      <a:pt x="540488" y="116849"/>
                    </a:cubicBezTo>
                    <a:cubicBezTo>
                      <a:pt x="526008" y="108767"/>
                      <a:pt x="524324" y="121563"/>
                      <a:pt x="520283" y="129308"/>
                    </a:cubicBezTo>
                    <a:cubicBezTo>
                      <a:pt x="494017" y="180830"/>
                      <a:pt x="468088" y="232351"/>
                      <a:pt x="442159" y="284209"/>
                    </a:cubicBezTo>
                    <a:cubicBezTo>
                      <a:pt x="427343" y="313506"/>
                      <a:pt x="410169" y="341792"/>
                      <a:pt x="399057" y="372772"/>
                    </a:cubicBezTo>
                    <a:cubicBezTo>
                      <a:pt x="399057" y="373109"/>
                      <a:pt x="397036" y="372772"/>
                      <a:pt x="395689" y="373109"/>
                    </a:cubicBezTo>
                    <a:cubicBezTo>
                      <a:pt x="386934" y="373109"/>
                      <a:pt x="302412" y="254913"/>
                      <a:pt x="285238" y="231004"/>
                    </a:cubicBezTo>
                    <a:cubicBezTo>
                      <a:pt x="275473" y="217198"/>
                      <a:pt x="274126" y="217535"/>
                      <a:pt x="264023" y="230667"/>
                    </a:cubicBezTo>
                    <a:cubicBezTo>
                      <a:pt x="250217" y="248515"/>
                      <a:pt x="173440" y="346843"/>
                      <a:pt x="155593" y="371088"/>
                    </a:cubicBezTo>
                    <a:close/>
                  </a:path>
                </a:pathLst>
              </a:custGeom>
              <a:solidFill>
                <a:srgbClr val="E4F4F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3" name="Google Shape;743;p29"/>
              <p:cNvSpPr/>
              <p:nvPr/>
            </p:nvSpPr>
            <p:spPr>
              <a:xfrm>
                <a:off x="8626711" y="1078726"/>
                <a:ext cx="90667" cy="272678"/>
              </a:xfrm>
              <a:custGeom>
                <a:rect b="b" l="l" r="r" t="t"/>
                <a:pathLst>
                  <a:path extrusionOk="0" h="272678" w="90667">
                    <a:moveTo>
                      <a:pt x="6049" y="59603"/>
                    </a:moveTo>
                    <a:cubicBezTo>
                      <a:pt x="5038" y="37715"/>
                      <a:pt x="661" y="29633"/>
                      <a:pt x="1334" y="14817"/>
                    </a:cubicBezTo>
                    <a:cubicBezTo>
                      <a:pt x="1671" y="6061"/>
                      <a:pt x="-3717" y="337"/>
                      <a:pt x="5038" y="0"/>
                    </a:cubicBezTo>
                    <a:cubicBezTo>
                      <a:pt x="28274" y="0"/>
                      <a:pt x="66999" y="673"/>
                      <a:pt x="90234" y="1010"/>
                    </a:cubicBezTo>
                    <a:cubicBezTo>
                      <a:pt x="94275" y="1010"/>
                      <a:pt x="68682" y="84859"/>
                      <a:pt x="70703" y="128298"/>
                    </a:cubicBezTo>
                    <a:cubicBezTo>
                      <a:pt x="72723" y="170728"/>
                      <a:pt x="74407" y="213494"/>
                      <a:pt x="75754" y="256260"/>
                    </a:cubicBezTo>
                    <a:cubicBezTo>
                      <a:pt x="75754" y="261311"/>
                      <a:pt x="80805" y="271076"/>
                      <a:pt x="70703" y="270740"/>
                    </a:cubicBezTo>
                    <a:cubicBezTo>
                      <a:pt x="60937" y="270403"/>
                      <a:pt x="47468" y="278821"/>
                      <a:pt x="41743" y="262995"/>
                    </a:cubicBezTo>
                    <a:cubicBezTo>
                      <a:pt x="36019" y="247168"/>
                      <a:pt x="30967" y="231341"/>
                      <a:pt x="25580" y="215514"/>
                    </a:cubicBezTo>
                    <a:cubicBezTo>
                      <a:pt x="17835" y="169044"/>
                      <a:pt x="6385" y="65328"/>
                      <a:pt x="6049" y="59603"/>
                    </a:cubicBezTo>
                    <a:close/>
                  </a:path>
                </a:pathLst>
              </a:custGeom>
              <a:solidFill>
                <a:srgbClr val="4F4B4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4" name="Google Shape;744;p29"/>
              <p:cNvSpPr/>
              <p:nvPr/>
            </p:nvSpPr>
            <p:spPr>
              <a:xfrm>
                <a:off x="9316007" y="1079277"/>
                <a:ext cx="93277" cy="268431"/>
              </a:xfrm>
              <a:custGeom>
                <a:rect b="b" l="l" r="r" t="t"/>
                <a:pathLst>
                  <a:path extrusionOk="0" h="268431" w="93277">
                    <a:moveTo>
                      <a:pt x="0" y="459"/>
                    </a:moveTo>
                    <a:cubicBezTo>
                      <a:pt x="24919" y="-1562"/>
                      <a:pt x="42766" y="3826"/>
                      <a:pt x="64654" y="2479"/>
                    </a:cubicBezTo>
                    <a:cubicBezTo>
                      <a:pt x="74083" y="1806"/>
                      <a:pt x="83848" y="2479"/>
                      <a:pt x="93277" y="2479"/>
                    </a:cubicBezTo>
                    <a:cubicBezTo>
                      <a:pt x="91257" y="64776"/>
                      <a:pt x="87889" y="126737"/>
                      <a:pt x="73746" y="187687"/>
                    </a:cubicBezTo>
                    <a:cubicBezTo>
                      <a:pt x="72399" y="193075"/>
                      <a:pt x="73073" y="198799"/>
                      <a:pt x="73073" y="204524"/>
                    </a:cubicBezTo>
                    <a:cubicBezTo>
                      <a:pt x="63981" y="220687"/>
                      <a:pt x="61624" y="239208"/>
                      <a:pt x="55562" y="256719"/>
                    </a:cubicBezTo>
                    <a:cubicBezTo>
                      <a:pt x="49501" y="274229"/>
                      <a:pt x="36368" y="266821"/>
                      <a:pt x="26266" y="267158"/>
                    </a:cubicBezTo>
                    <a:cubicBezTo>
                      <a:pt x="13806" y="267158"/>
                      <a:pt x="19868" y="256045"/>
                      <a:pt x="19868" y="250657"/>
                    </a:cubicBezTo>
                    <a:cubicBezTo>
                      <a:pt x="21215" y="205534"/>
                      <a:pt x="23235" y="160074"/>
                      <a:pt x="25592" y="114951"/>
                    </a:cubicBezTo>
                    <a:cubicBezTo>
                      <a:pt x="27613" y="75552"/>
                      <a:pt x="21215" y="33796"/>
                      <a:pt x="0" y="459"/>
                    </a:cubicBezTo>
                    <a:close/>
                  </a:path>
                </a:pathLst>
              </a:custGeom>
              <a:solidFill>
                <a:srgbClr val="4E4B4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5" name="Google Shape;745;p29"/>
              <p:cNvSpPr/>
              <p:nvPr/>
            </p:nvSpPr>
            <p:spPr>
              <a:xfrm>
                <a:off x="9028415" y="451775"/>
                <a:ext cx="146970" cy="78970"/>
              </a:xfrm>
              <a:custGeom>
                <a:rect b="b" l="l" r="r" t="t"/>
                <a:pathLst>
                  <a:path extrusionOk="0" h="78970" w="146970">
                    <a:moveTo>
                      <a:pt x="135385" y="21154"/>
                    </a:moveTo>
                    <a:cubicBezTo>
                      <a:pt x="149528" y="44726"/>
                      <a:pt x="149528" y="59206"/>
                      <a:pt x="141783" y="68298"/>
                    </a:cubicBezTo>
                    <a:cubicBezTo>
                      <a:pt x="96997" y="85472"/>
                      <a:pt x="54230" y="82104"/>
                      <a:pt x="13485" y="56849"/>
                    </a:cubicBezTo>
                    <a:cubicBezTo>
                      <a:pt x="-3352" y="46410"/>
                      <a:pt x="-4362" y="24522"/>
                      <a:pt x="10117" y="12736"/>
                    </a:cubicBezTo>
                    <a:cubicBezTo>
                      <a:pt x="34363" y="-6795"/>
                      <a:pt x="117538" y="-3765"/>
                      <a:pt x="135385" y="21154"/>
                    </a:cubicBezTo>
                    <a:close/>
                  </a:path>
                </a:pathLst>
              </a:custGeom>
              <a:solidFill>
                <a:srgbClr val="1A212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6" name="Google Shape;746;p29"/>
              <p:cNvSpPr/>
              <p:nvPr/>
            </p:nvSpPr>
            <p:spPr>
              <a:xfrm>
                <a:off x="8948960" y="2058554"/>
                <a:ext cx="134995" cy="392727"/>
              </a:xfrm>
              <a:custGeom>
                <a:rect b="b" l="l" r="r" t="t"/>
                <a:pathLst>
                  <a:path extrusionOk="0" h="392727" w="134995">
                    <a:moveTo>
                      <a:pt x="0" y="91007"/>
                    </a:moveTo>
                    <a:cubicBezTo>
                      <a:pt x="20204" y="62385"/>
                      <a:pt x="40409" y="33762"/>
                      <a:pt x="60613" y="4802"/>
                    </a:cubicBezTo>
                    <a:cubicBezTo>
                      <a:pt x="65328" y="-1933"/>
                      <a:pt x="68358" y="-1259"/>
                      <a:pt x="72736" y="4802"/>
                    </a:cubicBezTo>
                    <a:cubicBezTo>
                      <a:pt x="92940" y="33425"/>
                      <a:pt x="113481" y="62048"/>
                      <a:pt x="133686" y="90671"/>
                    </a:cubicBezTo>
                    <a:cubicBezTo>
                      <a:pt x="136380" y="103467"/>
                      <a:pt x="129645" y="113569"/>
                      <a:pt x="122910" y="123335"/>
                    </a:cubicBezTo>
                    <a:cubicBezTo>
                      <a:pt x="112808" y="138151"/>
                      <a:pt x="110451" y="153641"/>
                      <a:pt x="115165" y="171152"/>
                    </a:cubicBezTo>
                    <a:cubicBezTo>
                      <a:pt x="120890" y="193377"/>
                      <a:pt x="126278" y="215602"/>
                      <a:pt x="132002" y="237827"/>
                    </a:cubicBezTo>
                    <a:cubicBezTo>
                      <a:pt x="134696" y="248265"/>
                      <a:pt x="136043" y="258704"/>
                      <a:pt x="134023" y="269143"/>
                    </a:cubicBezTo>
                    <a:cubicBezTo>
                      <a:pt x="116512" y="310226"/>
                      <a:pt x="94961" y="349288"/>
                      <a:pt x="73409" y="392727"/>
                    </a:cubicBezTo>
                    <a:cubicBezTo>
                      <a:pt x="54552" y="358043"/>
                      <a:pt x="40072" y="325379"/>
                      <a:pt x="20204" y="296083"/>
                    </a:cubicBezTo>
                    <a:cubicBezTo>
                      <a:pt x="-2357" y="263082"/>
                      <a:pt x="-5725" y="231765"/>
                      <a:pt x="13133" y="197081"/>
                    </a:cubicBezTo>
                    <a:cubicBezTo>
                      <a:pt x="30307" y="165764"/>
                      <a:pt x="31317" y="135121"/>
                      <a:pt x="6735" y="106161"/>
                    </a:cubicBezTo>
                    <a:cubicBezTo>
                      <a:pt x="3367" y="102120"/>
                      <a:pt x="2357" y="96059"/>
                      <a:pt x="0" y="91007"/>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7" name="Google Shape;747;p29"/>
              <p:cNvSpPr/>
              <p:nvPr/>
            </p:nvSpPr>
            <p:spPr>
              <a:xfrm>
                <a:off x="9061431" y="460283"/>
                <a:ext cx="638929" cy="515756"/>
              </a:xfrm>
              <a:custGeom>
                <a:rect b="b" l="l" r="r" t="t"/>
                <a:pathLst>
                  <a:path extrusionOk="0" h="515756" w="638929">
                    <a:moveTo>
                      <a:pt x="522958" y="152730"/>
                    </a:moveTo>
                    <a:cubicBezTo>
                      <a:pt x="515550" y="145322"/>
                      <a:pt x="505785" y="142291"/>
                      <a:pt x="496019" y="140271"/>
                    </a:cubicBezTo>
                    <a:cubicBezTo>
                      <a:pt x="368731" y="113331"/>
                      <a:pt x="241443" y="84372"/>
                      <a:pt x="113818" y="59790"/>
                    </a:cubicBezTo>
                    <a:cubicBezTo>
                      <a:pt x="69705" y="51371"/>
                      <a:pt x="63981" y="52044"/>
                      <a:pt x="35021" y="45983"/>
                    </a:cubicBezTo>
                    <a:cubicBezTo>
                      <a:pt x="20541" y="42952"/>
                      <a:pt x="0" y="37901"/>
                      <a:pt x="0" y="20391"/>
                    </a:cubicBezTo>
                    <a:cubicBezTo>
                      <a:pt x="0" y="186"/>
                      <a:pt x="25929" y="-1161"/>
                      <a:pt x="40409" y="523"/>
                    </a:cubicBezTo>
                    <a:cubicBezTo>
                      <a:pt x="76104" y="4564"/>
                      <a:pt x="69705" y="7595"/>
                      <a:pt x="102369" y="12309"/>
                    </a:cubicBezTo>
                    <a:cubicBezTo>
                      <a:pt x="154901" y="23422"/>
                      <a:pt x="207096" y="34197"/>
                      <a:pt x="259627" y="45310"/>
                    </a:cubicBezTo>
                    <a:cubicBezTo>
                      <a:pt x="337751" y="62147"/>
                      <a:pt x="415875" y="78984"/>
                      <a:pt x="493999" y="95821"/>
                    </a:cubicBezTo>
                    <a:cubicBezTo>
                      <a:pt x="530030" y="103566"/>
                      <a:pt x="558653" y="121413"/>
                      <a:pt x="576500" y="154414"/>
                    </a:cubicBezTo>
                    <a:cubicBezTo>
                      <a:pt x="581215" y="173945"/>
                      <a:pt x="586266" y="208966"/>
                      <a:pt x="583909" y="237252"/>
                    </a:cubicBezTo>
                    <a:cubicBezTo>
                      <a:pt x="583572" y="241630"/>
                      <a:pt x="585256" y="244660"/>
                      <a:pt x="590307" y="247354"/>
                    </a:cubicBezTo>
                    <a:cubicBezTo>
                      <a:pt x="621287" y="263181"/>
                      <a:pt x="633746" y="291467"/>
                      <a:pt x="637450" y="323794"/>
                    </a:cubicBezTo>
                    <a:cubicBezTo>
                      <a:pt x="645196" y="393163"/>
                      <a:pt x="621960" y="453440"/>
                      <a:pt x="581215" y="507992"/>
                    </a:cubicBezTo>
                    <a:cubicBezTo>
                      <a:pt x="573806" y="517757"/>
                      <a:pt x="567745" y="518431"/>
                      <a:pt x="558990" y="509339"/>
                    </a:cubicBezTo>
                    <a:cubicBezTo>
                      <a:pt x="528346" y="477685"/>
                      <a:pt x="509826" y="440980"/>
                      <a:pt x="501070" y="397204"/>
                    </a:cubicBezTo>
                    <a:cubicBezTo>
                      <a:pt x="495346" y="368581"/>
                      <a:pt x="495009" y="340631"/>
                      <a:pt x="497030" y="312345"/>
                    </a:cubicBezTo>
                    <a:cubicBezTo>
                      <a:pt x="498713" y="289447"/>
                      <a:pt x="503764" y="265538"/>
                      <a:pt x="523969" y="249711"/>
                    </a:cubicBezTo>
                    <a:cubicBezTo>
                      <a:pt x="525653" y="248364"/>
                      <a:pt x="528010" y="247691"/>
                      <a:pt x="529693" y="247017"/>
                    </a:cubicBezTo>
                    <a:cubicBezTo>
                      <a:pt x="547877" y="235568"/>
                      <a:pt x="550235" y="216037"/>
                      <a:pt x="547541" y="188425"/>
                    </a:cubicBezTo>
                    <a:cubicBezTo>
                      <a:pt x="546194" y="182026"/>
                      <a:pt x="542490" y="170241"/>
                      <a:pt x="522958" y="15273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48" name="Google Shape;748;p29"/>
            <p:cNvGrpSpPr/>
            <p:nvPr/>
          </p:nvGrpSpPr>
          <p:grpSpPr>
            <a:xfrm>
              <a:off x="7024906" y="4012535"/>
              <a:ext cx="2556153" cy="1554858"/>
              <a:chOff x="7196897" y="2327108"/>
              <a:chExt cx="1754756" cy="1067384"/>
            </a:xfrm>
          </p:grpSpPr>
          <p:sp>
            <p:nvSpPr>
              <p:cNvPr id="749" name="Google Shape;749;p29"/>
              <p:cNvSpPr/>
              <p:nvPr/>
            </p:nvSpPr>
            <p:spPr>
              <a:xfrm>
                <a:off x="7196897" y="2327108"/>
                <a:ext cx="1754756" cy="1067384"/>
              </a:xfrm>
              <a:custGeom>
                <a:rect b="b" l="l" r="r" t="t"/>
                <a:pathLst>
                  <a:path extrusionOk="0" h="1067384" w="1754756">
                    <a:moveTo>
                      <a:pt x="1677643" y="88142"/>
                    </a:moveTo>
                    <a:cubicBezTo>
                      <a:pt x="1677643" y="224185"/>
                      <a:pt x="1677306" y="360565"/>
                      <a:pt x="1677306" y="496609"/>
                    </a:cubicBezTo>
                    <a:cubicBezTo>
                      <a:pt x="1677306" y="520180"/>
                      <a:pt x="1677979" y="543752"/>
                      <a:pt x="1676969" y="567324"/>
                    </a:cubicBezTo>
                    <a:cubicBezTo>
                      <a:pt x="1676633" y="579447"/>
                      <a:pt x="1680000" y="583825"/>
                      <a:pt x="1692796" y="583825"/>
                    </a:cubicBezTo>
                    <a:cubicBezTo>
                      <a:pt x="1713337" y="583825"/>
                      <a:pt x="1734215" y="581467"/>
                      <a:pt x="1754756" y="585845"/>
                    </a:cubicBezTo>
                    <a:cubicBezTo>
                      <a:pt x="1750042" y="593253"/>
                      <a:pt x="1742634" y="593253"/>
                      <a:pt x="1735562" y="593253"/>
                    </a:cubicBezTo>
                    <a:cubicBezTo>
                      <a:pt x="1723103" y="593590"/>
                      <a:pt x="1710980" y="593253"/>
                      <a:pt x="1698521" y="593590"/>
                    </a:cubicBezTo>
                    <a:cubicBezTo>
                      <a:pt x="1688755" y="593590"/>
                      <a:pt x="1684378" y="598304"/>
                      <a:pt x="1684378" y="608070"/>
                    </a:cubicBezTo>
                    <a:cubicBezTo>
                      <a:pt x="1684378" y="622213"/>
                      <a:pt x="1684378" y="636019"/>
                      <a:pt x="1684378" y="650162"/>
                    </a:cubicBezTo>
                    <a:cubicBezTo>
                      <a:pt x="1684378" y="657571"/>
                      <a:pt x="1684041" y="664642"/>
                      <a:pt x="1678316" y="670367"/>
                    </a:cubicBezTo>
                    <a:cubicBezTo>
                      <a:pt x="1677979" y="735021"/>
                      <a:pt x="1677643" y="799339"/>
                      <a:pt x="1677643" y="863993"/>
                    </a:cubicBezTo>
                    <a:cubicBezTo>
                      <a:pt x="1677643" y="923596"/>
                      <a:pt x="1677643" y="982862"/>
                      <a:pt x="1677643" y="1042465"/>
                    </a:cubicBezTo>
                    <a:cubicBezTo>
                      <a:pt x="1677643" y="1064690"/>
                      <a:pt x="1675286" y="1067384"/>
                      <a:pt x="1652387" y="1067384"/>
                    </a:cubicBezTo>
                    <a:cubicBezTo>
                      <a:pt x="1621407" y="1067384"/>
                      <a:pt x="1590764" y="1067384"/>
                      <a:pt x="1559783" y="1067384"/>
                    </a:cubicBezTo>
                    <a:cubicBezTo>
                      <a:pt x="1193409" y="1067384"/>
                      <a:pt x="826699" y="1067384"/>
                      <a:pt x="460325" y="1067384"/>
                    </a:cubicBezTo>
                    <a:cubicBezTo>
                      <a:pt x="312159" y="1067384"/>
                      <a:pt x="164330" y="1067048"/>
                      <a:pt x="16164" y="1067384"/>
                    </a:cubicBezTo>
                    <a:cubicBezTo>
                      <a:pt x="3031" y="1067384"/>
                      <a:pt x="0" y="1061997"/>
                      <a:pt x="0" y="1050211"/>
                    </a:cubicBezTo>
                    <a:cubicBezTo>
                      <a:pt x="337" y="1020577"/>
                      <a:pt x="0" y="990607"/>
                      <a:pt x="0" y="960974"/>
                    </a:cubicBezTo>
                    <a:cubicBezTo>
                      <a:pt x="0" y="656224"/>
                      <a:pt x="0" y="351473"/>
                      <a:pt x="0" y="46723"/>
                    </a:cubicBezTo>
                    <a:cubicBezTo>
                      <a:pt x="0" y="7324"/>
                      <a:pt x="0" y="7324"/>
                      <a:pt x="39399" y="7324"/>
                    </a:cubicBezTo>
                    <a:cubicBezTo>
                      <a:pt x="326639" y="7324"/>
                      <a:pt x="614215" y="7324"/>
                      <a:pt x="901455" y="7324"/>
                    </a:cubicBezTo>
                    <a:cubicBezTo>
                      <a:pt x="909874" y="7324"/>
                      <a:pt x="918292" y="8334"/>
                      <a:pt x="926374" y="4293"/>
                    </a:cubicBezTo>
                    <a:cubicBezTo>
                      <a:pt x="933445" y="252"/>
                      <a:pt x="941527" y="252"/>
                      <a:pt x="949272" y="252"/>
                    </a:cubicBezTo>
                    <a:cubicBezTo>
                      <a:pt x="1159399" y="252"/>
                      <a:pt x="1369525" y="252"/>
                      <a:pt x="1579988" y="252"/>
                    </a:cubicBezTo>
                    <a:cubicBezTo>
                      <a:pt x="1587733" y="252"/>
                      <a:pt x="1595478" y="1936"/>
                      <a:pt x="1603560" y="926"/>
                    </a:cubicBezTo>
                    <a:cubicBezTo>
                      <a:pt x="1622754" y="-421"/>
                      <a:pt x="1641611" y="-84"/>
                      <a:pt x="1660806" y="589"/>
                    </a:cubicBezTo>
                    <a:cubicBezTo>
                      <a:pt x="1677979" y="1263"/>
                      <a:pt x="1683704" y="7324"/>
                      <a:pt x="1684714" y="24161"/>
                    </a:cubicBezTo>
                    <a:cubicBezTo>
                      <a:pt x="1685388" y="39988"/>
                      <a:pt x="1685051" y="55478"/>
                      <a:pt x="1684714" y="71305"/>
                    </a:cubicBezTo>
                    <a:cubicBezTo>
                      <a:pt x="1683704" y="77703"/>
                      <a:pt x="1683031" y="83764"/>
                      <a:pt x="1677643" y="88142"/>
                    </a:cubicBezTo>
                    <a:close/>
                  </a:path>
                </a:pathLst>
              </a:custGeom>
              <a:solidFill>
                <a:srgbClr val="6F717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0" name="Google Shape;750;p29"/>
              <p:cNvSpPr/>
              <p:nvPr/>
            </p:nvSpPr>
            <p:spPr>
              <a:xfrm>
                <a:off x="7248082" y="2391005"/>
                <a:ext cx="1584365" cy="946241"/>
              </a:xfrm>
              <a:custGeom>
                <a:rect b="b" l="l" r="r" t="t"/>
                <a:pathLst>
                  <a:path extrusionOk="0" h="946241" w="1584365">
                    <a:moveTo>
                      <a:pt x="792014" y="337"/>
                    </a:moveTo>
                    <a:cubicBezTo>
                      <a:pt x="1050295" y="337"/>
                      <a:pt x="1308238" y="337"/>
                      <a:pt x="1566518" y="0"/>
                    </a:cubicBezTo>
                    <a:cubicBezTo>
                      <a:pt x="1579988" y="0"/>
                      <a:pt x="1584366" y="2357"/>
                      <a:pt x="1584366" y="17174"/>
                    </a:cubicBezTo>
                    <a:cubicBezTo>
                      <a:pt x="1584029" y="320914"/>
                      <a:pt x="1584029" y="624318"/>
                      <a:pt x="1584366" y="928058"/>
                    </a:cubicBezTo>
                    <a:cubicBezTo>
                      <a:pt x="1584366" y="941191"/>
                      <a:pt x="1582008" y="946242"/>
                      <a:pt x="1567192" y="946242"/>
                    </a:cubicBezTo>
                    <a:cubicBezTo>
                      <a:pt x="1052652" y="945905"/>
                      <a:pt x="538112" y="945905"/>
                      <a:pt x="23572" y="945905"/>
                    </a:cubicBezTo>
                    <a:cubicBezTo>
                      <a:pt x="337" y="945905"/>
                      <a:pt x="337" y="945905"/>
                      <a:pt x="337" y="923007"/>
                    </a:cubicBezTo>
                    <a:cubicBezTo>
                      <a:pt x="337" y="622297"/>
                      <a:pt x="673" y="321588"/>
                      <a:pt x="0" y="20541"/>
                    </a:cubicBezTo>
                    <a:cubicBezTo>
                      <a:pt x="0" y="2694"/>
                      <a:pt x="5388" y="0"/>
                      <a:pt x="21551" y="0"/>
                    </a:cubicBezTo>
                    <a:cubicBezTo>
                      <a:pt x="278148" y="337"/>
                      <a:pt x="535081" y="337"/>
                      <a:pt x="792014" y="337"/>
                    </a:cubicBezTo>
                    <a:cubicBezTo>
                      <a:pt x="792014" y="337"/>
                      <a:pt x="792014" y="337"/>
                      <a:pt x="792014" y="337"/>
                    </a:cubicBezTo>
                    <a:close/>
                  </a:path>
                </a:pathLst>
              </a:custGeom>
              <a:solidFill>
                <a:srgbClr val="FEFEF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1" name="Google Shape;751;p29"/>
              <p:cNvSpPr/>
              <p:nvPr/>
            </p:nvSpPr>
            <p:spPr>
              <a:xfrm>
                <a:off x="8263019" y="2967374"/>
                <a:ext cx="256933" cy="312963"/>
              </a:xfrm>
              <a:custGeom>
                <a:rect b="b" l="l" r="r" t="t"/>
                <a:pathLst>
                  <a:path extrusionOk="0" h="312963" w="256933">
                    <a:moveTo>
                      <a:pt x="256933" y="280300"/>
                    </a:moveTo>
                    <a:cubicBezTo>
                      <a:pt x="247168" y="276933"/>
                      <a:pt x="241106" y="274575"/>
                      <a:pt x="235045" y="272218"/>
                    </a:cubicBezTo>
                    <a:cubicBezTo>
                      <a:pt x="208443" y="262116"/>
                      <a:pt x="208443" y="262116"/>
                      <a:pt x="203728" y="290065"/>
                    </a:cubicBezTo>
                    <a:cubicBezTo>
                      <a:pt x="202718" y="296127"/>
                      <a:pt x="201371" y="302188"/>
                      <a:pt x="199687" y="310270"/>
                    </a:cubicBezTo>
                    <a:cubicBezTo>
                      <a:pt x="188575" y="296463"/>
                      <a:pt x="184197" y="280973"/>
                      <a:pt x="177126" y="266830"/>
                    </a:cubicBezTo>
                    <a:cubicBezTo>
                      <a:pt x="168707" y="250330"/>
                      <a:pt x="160289" y="233830"/>
                      <a:pt x="153890" y="216656"/>
                    </a:cubicBezTo>
                    <a:cubicBezTo>
                      <a:pt x="148503" y="202176"/>
                      <a:pt x="141094" y="197462"/>
                      <a:pt x="125604" y="198472"/>
                    </a:cubicBezTo>
                    <a:cubicBezTo>
                      <a:pt x="114155" y="199145"/>
                      <a:pt x="109104" y="202513"/>
                      <a:pt x="104726" y="212278"/>
                    </a:cubicBezTo>
                    <a:cubicBezTo>
                      <a:pt x="89910" y="244605"/>
                      <a:pt x="74420" y="276596"/>
                      <a:pt x="57583" y="312964"/>
                    </a:cubicBezTo>
                    <a:cubicBezTo>
                      <a:pt x="54215" y="297810"/>
                      <a:pt x="50511" y="287035"/>
                      <a:pt x="49838" y="275922"/>
                    </a:cubicBezTo>
                    <a:cubicBezTo>
                      <a:pt x="48827" y="261779"/>
                      <a:pt x="42766" y="262789"/>
                      <a:pt x="33001" y="267504"/>
                    </a:cubicBezTo>
                    <a:cubicBezTo>
                      <a:pt x="23572" y="271881"/>
                      <a:pt x="13470" y="275586"/>
                      <a:pt x="0" y="280973"/>
                    </a:cubicBezTo>
                    <a:cubicBezTo>
                      <a:pt x="9765" y="260096"/>
                      <a:pt x="17847" y="241575"/>
                      <a:pt x="26603" y="223391"/>
                    </a:cubicBezTo>
                    <a:cubicBezTo>
                      <a:pt x="33674" y="208237"/>
                      <a:pt x="40746" y="193084"/>
                      <a:pt x="48491" y="177931"/>
                    </a:cubicBezTo>
                    <a:cubicBezTo>
                      <a:pt x="52531" y="170186"/>
                      <a:pt x="51858" y="164461"/>
                      <a:pt x="46807" y="156716"/>
                    </a:cubicBezTo>
                    <a:cubicBezTo>
                      <a:pt x="22225" y="119675"/>
                      <a:pt x="22898" y="76235"/>
                      <a:pt x="47144" y="41887"/>
                    </a:cubicBezTo>
                    <a:cubicBezTo>
                      <a:pt x="71726" y="7203"/>
                      <a:pt x="112808" y="-7277"/>
                      <a:pt x="155574" y="3499"/>
                    </a:cubicBezTo>
                    <a:cubicBezTo>
                      <a:pt x="219218" y="19326"/>
                      <a:pt x="248515" y="96439"/>
                      <a:pt x="212147" y="153349"/>
                    </a:cubicBezTo>
                    <a:cubicBezTo>
                      <a:pt x="205749" y="163451"/>
                      <a:pt x="204738" y="170859"/>
                      <a:pt x="210126" y="181972"/>
                    </a:cubicBezTo>
                    <a:cubicBezTo>
                      <a:pt x="225953" y="213288"/>
                      <a:pt x="240433" y="245279"/>
                      <a:pt x="256933" y="28030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2" name="Google Shape;752;p29"/>
              <p:cNvSpPr/>
              <p:nvPr/>
            </p:nvSpPr>
            <p:spPr>
              <a:xfrm>
                <a:off x="7381058" y="2609886"/>
                <a:ext cx="1302230" cy="33674"/>
              </a:xfrm>
              <a:custGeom>
                <a:rect b="b" l="l" r="r" t="t"/>
                <a:pathLst>
                  <a:path extrusionOk="0" h="33674" w="1302230">
                    <a:moveTo>
                      <a:pt x="649273" y="33674"/>
                    </a:moveTo>
                    <a:cubicBezTo>
                      <a:pt x="439483" y="33674"/>
                      <a:pt x="229694" y="33674"/>
                      <a:pt x="19904" y="33674"/>
                    </a:cubicBezTo>
                    <a:cubicBezTo>
                      <a:pt x="8118" y="33674"/>
                      <a:pt x="-637" y="33674"/>
                      <a:pt x="36" y="17174"/>
                    </a:cubicBezTo>
                    <a:cubicBezTo>
                      <a:pt x="710" y="4378"/>
                      <a:pt x="3741" y="0"/>
                      <a:pt x="17547" y="0"/>
                    </a:cubicBezTo>
                    <a:cubicBezTo>
                      <a:pt x="120253" y="674"/>
                      <a:pt x="222959" y="337"/>
                      <a:pt x="325665" y="337"/>
                    </a:cubicBezTo>
                    <a:cubicBezTo>
                      <a:pt x="644222" y="337"/>
                      <a:pt x="962778" y="337"/>
                      <a:pt x="1281672" y="337"/>
                    </a:cubicBezTo>
                    <a:cubicBezTo>
                      <a:pt x="1291101" y="337"/>
                      <a:pt x="1301876" y="-3031"/>
                      <a:pt x="1302213" y="13806"/>
                    </a:cubicBezTo>
                    <a:cubicBezTo>
                      <a:pt x="1302550" y="29296"/>
                      <a:pt x="1298172" y="33674"/>
                      <a:pt x="1282345" y="33674"/>
                    </a:cubicBezTo>
                    <a:cubicBezTo>
                      <a:pt x="1071209" y="33674"/>
                      <a:pt x="860409" y="33674"/>
                      <a:pt x="649273" y="33674"/>
                    </a:cubicBezTo>
                    <a:close/>
                  </a:path>
                </a:pathLst>
              </a:custGeom>
              <a:solidFill>
                <a:srgbClr val="BCBDC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3" name="Google Shape;753;p29"/>
              <p:cNvSpPr/>
              <p:nvPr/>
            </p:nvSpPr>
            <p:spPr>
              <a:xfrm>
                <a:off x="7381301" y="2678245"/>
                <a:ext cx="1301979" cy="33674"/>
              </a:xfrm>
              <a:custGeom>
                <a:rect b="b" l="l" r="r" t="t"/>
                <a:pathLst>
                  <a:path extrusionOk="0" h="33674" w="1301979">
                    <a:moveTo>
                      <a:pt x="649030" y="33337"/>
                    </a:moveTo>
                    <a:cubicBezTo>
                      <a:pt x="439240" y="33337"/>
                      <a:pt x="229451" y="33001"/>
                      <a:pt x="19661" y="33674"/>
                    </a:cubicBezTo>
                    <a:cubicBezTo>
                      <a:pt x="3834" y="33674"/>
                      <a:pt x="-880" y="28623"/>
                      <a:pt x="130" y="13806"/>
                    </a:cubicBezTo>
                    <a:cubicBezTo>
                      <a:pt x="804" y="3704"/>
                      <a:pt x="4171" y="-674"/>
                      <a:pt x="14273" y="337"/>
                    </a:cubicBezTo>
                    <a:cubicBezTo>
                      <a:pt x="15957" y="337"/>
                      <a:pt x="17641" y="337"/>
                      <a:pt x="19324" y="337"/>
                    </a:cubicBezTo>
                    <a:cubicBezTo>
                      <a:pt x="440587" y="337"/>
                      <a:pt x="861850" y="337"/>
                      <a:pt x="1283113" y="0"/>
                    </a:cubicBezTo>
                    <a:cubicBezTo>
                      <a:pt x="1296246" y="0"/>
                      <a:pt x="1301633" y="2694"/>
                      <a:pt x="1301970" y="17511"/>
                    </a:cubicBezTo>
                    <a:cubicBezTo>
                      <a:pt x="1302307" y="34011"/>
                      <a:pt x="1293552" y="33674"/>
                      <a:pt x="1281766" y="33674"/>
                    </a:cubicBezTo>
                    <a:cubicBezTo>
                      <a:pt x="1070966" y="33337"/>
                      <a:pt x="859830" y="33337"/>
                      <a:pt x="649030" y="33337"/>
                    </a:cubicBezTo>
                    <a:close/>
                  </a:path>
                </a:pathLst>
              </a:custGeom>
              <a:solidFill>
                <a:srgbClr val="BBBDC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4" name="Google Shape;754;p29"/>
              <p:cNvSpPr/>
              <p:nvPr/>
            </p:nvSpPr>
            <p:spPr>
              <a:xfrm>
                <a:off x="7381075" y="2819002"/>
                <a:ext cx="1301522" cy="31490"/>
              </a:xfrm>
              <a:custGeom>
                <a:rect b="b" l="l" r="r" t="t"/>
                <a:pathLst>
                  <a:path extrusionOk="0" h="31490" w="1301522">
                    <a:moveTo>
                      <a:pt x="649255" y="31317"/>
                    </a:moveTo>
                    <a:cubicBezTo>
                      <a:pt x="439466" y="31317"/>
                      <a:pt x="229676" y="31317"/>
                      <a:pt x="19550" y="31317"/>
                    </a:cubicBezTo>
                    <a:cubicBezTo>
                      <a:pt x="10458" y="31317"/>
                      <a:pt x="356" y="34011"/>
                      <a:pt x="19" y="18184"/>
                    </a:cubicBezTo>
                    <a:cubicBezTo>
                      <a:pt x="-318" y="4378"/>
                      <a:pt x="3723" y="0"/>
                      <a:pt x="17866" y="0"/>
                    </a:cubicBezTo>
                    <a:cubicBezTo>
                      <a:pt x="439803" y="337"/>
                      <a:pt x="861739" y="337"/>
                      <a:pt x="1283675" y="0"/>
                    </a:cubicBezTo>
                    <a:cubicBezTo>
                      <a:pt x="1294451" y="0"/>
                      <a:pt x="1301522" y="337"/>
                      <a:pt x="1301522" y="14817"/>
                    </a:cubicBezTo>
                    <a:cubicBezTo>
                      <a:pt x="1301522" y="28960"/>
                      <a:pt x="1295798" y="31317"/>
                      <a:pt x="1283675" y="31317"/>
                    </a:cubicBezTo>
                    <a:cubicBezTo>
                      <a:pt x="1072539" y="30980"/>
                      <a:pt x="860729" y="31317"/>
                      <a:pt x="649255" y="31317"/>
                    </a:cubicBezTo>
                    <a:close/>
                  </a:path>
                </a:pathLst>
              </a:custGeom>
              <a:solidFill>
                <a:srgbClr val="BABCC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5" name="Google Shape;755;p29"/>
              <p:cNvSpPr/>
              <p:nvPr/>
            </p:nvSpPr>
            <p:spPr>
              <a:xfrm>
                <a:off x="7381077" y="2889718"/>
                <a:ext cx="1301842" cy="31058"/>
              </a:xfrm>
              <a:custGeom>
                <a:rect b="b" l="l" r="r" t="t"/>
                <a:pathLst>
                  <a:path extrusionOk="0" h="31058" w="1301842">
                    <a:moveTo>
                      <a:pt x="649254" y="30644"/>
                    </a:moveTo>
                    <a:cubicBezTo>
                      <a:pt x="439465" y="30644"/>
                      <a:pt x="229675" y="30644"/>
                      <a:pt x="19549" y="30644"/>
                    </a:cubicBezTo>
                    <a:cubicBezTo>
                      <a:pt x="10457" y="30644"/>
                      <a:pt x="355" y="33674"/>
                      <a:pt x="18" y="17847"/>
                    </a:cubicBezTo>
                    <a:cubicBezTo>
                      <a:pt x="-319" y="4041"/>
                      <a:pt x="4059" y="0"/>
                      <a:pt x="18202" y="0"/>
                    </a:cubicBezTo>
                    <a:cubicBezTo>
                      <a:pt x="439465" y="337"/>
                      <a:pt x="861064" y="337"/>
                      <a:pt x="1282327" y="0"/>
                    </a:cubicBezTo>
                    <a:cubicBezTo>
                      <a:pt x="1298490" y="0"/>
                      <a:pt x="1303205" y="5051"/>
                      <a:pt x="1301521" y="20204"/>
                    </a:cubicBezTo>
                    <a:cubicBezTo>
                      <a:pt x="1300848" y="27950"/>
                      <a:pt x="1298490" y="31654"/>
                      <a:pt x="1290409" y="30980"/>
                    </a:cubicBezTo>
                    <a:cubicBezTo>
                      <a:pt x="1285358" y="30644"/>
                      <a:pt x="1280306" y="30980"/>
                      <a:pt x="1275255" y="30980"/>
                    </a:cubicBezTo>
                    <a:cubicBezTo>
                      <a:pt x="1066813" y="30644"/>
                      <a:pt x="858033" y="30644"/>
                      <a:pt x="649254" y="30644"/>
                    </a:cubicBezTo>
                    <a:close/>
                  </a:path>
                </a:pathLst>
              </a:custGeom>
              <a:solidFill>
                <a:srgbClr val="BBBDB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6" name="Google Shape;756;p29"/>
              <p:cNvSpPr/>
              <p:nvPr/>
            </p:nvSpPr>
            <p:spPr>
              <a:xfrm>
                <a:off x="7381123" y="2751266"/>
                <a:ext cx="1301948" cy="32042"/>
              </a:xfrm>
              <a:custGeom>
                <a:rect b="b" l="l" r="r" t="t"/>
                <a:pathLst>
                  <a:path extrusionOk="0" h="32042" w="1301948">
                    <a:moveTo>
                      <a:pt x="649208" y="31369"/>
                    </a:moveTo>
                    <a:cubicBezTo>
                      <a:pt x="439418" y="31369"/>
                      <a:pt x="229292" y="31032"/>
                      <a:pt x="19502" y="31706"/>
                    </a:cubicBezTo>
                    <a:cubicBezTo>
                      <a:pt x="3676" y="31706"/>
                      <a:pt x="-1375" y="26991"/>
                      <a:pt x="308" y="11838"/>
                    </a:cubicBezTo>
                    <a:cubicBezTo>
                      <a:pt x="982" y="4430"/>
                      <a:pt x="3002" y="389"/>
                      <a:pt x="11084" y="725"/>
                    </a:cubicBezTo>
                    <a:cubicBezTo>
                      <a:pt x="17819" y="1062"/>
                      <a:pt x="24554" y="725"/>
                      <a:pt x="31288" y="725"/>
                    </a:cubicBezTo>
                    <a:cubicBezTo>
                      <a:pt x="447837" y="725"/>
                      <a:pt x="864048" y="725"/>
                      <a:pt x="1280597" y="1062"/>
                    </a:cubicBezTo>
                    <a:cubicBezTo>
                      <a:pt x="1288342" y="1062"/>
                      <a:pt x="1300465" y="-4999"/>
                      <a:pt x="1301811" y="11838"/>
                    </a:cubicBezTo>
                    <a:cubicBezTo>
                      <a:pt x="1302822" y="26991"/>
                      <a:pt x="1298444" y="32042"/>
                      <a:pt x="1282617" y="32042"/>
                    </a:cubicBezTo>
                    <a:cubicBezTo>
                      <a:pt x="1071481" y="31032"/>
                      <a:pt x="860344" y="31369"/>
                      <a:pt x="649208" y="31369"/>
                    </a:cubicBezTo>
                    <a:close/>
                  </a:path>
                </a:pathLst>
              </a:custGeom>
              <a:solidFill>
                <a:srgbClr val="BBBDB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757" name="Google Shape;757;p29"/>
          <p:cNvSpPr txBox="1"/>
          <p:nvPr/>
        </p:nvSpPr>
        <p:spPr>
          <a:xfrm>
            <a:off x="1776248" y="2510602"/>
            <a:ext cx="5626800" cy="625500"/>
          </a:xfrm>
          <a:prstGeom prst="rect">
            <a:avLst/>
          </a:prstGeom>
          <a:noFill/>
          <a:ln>
            <a:noFill/>
          </a:ln>
        </p:spPr>
        <p:txBody>
          <a:bodyPr anchorCtr="0" anchor="ctr"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800"/>
              <a:buFont typeface="Arial"/>
              <a:buNone/>
            </a:pPr>
            <a:r>
              <a:rPr b="1" i="0" lang="en" sz="1800" u="none" cap="none" strike="noStrike">
                <a:solidFill>
                  <a:schemeClr val="dk1"/>
                </a:solidFill>
                <a:latin typeface="Montserrat"/>
                <a:ea typeface="Montserrat"/>
                <a:cs typeface="Montserrat"/>
                <a:sym typeface="Montserrat"/>
              </a:rPr>
              <a:t>Dr. ASSOUMA Abdoul Kamal </a:t>
            </a:r>
            <a:endParaRPr b="1" i="0" sz="1800" u="none" cap="none" strike="noStrike">
              <a:solidFill>
                <a:schemeClr val="dk1"/>
              </a:solidFill>
              <a:latin typeface="Montserrat"/>
              <a:ea typeface="Montserrat"/>
              <a:cs typeface="Montserrat"/>
              <a:sym typeface="Montserrat"/>
            </a:endParaRPr>
          </a:p>
          <a:p>
            <a:pPr indent="0" lvl="0" marL="0" marR="0" rtl="0" algn="ctr">
              <a:lnSpc>
                <a:spcPct val="110000"/>
              </a:lnSpc>
              <a:spcBef>
                <a:spcPts val="0"/>
              </a:spcBef>
              <a:spcAft>
                <a:spcPts val="0"/>
              </a:spcAft>
              <a:buClr>
                <a:srgbClr val="000000"/>
              </a:buClr>
              <a:buSzPts val="1400"/>
              <a:buFont typeface="Arial"/>
              <a:buNone/>
            </a:pPr>
            <a:r>
              <a:rPr b="0" i="1" lang="en" sz="1400" u="none" cap="none" strike="noStrike">
                <a:solidFill>
                  <a:schemeClr val="dk1"/>
                </a:solidFill>
                <a:latin typeface="Cambria"/>
                <a:ea typeface="Cambria"/>
                <a:cs typeface="Cambria"/>
                <a:sym typeface="Cambria"/>
              </a:rPr>
              <a:t>Enseignant-Chercheur  [UAC/EPAC]</a:t>
            </a:r>
            <a:endParaRPr b="0" i="0" sz="3300" u="none" cap="none" strike="noStrike">
              <a:solidFill>
                <a:schemeClr val="dk1"/>
              </a:solidFill>
              <a:latin typeface="Cambria"/>
              <a:ea typeface="Cambria"/>
              <a:cs typeface="Cambria"/>
              <a:sym typeface="Cambria"/>
            </a:endParaRPr>
          </a:p>
        </p:txBody>
      </p:sp>
      <p:pic>
        <p:nvPicPr>
          <p:cNvPr descr="Une image contenant logo  Description générée automatiquement" id="758" name="Google Shape;758;p29"/>
          <p:cNvPicPr preferRelativeResize="0"/>
          <p:nvPr/>
        </p:nvPicPr>
        <p:blipFill rotWithShape="1">
          <a:blip r:embed="rId3">
            <a:alphaModFix/>
          </a:blip>
          <a:srcRect b="0" l="0" r="0" t="0"/>
          <a:stretch/>
        </p:blipFill>
        <p:spPr>
          <a:xfrm>
            <a:off x="280950" y="3784850"/>
            <a:ext cx="1136875" cy="1313851"/>
          </a:xfrm>
          <a:prstGeom prst="rect">
            <a:avLst/>
          </a:prstGeom>
          <a:noFill/>
          <a:ln>
            <a:noFill/>
          </a:ln>
        </p:spPr>
      </p:pic>
      <p:pic>
        <p:nvPicPr>
          <p:cNvPr id="759" name="Google Shape;759;p29"/>
          <p:cNvPicPr preferRelativeResize="0"/>
          <p:nvPr/>
        </p:nvPicPr>
        <p:blipFill rotWithShape="1">
          <a:blip r:embed="rId4">
            <a:alphaModFix/>
          </a:blip>
          <a:srcRect b="0" l="0" r="0" t="0"/>
          <a:stretch/>
        </p:blipFill>
        <p:spPr>
          <a:xfrm>
            <a:off x="229574" y="144901"/>
            <a:ext cx="1188240" cy="103925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3" name="Shape 763"/>
        <p:cNvGrpSpPr/>
        <p:nvPr/>
      </p:nvGrpSpPr>
      <p:grpSpPr>
        <a:xfrm>
          <a:off x="0" y="0"/>
          <a:ext cx="0" cy="0"/>
          <a:chOff x="0" y="0"/>
          <a:chExt cx="0" cy="0"/>
        </a:xfrm>
      </p:grpSpPr>
      <p:sp>
        <p:nvSpPr>
          <p:cNvPr id="764" name="Google Shape;764;p30"/>
          <p:cNvSpPr/>
          <p:nvPr/>
        </p:nvSpPr>
        <p:spPr>
          <a:xfrm>
            <a:off x="0" y="1186463"/>
            <a:ext cx="9144000" cy="2546400"/>
          </a:xfrm>
          <a:prstGeom prst="rect">
            <a:avLst/>
          </a:prstGeom>
          <a:solidFill>
            <a:schemeClr val="accent1">
              <a:alpha val="4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65" name="Google Shape;765;p30"/>
          <p:cNvSpPr/>
          <p:nvPr/>
        </p:nvSpPr>
        <p:spPr>
          <a:xfrm>
            <a:off x="0" y="1640925"/>
            <a:ext cx="9144000" cy="1920000"/>
          </a:xfrm>
          <a:prstGeom prst="rect">
            <a:avLst/>
          </a:prstGeom>
          <a:solidFill>
            <a:srgbClr val="D8E6FC">
              <a:alpha val="8392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66" name="Google Shape;766;p30"/>
          <p:cNvSpPr txBox="1"/>
          <p:nvPr/>
        </p:nvSpPr>
        <p:spPr>
          <a:xfrm>
            <a:off x="433072" y="1105116"/>
            <a:ext cx="7853400" cy="535800"/>
          </a:xfrm>
          <a:prstGeom prst="rect">
            <a:avLst/>
          </a:prstGeom>
          <a:noFill/>
          <a:ln>
            <a:noFill/>
          </a:ln>
        </p:spPr>
        <p:txBody>
          <a:bodyPr anchorCtr="0" anchor="ctr" bIns="45700" lIns="91425" spcFirstLastPara="1" rIns="91425" wrap="square" tIns="45700">
            <a:noAutofit/>
          </a:bodyPr>
          <a:lstStyle/>
          <a:p>
            <a:pPr indent="0" lvl="0" marL="0" marR="0" rtl="0" algn="ctr">
              <a:lnSpc>
                <a:spcPct val="115000"/>
              </a:lnSpc>
              <a:spcBef>
                <a:spcPts val="0"/>
              </a:spcBef>
              <a:spcAft>
                <a:spcPts val="600"/>
              </a:spcAft>
              <a:buClr>
                <a:srgbClr val="000000"/>
              </a:buClr>
              <a:buSzPts val="2300"/>
              <a:buFont typeface="Arial"/>
              <a:buNone/>
            </a:pPr>
            <a:r>
              <a:rPr b="1" i="0" lang="en" sz="2300" u="none" cap="none" strike="noStrike">
                <a:solidFill>
                  <a:srgbClr val="3A5486"/>
                </a:solidFill>
                <a:latin typeface="Verdana"/>
                <a:ea typeface="Verdana"/>
                <a:cs typeface="Verdana"/>
                <a:sym typeface="Verdana"/>
              </a:rPr>
              <a:t>Groupe 2</a:t>
            </a:r>
            <a:endParaRPr b="0" i="0" sz="1100" u="none" cap="none" strike="noStrike">
              <a:solidFill>
                <a:srgbClr val="000000"/>
              </a:solidFill>
              <a:latin typeface="Arial"/>
              <a:ea typeface="Arial"/>
              <a:cs typeface="Arial"/>
              <a:sym typeface="Arial"/>
            </a:endParaRPr>
          </a:p>
        </p:txBody>
      </p:sp>
      <p:grpSp>
        <p:nvGrpSpPr>
          <p:cNvPr id="767" name="Google Shape;767;p30"/>
          <p:cNvGrpSpPr/>
          <p:nvPr/>
        </p:nvGrpSpPr>
        <p:grpSpPr>
          <a:xfrm>
            <a:off x="7496208" y="1837701"/>
            <a:ext cx="1412879" cy="1370390"/>
            <a:chOff x="7024906" y="1206577"/>
            <a:chExt cx="4638473" cy="4444987"/>
          </a:xfrm>
        </p:grpSpPr>
        <p:grpSp>
          <p:nvGrpSpPr>
            <p:cNvPr id="768" name="Google Shape;768;p30"/>
            <p:cNvGrpSpPr/>
            <p:nvPr/>
          </p:nvGrpSpPr>
          <p:grpSpPr>
            <a:xfrm>
              <a:off x="8034418" y="1206577"/>
              <a:ext cx="3628962" cy="4444987"/>
              <a:chOff x="7889910" y="400867"/>
              <a:chExt cx="2491221" cy="3051409"/>
            </a:xfrm>
          </p:grpSpPr>
          <p:sp>
            <p:nvSpPr>
              <p:cNvPr id="769" name="Google Shape;769;p30"/>
              <p:cNvSpPr/>
              <p:nvPr/>
            </p:nvSpPr>
            <p:spPr>
              <a:xfrm>
                <a:off x="8611209" y="665208"/>
                <a:ext cx="803463" cy="419242"/>
              </a:xfrm>
              <a:custGeom>
                <a:rect b="b" l="l" r="r" t="t"/>
                <a:pathLst>
                  <a:path extrusionOk="0" h="419242" w="803463">
                    <a:moveTo>
                      <a:pt x="803464" y="419242"/>
                    </a:moveTo>
                    <a:lnTo>
                      <a:pt x="39735" y="419242"/>
                    </a:lnTo>
                    <a:cubicBezTo>
                      <a:pt x="17847" y="419242"/>
                      <a:pt x="0" y="401395"/>
                      <a:pt x="0" y="379507"/>
                    </a:cubicBezTo>
                    <a:lnTo>
                      <a:pt x="0" y="0"/>
                    </a:lnTo>
                    <a:lnTo>
                      <a:pt x="803464" y="0"/>
                    </a:lnTo>
                    <a:lnTo>
                      <a:pt x="803464" y="419242"/>
                    </a:lnTo>
                    <a:close/>
                  </a:path>
                </a:pathLst>
              </a:custGeom>
              <a:solidFill>
                <a:srgbClr val="31363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0" name="Google Shape;770;p30"/>
              <p:cNvSpPr/>
              <p:nvPr/>
            </p:nvSpPr>
            <p:spPr>
              <a:xfrm>
                <a:off x="8252916" y="400867"/>
                <a:ext cx="1562813" cy="484906"/>
              </a:xfrm>
              <a:custGeom>
                <a:rect b="b" l="l" r="r" t="t"/>
                <a:pathLst>
                  <a:path extrusionOk="0" h="484906" w="1562813">
                    <a:moveTo>
                      <a:pt x="810198" y="0"/>
                    </a:moveTo>
                    <a:lnTo>
                      <a:pt x="0" y="142441"/>
                    </a:lnTo>
                    <a:lnTo>
                      <a:pt x="851954" y="484907"/>
                    </a:lnTo>
                    <a:lnTo>
                      <a:pt x="1562814" y="125604"/>
                    </a:lnTo>
                    <a:close/>
                  </a:path>
                </a:pathLst>
              </a:custGeom>
              <a:solidFill>
                <a:srgbClr val="1D222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1" name="Google Shape;771;p30"/>
              <p:cNvSpPr/>
              <p:nvPr/>
            </p:nvSpPr>
            <p:spPr>
              <a:xfrm>
                <a:off x="8252916" y="400867"/>
                <a:ext cx="1562813" cy="403415"/>
              </a:xfrm>
              <a:custGeom>
                <a:rect b="b" l="l" r="r" t="t"/>
                <a:pathLst>
                  <a:path extrusionOk="0" h="403415" w="1562813">
                    <a:moveTo>
                      <a:pt x="810198" y="0"/>
                    </a:moveTo>
                    <a:lnTo>
                      <a:pt x="0" y="142441"/>
                    </a:lnTo>
                    <a:lnTo>
                      <a:pt x="873506" y="403416"/>
                    </a:lnTo>
                    <a:lnTo>
                      <a:pt x="1562814" y="125604"/>
                    </a:lnTo>
                    <a:close/>
                  </a:path>
                </a:pathLst>
              </a:cu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2" name="Google Shape;772;p30"/>
              <p:cNvSpPr/>
              <p:nvPr/>
            </p:nvSpPr>
            <p:spPr>
              <a:xfrm>
                <a:off x="8620847" y="1071088"/>
                <a:ext cx="802153" cy="970922"/>
              </a:xfrm>
              <a:custGeom>
                <a:rect b="b" l="l" r="r" t="t"/>
                <a:pathLst>
                  <a:path extrusionOk="0" h="970922" w="802153">
                    <a:moveTo>
                      <a:pt x="801907" y="249755"/>
                    </a:moveTo>
                    <a:cubicBezTo>
                      <a:pt x="801233" y="225173"/>
                      <a:pt x="793152" y="217428"/>
                      <a:pt x="768233" y="215744"/>
                    </a:cubicBezTo>
                    <a:cubicBezTo>
                      <a:pt x="758804" y="216417"/>
                      <a:pt x="757457" y="224499"/>
                      <a:pt x="755437" y="230897"/>
                    </a:cubicBezTo>
                    <a:cubicBezTo>
                      <a:pt x="752069" y="241336"/>
                      <a:pt x="748702" y="252112"/>
                      <a:pt x="744661" y="262551"/>
                    </a:cubicBezTo>
                    <a:cubicBezTo>
                      <a:pt x="741630" y="269622"/>
                      <a:pt x="736579" y="273327"/>
                      <a:pt x="728834" y="271643"/>
                    </a:cubicBezTo>
                    <a:cubicBezTo>
                      <a:pt x="721426" y="269959"/>
                      <a:pt x="721763" y="252785"/>
                      <a:pt x="721763" y="250091"/>
                    </a:cubicBezTo>
                    <a:cubicBezTo>
                      <a:pt x="725130" y="202274"/>
                      <a:pt x="729508" y="154457"/>
                      <a:pt x="727824" y="106303"/>
                    </a:cubicBezTo>
                    <a:cubicBezTo>
                      <a:pt x="726477" y="71956"/>
                      <a:pt x="720416" y="38281"/>
                      <a:pt x="695497" y="11679"/>
                    </a:cubicBezTo>
                    <a:cubicBezTo>
                      <a:pt x="691793" y="8985"/>
                      <a:pt x="687415" y="7301"/>
                      <a:pt x="683037" y="7301"/>
                    </a:cubicBezTo>
                    <a:cubicBezTo>
                      <a:pt x="654414" y="6291"/>
                      <a:pt x="147283" y="3934"/>
                      <a:pt x="131793" y="903"/>
                    </a:cubicBezTo>
                    <a:cubicBezTo>
                      <a:pt x="122027" y="-1117"/>
                      <a:pt x="111588" y="-107"/>
                      <a:pt x="103506" y="7638"/>
                    </a:cubicBezTo>
                    <a:cubicBezTo>
                      <a:pt x="90710" y="21781"/>
                      <a:pt x="82965" y="38281"/>
                      <a:pt x="77241" y="55792"/>
                    </a:cubicBezTo>
                    <a:cubicBezTo>
                      <a:pt x="69159" y="80374"/>
                      <a:pt x="70169" y="105966"/>
                      <a:pt x="70843" y="130548"/>
                    </a:cubicBezTo>
                    <a:cubicBezTo>
                      <a:pt x="71853" y="167927"/>
                      <a:pt x="69159" y="205642"/>
                      <a:pt x="74884" y="242683"/>
                    </a:cubicBezTo>
                    <a:cubicBezTo>
                      <a:pt x="75894" y="248071"/>
                      <a:pt x="73536" y="270969"/>
                      <a:pt x="66128" y="271643"/>
                    </a:cubicBezTo>
                    <a:cubicBezTo>
                      <a:pt x="59393" y="272316"/>
                      <a:pt x="55689" y="268949"/>
                      <a:pt x="53332" y="263224"/>
                    </a:cubicBezTo>
                    <a:cubicBezTo>
                      <a:pt x="49291" y="254469"/>
                      <a:pt x="47271" y="245377"/>
                      <a:pt x="43567" y="236285"/>
                    </a:cubicBezTo>
                    <a:cubicBezTo>
                      <a:pt x="41209" y="230561"/>
                      <a:pt x="40536" y="222816"/>
                      <a:pt x="31781" y="221805"/>
                    </a:cubicBezTo>
                    <a:cubicBezTo>
                      <a:pt x="9219" y="220122"/>
                      <a:pt x="2821" y="223489"/>
                      <a:pt x="1474" y="240326"/>
                    </a:cubicBezTo>
                    <a:cubicBezTo>
                      <a:pt x="-3577" y="304980"/>
                      <a:pt x="3494" y="367614"/>
                      <a:pt x="36158" y="425197"/>
                    </a:cubicBezTo>
                    <a:cubicBezTo>
                      <a:pt x="42220" y="435972"/>
                      <a:pt x="47607" y="448095"/>
                      <a:pt x="59730" y="455167"/>
                    </a:cubicBezTo>
                    <a:cubicBezTo>
                      <a:pt x="87343" y="471330"/>
                      <a:pt x="100812" y="495239"/>
                      <a:pt x="102833" y="527903"/>
                    </a:cubicBezTo>
                    <a:cubicBezTo>
                      <a:pt x="105527" y="577404"/>
                      <a:pt x="122027" y="621853"/>
                      <a:pt x="162099" y="654180"/>
                    </a:cubicBezTo>
                    <a:cubicBezTo>
                      <a:pt x="168161" y="659232"/>
                      <a:pt x="170518" y="664956"/>
                      <a:pt x="170518" y="673038"/>
                    </a:cubicBezTo>
                    <a:cubicBezTo>
                      <a:pt x="170181" y="707722"/>
                      <a:pt x="170518" y="742407"/>
                      <a:pt x="170518" y="777428"/>
                    </a:cubicBezTo>
                    <a:cubicBezTo>
                      <a:pt x="180620" y="796285"/>
                      <a:pt x="367174" y="950512"/>
                      <a:pt x="385359" y="967349"/>
                    </a:cubicBezTo>
                    <a:cubicBezTo>
                      <a:pt x="393104" y="974421"/>
                      <a:pt x="399502" y="969707"/>
                      <a:pt x="405563" y="964319"/>
                    </a:cubicBezTo>
                    <a:cubicBezTo>
                      <a:pt x="428798" y="943441"/>
                      <a:pt x="615353" y="786520"/>
                      <a:pt x="620067" y="778101"/>
                    </a:cubicBezTo>
                    <a:cubicBezTo>
                      <a:pt x="620067" y="759580"/>
                      <a:pt x="621750" y="741060"/>
                      <a:pt x="619730" y="722539"/>
                    </a:cubicBezTo>
                    <a:cubicBezTo>
                      <a:pt x="616363" y="690885"/>
                      <a:pt x="624108" y="666640"/>
                      <a:pt x="650373" y="645425"/>
                    </a:cubicBezTo>
                    <a:cubicBezTo>
                      <a:pt x="676303" y="624547"/>
                      <a:pt x="695497" y="595251"/>
                      <a:pt x="694487" y="560230"/>
                    </a:cubicBezTo>
                    <a:cubicBezTo>
                      <a:pt x="693476" y="511739"/>
                      <a:pt x="714018" y="475371"/>
                      <a:pt x="750386" y="446075"/>
                    </a:cubicBezTo>
                    <a:cubicBezTo>
                      <a:pt x="761498" y="436983"/>
                      <a:pt x="769916" y="426207"/>
                      <a:pt x="775304" y="413074"/>
                    </a:cubicBezTo>
                    <a:cubicBezTo>
                      <a:pt x="796856" y="361216"/>
                      <a:pt x="803591" y="305990"/>
                      <a:pt x="801907" y="249755"/>
                    </a:cubicBezTo>
                    <a:close/>
                  </a:path>
                </a:pathLst>
              </a:custGeom>
              <a:solidFill>
                <a:srgbClr val="FDC69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3" name="Google Shape;773;p30"/>
              <p:cNvSpPr/>
              <p:nvPr/>
            </p:nvSpPr>
            <p:spPr>
              <a:xfrm>
                <a:off x="7889910" y="2011835"/>
                <a:ext cx="2491221" cy="1440441"/>
              </a:xfrm>
              <a:custGeom>
                <a:rect b="b" l="l" r="r" t="t"/>
                <a:pathLst>
                  <a:path extrusionOk="0" h="1440441" w="2491221">
                    <a:moveTo>
                      <a:pt x="2431942" y="1045244"/>
                    </a:moveTo>
                    <a:cubicBezTo>
                      <a:pt x="2387156" y="916272"/>
                      <a:pt x="2325869" y="794709"/>
                      <a:pt x="2260541" y="674829"/>
                    </a:cubicBezTo>
                    <a:cubicBezTo>
                      <a:pt x="2158845" y="487937"/>
                      <a:pt x="2046711" y="307781"/>
                      <a:pt x="1929188" y="130656"/>
                    </a:cubicBezTo>
                    <a:cubicBezTo>
                      <a:pt x="1922453" y="120553"/>
                      <a:pt x="1914708" y="114829"/>
                      <a:pt x="1903596" y="110788"/>
                    </a:cubicBezTo>
                    <a:cubicBezTo>
                      <a:pt x="1819747" y="82165"/>
                      <a:pt x="1735562" y="54889"/>
                      <a:pt x="1650030" y="31317"/>
                    </a:cubicBezTo>
                    <a:cubicBezTo>
                      <a:pt x="1608948" y="19868"/>
                      <a:pt x="1568539" y="7072"/>
                      <a:pt x="1526446" y="0"/>
                    </a:cubicBezTo>
                    <a:cubicBezTo>
                      <a:pt x="1523415" y="10439"/>
                      <a:pt x="1530487" y="18184"/>
                      <a:pt x="1534528" y="26603"/>
                    </a:cubicBezTo>
                    <a:cubicBezTo>
                      <a:pt x="1539579" y="37041"/>
                      <a:pt x="1537559" y="41756"/>
                      <a:pt x="1526109" y="44113"/>
                    </a:cubicBezTo>
                    <a:cubicBezTo>
                      <a:pt x="1497486" y="50174"/>
                      <a:pt x="1470547" y="61624"/>
                      <a:pt x="1442261" y="69032"/>
                    </a:cubicBezTo>
                    <a:cubicBezTo>
                      <a:pt x="1438557" y="70042"/>
                      <a:pt x="1434516" y="71052"/>
                      <a:pt x="1431149" y="72736"/>
                    </a:cubicBezTo>
                    <a:cubicBezTo>
                      <a:pt x="1427108" y="74420"/>
                      <a:pt x="1422057" y="76777"/>
                      <a:pt x="1421720" y="81491"/>
                    </a:cubicBezTo>
                    <a:cubicBezTo>
                      <a:pt x="1421383" y="86879"/>
                      <a:pt x="1426434" y="88563"/>
                      <a:pt x="1430475" y="90247"/>
                    </a:cubicBezTo>
                    <a:cubicBezTo>
                      <a:pt x="1434516" y="91930"/>
                      <a:pt x="1438894" y="92940"/>
                      <a:pt x="1443271" y="94287"/>
                    </a:cubicBezTo>
                    <a:cubicBezTo>
                      <a:pt x="1463812" y="99339"/>
                      <a:pt x="1484017" y="107084"/>
                      <a:pt x="1504895" y="111124"/>
                    </a:cubicBezTo>
                    <a:cubicBezTo>
                      <a:pt x="1517691" y="113482"/>
                      <a:pt x="1517691" y="118533"/>
                      <a:pt x="1509946" y="127625"/>
                    </a:cubicBezTo>
                    <a:cubicBezTo>
                      <a:pt x="1492435" y="148166"/>
                      <a:pt x="1474925" y="168707"/>
                      <a:pt x="1457414" y="188912"/>
                    </a:cubicBezTo>
                    <a:cubicBezTo>
                      <a:pt x="1356729" y="306434"/>
                      <a:pt x="1254360" y="422610"/>
                      <a:pt x="1154348" y="540469"/>
                    </a:cubicBezTo>
                    <a:cubicBezTo>
                      <a:pt x="1138857" y="558653"/>
                      <a:pt x="1137847" y="558990"/>
                      <a:pt x="1121347" y="541142"/>
                    </a:cubicBezTo>
                    <a:cubicBezTo>
                      <a:pt x="1091040" y="507805"/>
                      <a:pt x="782922" y="181167"/>
                      <a:pt x="732411" y="127625"/>
                    </a:cubicBezTo>
                    <a:cubicBezTo>
                      <a:pt x="721972" y="116512"/>
                      <a:pt x="727023" y="113145"/>
                      <a:pt x="737462" y="109441"/>
                    </a:cubicBezTo>
                    <a:cubicBezTo>
                      <a:pt x="750932" y="104390"/>
                      <a:pt x="765075" y="100012"/>
                      <a:pt x="778208" y="94287"/>
                    </a:cubicBezTo>
                    <a:cubicBezTo>
                      <a:pt x="790331" y="88900"/>
                      <a:pt x="804811" y="88226"/>
                      <a:pt x="815923" y="78797"/>
                    </a:cubicBezTo>
                    <a:cubicBezTo>
                      <a:pt x="809188" y="73073"/>
                      <a:pt x="802117" y="71389"/>
                      <a:pt x="795382" y="69032"/>
                    </a:cubicBezTo>
                    <a:cubicBezTo>
                      <a:pt x="772483" y="61624"/>
                      <a:pt x="749585" y="54215"/>
                      <a:pt x="726687" y="46470"/>
                    </a:cubicBezTo>
                    <a:cubicBezTo>
                      <a:pt x="712207" y="41756"/>
                      <a:pt x="702105" y="35021"/>
                      <a:pt x="714901" y="18521"/>
                    </a:cubicBezTo>
                    <a:cubicBezTo>
                      <a:pt x="717595" y="15153"/>
                      <a:pt x="716921" y="11113"/>
                      <a:pt x="714564" y="7408"/>
                    </a:cubicBezTo>
                    <a:cubicBezTo>
                      <a:pt x="582898" y="39399"/>
                      <a:pt x="453253" y="78461"/>
                      <a:pt x="324618" y="119880"/>
                    </a:cubicBezTo>
                    <a:cubicBezTo>
                      <a:pt x="318557" y="121900"/>
                      <a:pt x="313842" y="124594"/>
                      <a:pt x="311148" y="131329"/>
                    </a:cubicBezTo>
                    <a:cubicBezTo>
                      <a:pt x="285220" y="194299"/>
                      <a:pt x="258954" y="257270"/>
                      <a:pt x="232688" y="320241"/>
                    </a:cubicBezTo>
                    <a:cubicBezTo>
                      <a:pt x="238413" y="325628"/>
                      <a:pt x="0" y="956344"/>
                      <a:pt x="0" y="956344"/>
                    </a:cubicBezTo>
                    <a:cubicBezTo>
                      <a:pt x="0" y="956344"/>
                      <a:pt x="1640938" y="943211"/>
                      <a:pt x="1636897" y="966783"/>
                    </a:cubicBezTo>
                    <a:cubicBezTo>
                      <a:pt x="1636897" y="967457"/>
                      <a:pt x="1636897" y="967793"/>
                      <a:pt x="1636897" y="968467"/>
                    </a:cubicBezTo>
                    <a:cubicBezTo>
                      <a:pt x="1636560" y="1046254"/>
                      <a:pt x="1634540" y="1252003"/>
                      <a:pt x="1643295" y="1258064"/>
                    </a:cubicBezTo>
                    <a:cubicBezTo>
                      <a:pt x="1651377" y="1263788"/>
                      <a:pt x="1663836" y="1258401"/>
                      <a:pt x="1674275" y="1256717"/>
                    </a:cubicBezTo>
                    <a:cubicBezTo>
                      <a:pt x="1684041" y="1255370"/>
                      <a:pt x="1688418" y="1259074"/>
                      <a:pt x="1687072" y="1268503"/>
                    </a:cubicBezTo>
                    <a:cubicBezTo>
                      <a:pt x="1685051" y="1281972"/>
                      <a:pt x="1692459" y="1289381"/>
                      <a:pt x="1702898" y="1294769"/>
                    </a:cubicBezTo>
                    <a:cubicBezTo>
                      <a:pt x="1713000" y="1299820"/>
                      <a:pt x="1879014" y="1359760"/>
                      <a:pt x="1954781" y="1376597"/>
                    </a:cubicBezTo>
                    <a:cubicBezTo>
                      <a:pt x="1997210" y="1386025"/>
                      <a:pt x="2489862" y="1454384"/>
                      <a:pt x="2491209" y="1437884"/>
                    </a:cubicBezTo>
                    <a:cubicBezTo>
                      <a:pt x="2492219" y="1430812"/>
                      <a:pt x="2433963" y="1050968"/>
                      <a:pt x="2431942" y="1045244"/>
                    </a:cubicBezTo>
                    <a:close/>
                  </a:path>
                </a:pathLst>
              </a:custGeom>
              <a:solidFill>
                <a:srgbClr val="31363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4" name="Google Shape;774;p30"/>
              <p:cNvSpPr/>
              <p:nvPr/>
            </p:nvSpPr>
            <p:spPr>
              <a:xfrm>
                <a:off x="8594498" y="1960685"/>
                <a:ext cx="842152" cy="613967"/>
              </a:xfrm>
              <a:custGeom>
                <a:rect b="b" l="l" r="r" t="t"/>
                <a:pathLst>
                  <a:path extrusionOk="0" h="613967" w="842152">
                    <a:moveTo>
                      <a:pt x="839705" y="84823"/>
                    </a:moveTo>
                    <a:cubicBezTo>
                      <a:pt x="833307" y="73711"/>
                      <a:pt x="811082" y="26231"/>
                      <a:pt x="795592" y="23537"/>
                    </a:cubicBezTo>
                    <a:cubicBezTo>
                      <a:pt x="759561" y="17475"/>
                      <a:pt x="723193" y="11414"/>
                      <a:pt x="687162" y="5353"/>
                    </a:cubicBezTo>
                    <a:cubicBezTo>
                      <a:pt x="681100" y="-2392"/>
                      <a:pt x="675039" y="-1045"/>
                      <a:pt x="668641" y="5016"/>
                    </a:cubicBezTo>
                    <a:cubicBezTo>
                      <a:pt x="664263" y="9394"/>
                      <a:pt x="661569" y="15118"/>
                      <a:pt x="658875" y="20506"/>
                    </a:cubicBezTo>
                    <a:cubicBezTo>
                      <a:pt x="618466" y="99303"/>
                      <a:pt x="578731" y="178438"/>
                      <a:pt x="540006" y="257908"/>
                    </a:cubicBezTo>
                    <a:cubicBezTo>
                      <a:pt x="522832" y="234673"/>
                      <a:pt x="505658" y="211438"/>
                      <a:pt x="488148" y="187866"/>
                    </a:cubicBezTo>
                    <a:cubicBezTo>
                      <a:pt x="467943" y="159243"/>
                      <a:pt x="447402" y="130620"/>
                      <a:pt x="427198" y="101997"/>
                    </a:cubicBezTo>
                    <a:cubicBezTo>
                      <a:pt x="422820" y="95599"/>
                      <a:pt x="419789" y="95262"/>
                      <a:pt x="415075" y="101997"/>
                    </a:cubicBezTo>
                    <a:cubicBezTo>
                      <a:pt x="395207" y="130620"/>
                      <a:pt x="375003" y="158906"/>
                      <a:pt x="355135" y="187530"/>
                    </a:cubicBezTo>
                    <a:cubicBezTo>
                      <a:pt x="354798" y="187193"/>
                      <a:pt x="354125" y="186856"/>
                      <a:pt x="353788" y="186519"/>
                    </a:cubicBezTo>
                    <a:cubicBezTo>
                      <a:pt x="343012" y="189550"/>
                      <a:pt x="338972" y="199652"/>
                      <a:pt x="332910" y="207397"/>
                    </a:cubicBezTo>
                    <a:cubicBezTo>
                      <a:pt x="323145" y="219857"/>
                      <a:pt x="315063" y="234000"/>
                      <a:pt x="304287" y="245449"/>
                    </a:cubicBezTo>
                    <a:cubicBezTo>
                      <a:pt x="300246" y="244102"/>
                      <a:pt x="299236" y="241408"/>
                      <a:pt x="297889" y="239051"/>
                    </a:cubicBezTo>
                    <a:cubicBezTo>
                      <a:pt x="265562" y="181131"/>
                      <a:pt x="234582" y="122202"/>
                      <a:pt x="201918" y="64282"/>
                    </a:cubicBezTo>
                    <a:cubicBezTo>
                      <a:pt x="192489" y="47109"/>
                      <a:pt x="183734" y="29598"/>
                      <a:pt x="173969" y="12761"/>
                    </a:cubicBezTo>
                    <a:cubicBezTo>
                      <a:pt x="166224" y="-1045"/>
                      <a:pt x="159825" y="-2729"/>
                      <a:pt x="148040" y="4006"/>
                    </a:cubicBezTo>
                    <a:cubicBezTo>
                      <a:pt x="115039" y="10404"/>
                      <a:pt x="82375" y="17475"/>
                      <a:pt x="49374" y="23200"/>
                    </a:cubicBezTo>
                    <a:cubicBezTo>
                      <a:pt x="39609" y="24884"/>
                      <a:pt x="17384" y="45762"/>
                      <a:pt x="10313" y="57884"/>
                    </a:cubicBezTo>
                    <a:cubicBezTo>
                      <a:pt x="-6524" y="86170"/>
                      <a:pt x="-3831" y="93579"/>
                      <a:pt x="26476" y="104355"/>
                    </a:cubicBezTo>
                    <a:cubicBezTo>
                      <a:pt x="30180" y="105701"/>
                      <a:pt x="78671" y="121192"/>
                      <a:pt x="101906" y="129273"/>
                    </a:cubicBezTo>
                    <a:cubicBezTo>
                      <a:pt x="77324" y="136345"/>
                      <a:pt x="56783" y="145437"/>
                      <a:pt x="35905" y="153182"/>
                    </a:cubicBezTo>
                    <a:cubicBezTo>
                      <a:pt x="14690" y="160927"/>
                      <a:pt x="13006" y="169009"/>
                      <a:pt x="27823" y="185846"/>
                    </a:cubicBezTo>
                    <a:cubicBezTo>
                      <a:pt x="72610" y="236357"/>
                      <a:pt x="387799" y="567373"/>
                      <a:pt x="424504" y="608119"/>
                    </a:cubicBezTo>
                    <a:cubicBezTo>
                      <a:pt x="432585" y="616874"/>
                      <a:pt x="438310" y="615190"/>
                      <a:pt x="444708" y="607109"/>
                    </a:cubicBezTo>
                    <a:cubicBezTo>
                      <a:pt x="454137" y="595323"/>
                      <a:pt x="747101" y="255214"/>
                      <a:pt x="812766" y="178438"/>
                    </a:cubicBezTo>
                    <a:cubicBezTo>
                      <a:pt x="826236" y="162611"/>
                      <a:pt x="826572" y="162947"/>
                      <a:pt x="806705" y="157560"/>
                    </a:cubicBezTo>
                    <a:cubicBezTo>
                      <a:pt x="777745" y="149815"/>
                      <a:pt x="749122" y="141733"/>
                      <a:pt x="717468" y="132977"/>
                    </a:cubicBezTo>
                    <a:cubicBezTo>
                      <a:pt x="722519" y="130284"/>
                      <a:pt x="797276" y="107385"/>
                      <a:pt x="832970" y="97956"/>
                    </a:cubicBezTo>
                    <a:cubicBezTo>
                      <a:pt x="842399" y="95599"/>
                      <a:pt x="844420" y="93242"/>
                      <a:pt x="839705" y="84823"/>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5" name="Google Shape;775;p30"/>
              <p:cNvSpPr/>
              <p:nvPr/>
            </p:nvSpPr>
            <p:spPr>
              <a:xfrm>
                <a:off x="8620510" y="1071787"/>
                <a:ext cx="414221" cy="800660"/>
              </a:xfrm>
              <a:custGeom>
                <a:rect b="b" l="l" r="r" t="t"/>
                <a:pathLst>
                  <a:path extrusionOk="0" h="800660" w="414221">
                    <a:moveTo>
                      <a:pt x="162099" y="654491"/>
                    </a:moveTo>
                    <a:cubicBezTo>
                      <a:pt x="122027" y="621827"/>
                      <a:pt x="105527" y="577714"/>
                      <a:pt x="102833" y="528213"/>
                    </a:cubicBezTo>
                    <a:cubicBezTo>
                      <a:pt x="100812" y="495550"/>
                      <a:pt x="87343" y="471641"/>
                      <a:pt x="59730" y="455477"/>
                    </a:cubicBezTo>
                    <a:cubicBezTo>
                      <a:pt x="47607" y="448406"/>
                      <a:pt x="42556" y="436283"/>
                      <a:pt x="36158" y="425507"/>
                    </a:cubicBezTo>
                    <a:cubicBezTo>
                      <a:pt x="3494" y="367925"/>
                      <a:pt x="-3577" y="305291"/>
                      <a:pt x="1474" y="240637"/>
                    </a:cubicBezTo>
                    <a:cubicBezTo>
                      <a:pt x="2821" y="223463"/>
                      <a:pt x="8882" y="220432"/>
                      <a:pt x="31781" y="222116"/>
                    </a:cubicBezTo>
                    <a:cubicBezTo>
                      <a:pt x="40536" y="222789"/>
                      <a:pt x="41209" y="230535"/>
                      <a:pt x="43567" y="236596"/>
                    </a:cubicBezTo>
                    <a:cubicBezTo>
                      <a:pt x="47271" y="245351"/>
                      <a:pt x="49291" y="254780"/>
                      <a:pt x="53332" y="263535"/>
                    </a:cubicBezTo>
                    <a:cubicBezTo>
                      <a:pt x="56026" y="269260"/>
                      <a:pt x="59730" y="272627"/>
                      <a:pt x="66128" y="271954"/>
                    </a:cubicBezTo>
                    <a:cubicBezTo>
                      <a:pt x="73537" y="271280"/>
                      <a:pt x="74547" y="265556"/>
                      <a:pt x="74884" y="259831"/>
                    </a:cubicBezTo>
                    <a:cubicBezTo>
                      <a:pt x="75220" y="254106"/>
                      <a:pt x="75557" y="248382"/>
                      <a:pt x="74884" y="242994"/>
                    </a:cubicBezTo>
                    <a:cubicBezTo>
                      <a:pt x="69159" y="205616"/>
                      <a:pt x="72190" y="168237"/>
                      <a:pt x="70843" y="130859"/>
                    </a:cubicBezTo>
                    <a:cubicBezTo>
                      <a:pt x="70169" y="105940"/>
                      <a:pt x="69159" y="80348"/>
                      <a:pt x="77241" y="56103"/>
                    </a:cubicBezTo>
                    <a:cubicBezTo>
                      <a:pt x="82965" y="38592"/>
                      <a:pt x="79261" y="20745"/>
                      <a:pt x="91721" y="6939"/>
                    </a:cubicBezTo>
                    <a:cubicBezTo>
                      <a:pt x="99802" y="-1143"/>
                      <a:pt x="121690" y="-806"/>
                      <a:pt x="131793" y="1214"/>
                    </a:cubicBezTo>
                    <a:cubicBezTo>
                      <a:pt x="147283" y="4245"/>
                      <a:pt x="163110" y="3571"/>
                      <a:pt x="178600" y="3571"/>
                    </a:cubicBezTo>
                    <a:cubicBezTo>
                      <a:pt x="304541" y="3571"/>
                      <a:pt x="416002" y="11316"/>
                      <a:pt x="410614" y="6939"/>
                    </a:cubicBezTo>
                    <a:cubicBezTo>
                      <a:pt x="419369" y="17378"/>
                      <a:pt x="410277" y="799290"/>
                      <a:pt x="403543" y="800300"/>
                    </a:cubicBezTo>
                    <a:cubicBezTo>
                      <a:pt x="346633" y="801984"/>
                      <a:pt x="312959" y="798953"/>
                      <a:pt x="279622" y="765279"/>
                    </a:cubicBezTo>
                    <a:cubicBezTo>
                      <a:pt x="256050" y="740023"/>
                      <a:pt x="168161" y="659542"/>
                      <a:pt x="162099" y="654491"/>
                    </a:cubicBezTo>
                    <a:close/>
                  </a:path>
                </a:pathLst>
              </a:custGeom>
              <a:solidFill>
                <a:srgbClr val="EEC8A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6" name="Google Shape;776;p30"/>
              <p:cNvSpPr/>
              <p:nvPr/>
            </p:nvSpPr>
            <p:spPr>
              <a:xfrm>
                <a:off x="9024053" y="1077662"/>
                <a:ext cx="398610" cy="793450"/>
              </a:xfrm>
              <a:custGeom>
                <a:rect b="b" l="l" r="r" t="t"/>
                <a:pathLst>
                  <a:path extrusionOk="0" h="793450" w="398610">
                    <a:moveTo>
                      <a:pt x="0" y="793415"/>
                    </a:moveTo>
                    <a:cubicBezTo>
                      <a:pt x="0" y="779946"/>
                      <a:pt x="9092" y="37769"/>
                      <a:pt x="7071" y="54"/>
                    </a:cubicBezTo>
                    <a:cubicBezTo>
                      <a:pt x="66338" y="54"/>
                      <a:pt x="251209" y="-283"/>
                      <a:pt x="279495" y="727"/>
                    </a:cubicBezTo>
                    <a:cubicBezTo>
                      <a:pt x="283872" y="727"/>
                      <a:pt x="288250" y="2411"/>
                      <a:pt x="291954" y="5105"/>
                    </a:cubicBezTo>
                    <a:cubicBezTo>
                      <a:pt x="316873" y="31708"/>
                      <a:pt x="322934" y="65382"/>
                      <a:pt x="324281" y="99729"/>
                    </a:cubicBezTo>
                    <a:cubicBezTo>
                      <a:pt x="325965" y="147883"/>
                      <a:pt x="321924" y="195700"/>
                      <a:pt x="318220" y="243517"/>
                    </a:cubicBezTo>
                    <a:cubicBezTo>
                      <a:pt x="317883" y="246211"/>
                      <a:pt x="317883" y="249242"/>
                      <a:pt x="317883" y="251936"/>
                    </a:cubicBezTo>
                    <a:cubicBezTo>
                      <a:pt x="318220" y="257661"/>
                      <a:pt x="317883" y="263722"/>
                      <a:pt x="325292" y="265406"/>
                    </a:cubicBezTo>
                    <a:cubicBezTo>
                      <a:pt x="333037" y="267089"/>
                      <a:pt x="338088" y="263385"/>
                      <a:pt x="341118" y="256314"/>
                    </a:cubicBezTo>
                    <a:cubicBezTo>
                      <a:pt x="345496" y="245875"/>
                      <a:pt x="348527" y="235099"/>
                      <a:pt x="351894" y="224660"/>
                    </a:cubicBezTo>
                    <a:cubicBezTo>
                      <a:pt x="354251" y="217925"/>
                      <a:pt x="355262" y="210180"/>
                      <a:pt x="364690" y="209507"/>
                    </a:cubicBezTo>
                    <a:cubicBezTo>
                      <a:pt x="389609" y="210854"/>
                      <a:pt x="397691" y="218599"/>
                      <a:pt x="398364" y="243517"/>
                    </a:cubicBezTo>
                    <a:cubicBezTo>
                      <a:pt x="400048" y="300090"/>
                      <a:pt x="393313" y="354979"/>
                      <a:pt x="371425" y="407510"/>
                    </a:cubicBezTo>
                    <a:cubicBezTo>
                      <a:pt x="366037" y="420643"/>
                      <a:pt x="357619" y="431419"/>
                      <a:pt x="346506" y="440511"/>
                    </a:cubicBezTo>
                    <a:cubicBezTo>
                      <a:pt x="310138" y="469807"/>
                      <a:pt x="289597" y="506175"/>
                      <a:pt x="290607" y="554666"/>
                    </a:cubicBezTo>
                    <a:cubicBezTo>
                      <a:pt x="291281" y="589687"/>
                      <a:pt x="272087" y="618984"/>
                      <a:pt x="246494" y="639862"/>
                    </a:cubicBezTo>
                    <a:cubicBezTo>
                      <a:pt x="220228" y="661076"/>
                      <a:pt x="154901" y="716638"/>
                      <a:pt x="143115" y="735833"/>
                    </a:cubicBezTo>
                    <a:cubicBezTo>
                      <a:pt x="126951" y="762098"/>
                      <a:pt x="105400" y="772537"/>
                      <a:pt x="77787" y="783313"/>
                    </a:cubicBezTo>
                    <a:cubicBezTo>
                      <a:pt x="55899" y="791732"/>
                      <a:pt x="28286" y="793752"/>
                      <a:pt x="0" y="793415"/>
                    </a:cubicBezTo>
                    <a:close/>
                  </a:path>
                </a:pathLst>
              </a:custGeom>
              <a:solidFill>
                <a:srgbClr val="F8CEB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7" name="Google Shape;777;p30"/>
              <p:cNvSpPr/>
              <p:nvPr/>
            </p:nvSpPr>
            <p:spPr>
              <a:xfrm>
                <a:off x="8799447" y="2803430"/>
                <a:ext cx="735707" cy="470971"/>
              </a:xfrm>
              <a:custGeom>
                <a:rect b="b" l="l" r="r" t="t"/>
                <a:pathLst>
                  <a:path extrusionOk="0" h="470971" w="735707">
                    <a:moveTo>
                      <a:pt x="75430" y="194045"/>
                    </a:moveTo>
                    <a:cubicBezTo>
                      <a:pt x="24582" y="193708"/>
                      <a:pt x="0" y="176198"/>
                      <a:pt x="0" y="152289"/>
                    </a:cubicBezTo>
                    <a:cubicBezTo>
                      <a:pt x="0" y="126360"/>
                      <a:pt x="21215" y="110196"/>
                      <a:pt x="86879" y="109860"/>
                    </a:cubicBezTo>
                    <a:cubicBezTo>
                      <a:pt x="108767" y="110196"/>
                      <a:pt x="371425" y="112890"/>
                      <a:pt x="484570" y="114574"/>
                    </a:cubicBezTo>
                    <a:cubicBezTo>
                      <a:pt x="466049" y="96390"/>
                      <a:pt x="447529" y="86961"/>
                      <a:pt x="424967" y="86288"/>
                    </a:cubicBezTo>
                    <a:cubicBezTo>
                      <a:pt x="406783" y="85614"/>
                      <a:pt x="389272" y="83257"/>
                      <a:pt x="372772" y="75512"/>
                    </a:cubicBezTo>
                    <a:cubicBezTo>
                      <a:pt x="348863" y="64063"/>
                      <a:pt x="336404" y="40828"/>
                      <a:pt x="339435" y="14899"/>
                    </a:cubicBezTo>
                    <a:cubicBezTo>
                      <a:pt x="340782" y="4797"/>
                      <a:pt x="346506" y="-2949"/>
                      <a:pt x="355935" y="1092"/>
                    </a:cubicBezTo>
                    <a:cubicBezTo>
                      <a:pt x="403079" y="20960"/>
                      <a:pt x="453590" y="9511"/>
                      <a:pt x="502080" y="16582"/>
                    </a:cubicBezTo>
                    <a:cubicBezTo>
                      <a:pt x="550571" y="23654"/>
                      <a:pt x="590307" y="47226"/>
                      <a:pt x="628695" y="75175"/>
                    </a:cubicBezTo>
                    <a:cubicBezTo>
                      <a:pt x="657655" y="96390"/>
                      <a:pt x="684257" y="120299"/>
                      <a:pt x="711197" y="144207"/>
                    </a:cubicBezTo>
                    <a:cubicBezTo>
                      <a:pt x="731401" y="164412"/>
                      <a:pt x="729717" y="159697"/>
                      <a:pt x="734432" y="171146"/>
                    </a:cubicBezTo>
                    <a:cubicBezTo>
                      <a:pt x="737126" y="208525"/>
                      <a:pt x="734769" y="245903"/>
                      <a:pt x="734432" y="283281"/>
                    </a:cubicBezTo>
                    <a:cubicBezTo>
                      <a:pt x="733758" y="334129"/>
                      <a:pt x="731738" y="384977"/>
                      <a:pt x="730054" y="435825"/>
                    </a:cubicBezTo>
                    <a:cubicBezTo>
                      <a:pt x="722309" y="435488"/>
                      <a:pt x="714227" y="435488"/>
                      <a:pt x="706819" y="434141"/>
                    </a:cubicBezTo>
                    <a:cubicBezTo>
                      <a:pt x="676512" y="429763"/>
                      <a:pt x="650583" y="443906"/>
                      <a:pt x="623644" y="453672"/>
                    </a:cubicBezTo>
                    <a:cubicBezTo>
                      <a:pt x="595695" y="463774"/>
                      <a:pt x="566735" y="469836"/>
                      <a:pt x="537102" y="470509"/>
                    </a:cubicBezTo>
                    <a:cubicBezTo>
                      <a:pt x="487938" y="471519"/>
                      <a:pt x="438437" y="470509"/>
                      <a:pt x="389272" y="470846"/>
                    </a:cubicBezTo>
                    <a:cubicBezTo>
                      <a:pt x="367721" y="471183"/>
                      <a:pt x="346843" y="466468"/>
                      <a:pt x="325965" y="463101"/>
                    </a:cubicBezTo>
                    <a:cubicBezTo>
                      <a:pt x="292965" y="457376"/>
                      <a:pt x="282862" y="419324"/>
                      <a:pt x="303403" y="394742"/>
                    </a:cubicBezTo>
                    <a:cubicBezTo>
                      <a:pt x="274444" y="386324"/>
                      <a:pt x="239760" y="383630"/>
                      <a:pt x="239760" y="342211"/>
                    </a:cubicBezTo>
                    <a:cubicBezTo>
                      <a:pt x="239760" y="308874"/>
                      <a:pt x="267709" y="302139"/>
                      <a:pt x="295658" y="291363"/>
                    </a:cubicBezTo>
                    <a:cubicBezTo>
                      <a:pt x="278485" y="289006"/>
                      <a:pt x="265689" y="284965"/>
                      <a:pt x="253566" y="278903"/>
                    </a:cubicBezTo>
                    <a:cubicBezTo>
                      <a:pt x="235045" y="269475"/>
                      <a:pt x="226963" y="254995"/>
                      <a:pt x="229657" y="238831"/>
                    </a:cubicBezTo>
                    <a:cubicBezTo>
                      <a:pt x="232351" y="223005"/>
                      <a:pt x="245484" y="211555"/>
                      <a:pt x="265015" y="208188"/>
                    </a:cubicBezTo>
                    <a:cubicBezTo>
                      <a:pt x="267709" y="207851"/>
                      <a:pt x="292965" y="205494"/>
                      <a:pt x="301383" y="202127"/>
                    </a:cubicBezTo>
                    <a:cubicBezTo>
                      <a:pt x="297679" y="199433"/>
                      <a:pt x="292965" y="196065"/>
                      <a:pt x="286903" y="195055"/>
                    </a:cubicBezTo>
                    <a:cubicBezTo>
                      <a:pt x="216188" y="194382"/>
                      <a:pt x="145809" y="194382"/>
                      <a:pt x="75430" y="194045"/>
                    </a:cubicBezTo>
                    <a:close/>
                  </a:path>
                </a:pathLst>
              </a:custGeom>
              <a:solidFill>
                <a:srgbClr val="FCC69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8" name="Google Shape;778;p30"/>
              <p:cNvSpPr/>
              <p:nvPr/>
            </p:nvSpPr>
            <p:spPr>
              <a:xfrm>
                <a:off x="8741172" y="1849189"/>
                <a:ext cx="540487" cy="373108"/>
              </a:xfrm>
              <a:custGeom>
                <a:rect b="b" l="l" r="r" t="t"/>
                <a:pathLst>
                  <a:path extrusionOk="0" h="373108" w="540487">
                    <a:moveTo>
                      <a:pt x="155593" y="371088"/>
                    </a:moveTo>
                    <a:cubicBezTo>
                      <a:pt x="110470" y="288587"/>
                      <a:pt x="66020" y="207432"/>
                      <a:pt x="21907" y="125941"/>
                    </a:cubicBezTo>
                    <a:cubicBezTo>
                      <a:pt x="16856" y="116512"/>
                      <a:pt x="11805" y="111798"/>
                      <a:pt x="1366" y="115502"/>
                    </a:cubicBezTo>
                    <a:cubicBezTo>
                      <a:pt x="-2339" y="108430"/>
                      <a:pt x="2376" y="103043"/>
                      <a:pt x="5070" y="97318"/>
                    </a:cubicBezTo>
                    <a:cubicBezTo>
                      <a:pt x="19886" y="64991"/>
                      <a:pt x="34703" y="32327"/>
                      <a:pt x="49856" y="0"/>
                    </a:cubicBezTo>
                    <a:cubicBezTo>
                      <a:pt x="69724" y="12123"/>
                      <a:pt x="244492" y="161972"/>
                      <a:pt x="258299" y="176452"/>
                    </a:cubicBezTo>
                    <a:cubicBezTo>
                      <a:pt x="268064" y="186554"/>
                      <a:pt x="276483" y="186554"/>
                      <a:pt x="286922" y="177126"/>
                    </a:cubicBezTo>
                    <a:cubicBezTo>
                      <a:pt x="333392" y="135707"/>
                      <a:pt x="484925" y="3031"/>
                      <a:pt x="499405" y="337"/>
                    </a:cubicBezTo>
                    <a:cubicBezTo>
                      <a:pt x="513212" y="39062"/>
                      <a:pt x="526681" y="78124"/>
                      <a:pt x="540488" y="116849"/>
                    </a:cubicBezTo>
                    <a:cubicBezTo>
                      <a:pt x="526008" y="108767"/>
                      <a:pt x="524324" y="121563"/>
                      <a:pt x="520283" y="129308"/>
                    </a:cubicBezTo>
                    <a:cubicBezTo>
                      <a:pt x="494017" y="180830"/>
                      <a:pt x="468088" y="232351"/>
                      <a:pt x="442159" y="284209"/>
                    </a:cubicBezTo>
                    <a:cubicBezTo>
                      <a:pt x="427343" y="313506"/>
                      <a:pt x="410169" y="341792"/>
                      <a:pt x="399057" y="372772"/>
                    </a:cubicBezTo>
                    <a:cubicBezTo>
                      <a:pt x="399057" y="373109"/>
                      <a:pt x="397036" y="372772"/>
                      <a:pt x="395689" y="373109"/>
                    </a:cubicBezTo>
                    <a:cubicBezTo>
                      <a:pt x="386934" y="373109"/>
                      <a:pt x="302412" y="254913"/>
                      <a:pt x="285238" y="231004"/>
                    </a:cubicBezTo>
                    <a:cubicBezTo>
                      <a:pt x="275473" y="217198"/>
                      <a:pt x="274126" y="217535"/>
                      <a:pt x="264023" y="230667"/>
                    </a:cubicBezTo>
                    <a:cubicBezTo>
                      <a:pt x="250217" y="248515"/>
                      <a:pt x="173440" y="346843"/>
                      <a:pt x="155593" y="371088"/>
                    </a:cubicBezTo>
                    <a:close/>
                  </a:path>
                </a:pathLst>
              </a:custGeom>
              <a:solidFill>
                <a:srgbClr val="E4F4F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9" name="Google Shape;779;p30"/>
              <p:cNvSpPr/>
              <p:nvPr/>
            </p:nvSpPr>
            <p:spPr>
              <a:xfrm>
                <a:off x="8626711" y="1078726"/>
                <a:ext cx="90667" cy="272678"/>
              </a:xfrm>
              <a:custGeom>
                <a:rect b="b" l="l" r="r" t="t"/>
                <a:pathLst>
                  <a:path extrusionOk="0" h="272678" w="90667">
                    <a:moveTo>
                      <a:pt x="6049" y="59603"/>
                    </a:moveTo>
                    <a:cubicBezTo>
                      <a:pt x="5038" y="37715"/>
                      <a:pt x="661" y="29633"/>
                      <a:pt x="1334" y="14817"/>
                    </a:cubicBezTo>
                    <a:cubicBezTo>
                      <a:pt x="1671" y="6061"/>
                      <a:pt x="-3717" y="337"/>
                      <a:pt x="5038" y="0"/>
                    </a:cubicBezTo>
                    <a:cubicBezTo>
                      <a:pt x="28274" y="0"/>
                      <a:pt x="66999" y="673"/>
                      <a:pt x="90234" y="1010"/>
                    </a:cubicBezTo>
                    <a:cubicBezTo>
                      <a:pt x="94275" y="1010"/>
                      <a:pt x="68682" y="84859"/>
                      <a:pt x="70703" y="128298"/>
                    </a:cubicBezTo>
                    <a:cubicBezTo>
                      <a:pt x="72723" y="170728"/>
                      <a:pt x="74407" y="213494"/>
                      <a:pt x="75754" y="256260"/>
                    </a:cubicBezTo>
                    <a:cubicBezTo>
                      <a:pt x="75754" y="261311"/>
                      <a:pt x="80805" y="271076"/>
                      <a:pt x="70703" y="270740"/>
                    </a:cubicBezTo>
                    <a:cubicBezTo>
                      <a:pt x="60937" y="270403"/>
                      <a:pt x="47468" y="278821"/>
                      <a:pt x="41743" y="262995"/>
                    </a:cubicBezTo>
                    <a:cubicBezTo>
                      <a:pt x="36019" y="247168"/>
                      <a:pt x="30967" y="231341"/>
                      <a:pt x="25580" y="215514"/>
                    </a:cubicBezTo>
                    <a:cubicBezTo>
                      <a:pt x="17835" y="169044"/>
                      <a:pt x="6385" y="65328"/>
                      <a:pt x="6049" y="59603"/>
                    </a:cubicBezTo>
                    <a:close/>
                  </a:path>
                </a:pathLst>
              </a:custGeom>
              <a:solidFill>
                <a:srgbClr val="4F4B4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0" name="Google Shape;780;p30"/>
              <p:cNvSpPr/>
              <p:nvPr/>
            </p:nvSpPr>
            <p:spPr>
              <a:xfrm>
                <a:off x="9316007" y="1079277"/>
                <a:ext cx="93277" cy="268431"/>
              </a:xfrm>
              <a:custGeom>
                <a:rect b="b" l="l" r="r" t="t"/>
                <a:pathLst>
                  <a:path extrusionOk="0" h="268431" w="93277">
                    <a:moveTo>
                      <a:pt x="0" y="459"/>
                    </a:moveTo>
                    <a:cubicBezTo>
                      <a:pt x="24919" y="-1562"/>
                      <a:pt x="42766" y="3826"/>
                      <a:pt x="64654" y="2479"/>
                    </a:cubicBezTo>
                    <a:cubicBezTo>
                      <a:pt x="74083" y="1806"/>
                      <a:pt x="83848" y="2479"/>
                      <a:pt x="93277" y="2479"/>
                    </a:cubicBezTo>
                    <a:cubicBezTo>
                      <a:pt x="91257" y="64776"/>
                      <a:pt x="87889" y="126737"/>
                      <a:pt x="73746" y="187687"/>
                    </a:cubicBezTo>
                    <a:cubicBezTo>
                      <a:pt x="72399" y="193075"/>
                      <a:pt x="73073" y="198799"/>
                      <a:pt x="73073" y="204524"/>
                    </a:cubicBezTo>
                    <a:cubicBezTo>
                      <a:pt x="63981" y="220687"/>
                      <a:pt x="61624" y="239208"/>
                      <a:pt x="55562" y="256719"/>
                    </a:cubicBezTo>
                    <a:cubicBezTo>
                      <a:pt x="49501" y="274229"/>
                      <a:pt x="36368" y="266821"/>
                      <a:pt x="26266" y="267158"/>
                    </a:cubicBezTo>
                    <a:cubicBezTo>
                      <a:pt x="13806" y="267158"/>
                      <a:pt x="19868" y="256045"/>
                      <a:pt x="19868" y="250657"/>
                    </a:cubicBezTo>
                    <a:cubicBezTo>
                      <a:pt x="21215" y="205534"/>
                      <a:pt x="23235" y="160074"/>
                      <a:pt x="25592" y="114951"/>
                    </a:cubicBezTo>
                    <a:cubicBezTo>
                      <a:pt x="27613" y="75552"/>
                      <a:pt x="21215" y="33796"/>
                      <a:pt x="0" y="459"/>
                    </a:cubicBezTo>
                    <a:close/>
                  </a:path>
                </a:pathLst>
              </a:custGeom>
              <a:solidFill>
                <a:srgbClr val="4E4B4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1" name="Google Shape;781;p30"/>
              <p:cNvSpPr/>
              <p:nvPr/>
            </p:nvSpPr>
            <p:spPr>
              <a:xfrm>
                <a:off x="9028415" y="451775"/>
                <a:ext cx="146970" cy="78970"/>
              </a:xfrm>
              <a:custGeom>
                <a:rect b="b" l="l" r="r" t="t"/>
                <a:pathLst>
                  <a:path extrusionOk="0" h="78970" w="146970">
                    <a:moveTo>
                      <a:pt x="135385" y="21154"/>
                    </a:moveTo>
                    <a:cubicBezTo>
                      <a:pt x="149528" y="44726"/>
                      <a:pt x="149528" y="59206"/>
                      <a:pt x="141783" y="68298"/>
                    </a:cubicBezTo>
                    <a:cubicBezTo>
                      <a:pt x="96997" y="85472"/>
                      <a:pt x="54230" y="82104"/>
                      <a:pt x="13485" y="56849"/>
                    </a:cubicBezTo>
                    <a:cubicBezTo>
                      <a:pt x="-3352" y="46410"/>
                      <a:pt x="-4362" y="24522"/>
                      <a:pt x="10117" y="12736"/>
                    </a:cubicBezTo>
                    <a:cubicBezTo>
                      <a:pt x="34363" y="-6795"/>
                      <a:pt x="117538" y="-3765"/>
                      <a:pt x="135385" y="21154"/>
                    </a:cubicBezTo>
                    <a:close/>
                  </a:path>
                </a:pathLst>
              </a:custGeom>
              <a:solidFill>
                <a:srgbClr val="1A212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2" name="Google Shape;782;p30"/>
              <p:cNvSpPr/>
              <p:nvPr/>
            </p:nvSpPr>
            <p:spPr>
              <a:xfrm>
                <a:off x="8948960" y="2058554"/>
                <a:ext cx="134995" cy="392727"/>
              </a:xfrm>
              <a:custGeom>
                <a:rect b="b" l="l" r="r" t="t"/>
                <a:pathLst>
                  <a:path extrusionOk="0" h="392727" w="134995">
                    <a:moveTo>
                      <a:pt x="0" y="91007"/>
                    </a:moveTo>
                    <a:cubicBezTo>
                      <a:pt x="20204" y="62385"/>
                      <a:pt x="40409" y="33762"/>
                      <a:pt x="60613" y="4802"/>
                    </a:cubicBezTo>
                    <a:cubicBezTo>
                      <a:pt x="65328" y="-1933"/>
                      <a:pt x="68358" y="-1259"/>
                      <a:pt x="72736" y="4802"/>
                    </a:cubicBezTo>
                    <a:cubicBezTo>
                      <a:pt x="92940" y="33425"/>
                      <a:pt x="113481" y="62048"/>
                      <a:pt x="133686" y="90671"/>
                    </a:cubicBezTo>
                    <a:cubicBezTo>
                      <a:pt x="136380" y="103467"/>
                      <a:pt x="129645" y="113569"/>
                      <a:pt x="122910" y="123335"/>
                    </a:cubicBezTo>
                    <a:cubicBezTo>
                      <a:pt x="112808" y="138151"/>
                      <a:pt x="110451" y="153641"/>
                      <a:pt x="115165" y="171152"/>
                    </a:cubicBezTo>
                    <a:cubicBezTo>
                      <a:pt x="120890" y="193377"/>
                      <a:pt x="126278" y="215602"/>
                      <a:pt x="132002" y="237827"/>
                    </a:cubicBezTo>
                    <a:cubicBezTo>
                      <a:pt x="134696" y="248265"/>
                      <a:pt x="136043" y="258704"/>
                      <a:pt x="134023" y="269143"/>
                    </a:cubicBezTo>
                    <a:cubicBezTo>
                      <a:pt x="116512" y="310226"/>
                      <a:pt x="94961" y="349288"/>
                      <a:pt x="73409" y="392727"/>
                    </a:cubicBezTo>
                    <a:cubicBezTo>
                      <a:pt x="54552" y="358043"/>
                      <a:pt x="40072" y="325379"/>
                      <a:pt x="20204" y="296083"/>
                    </a:cubicBezTo>
                    <a:cubicBezTo>
                      <a:pt x="-2357" y="263082"/>
                      <a:pt x="-5725" y="231765"/>
                      <a:pt x="13133" y="197081"/>
                    </a:cubicBezTo>
                    <a:cubicBezTo>
                      <a:pt x="30307" y="165764"/>
                      <a:pt x="31317" y="135121"/>
                      <a:pt x="6735" y="106161"/>
                    </a:cubicBezTo>
                    <a:cubicBezTo>
                      <a:pt x="3367" y="102120"/>
                      <a:pt x="2357" y="96059"/>
                      <a:pt x="0" y="91007"/>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3" name="Google Shape;783;p30"/>
              <p:cNvSpPr/>
              <p:nvPr/>
            </p:nvSpPr>
            <p:spPr>
              <a:xfrm>
                <a:off x="9061431" y="460283"/>
                <a:ext cx="638929" cy="515756"/>
              </a:xfrm>
              <a:custGeom>
                <a:rect b="b" l="l" r="r" t="t"/>
                <a:pathLst>
                  <a:path extrusionOk="0" h="515756" w="638929">
                    <a:moveTo>
                      <a:pt x="522958" y="152730"/>
                    </a:moveTo>
                    <a:cubicBezTo>
                      <a:pt x="515550" y="145322"/>
                      <a:pt x="505785" y="142291"/>
                      <a:pt x="496019" y="140271"/>
                    </a:cubicBezTo>
                    <a:cubicBezTo>
                      <a:pt x="368731" y="113331"/>
                      <a:pt x="241443" y="84372"/>
                      <a:pt x="113818" y="59790"/>
                    </a:cubicBezTo>
                    <a:cubicBezTo>
                      <a:pt x="69705" y="51371"/>
                      <a:pt x="63981" y="52044"/>
                      <a:pt x="35021" y="45983"/>
                    </a:cubicBezTo>
                    <a:cubicBezTo>
                      <a:pt x="20541" y="42952"/>
                      <a:pt x="0" y="37901"/>
                      <a:pt x="0" y="20391"/>
                    </a:cubicBezTo>
                    <a:cubicBezTo>
                      <a:pt x="0" y="186"/>
                      <a:pt x="25929" y="-1161"/>
                      <a:pt x="40409" y="523"/>
                    </a:cubicBezTo>
                    <a:cubicBezTo>
                      <a:pt x="76104" y="4564"/>
                      <a:pt x="69705" y="7595"/>
                      <a:pt x="102369" y="12309"/>
                    </a:cubicBezTo>
                    <a:cubicBezTo>
                      <a:pt x="154901" y="23422"/>
                      <a:pt x="207096" y="34197"/>
                      <a:pt x="259627" y="45310"/>
                    </a:cubicBezTo>
                    <a:cubicBezTo>
                      <a:pt x="337751" y="62147"/>
                      <a:pt x="415875" y="78984"/>
                      <a:pt x="493999" y="95821"/>
                    </a:cubicBezTo>
                    <a:cubicBezTo>
                      <a:pt x="530030" y="103566"/>
                      <a:pt x="558653" y="121413"/>
                      <a:pt x="576500" y="154414"/>
                    </a:cubicBezTo>
                    <a:cubicBezTo>
                      <a:pt x="581215" y="173945"/>
                      <a:pt x="586266" y="208966"/>
                      <a:pt x="583909" y="237252"/>
                    </a:cubicBezTo>
                    <a:cubicBezTo>
                      <a:pt x="583572" y="241630"/>
                      <a:pt x="585256" y="244660"/>
                      <a:pt x="590307" y="247354"/>
                    </a:cubicBezTo>
                    <a:cubicBezTo>
                      <a:pt x="621287" y="263181"/>
                      <a:pt x="633746" y="291467"/>
                      <a:pt x="637450" y="323794"/>
                    </a:cubicBezTo>
                    <a:cubicBezTo>
                      <a:pt x="645196" y="393163"/>
                      <a:pt x="621960" y="453440"/>
                      <a:pt x="581215" y="507992"/>
                    </a:cubicBezTo>
                    <a:cubicBezTo>
                      <a:pt x="573806" y="517757"/>
                      <a:pt x="567745" y="518431"/>
                      <a:pt x="558990" y="509339"/>
                    </a:cubicBezTo>
                    <a:cubicBezTo>
                      <a:pt x="528346" y="477685"/>
                      <a:pt x="509826" y="440980"/>
                      <a:pt x="501070" y="397204"/>
                    </a:cubicBezTo>
                    <a:cubicBezTo>
                      <a:pt x="495346" y="368581"/>
                      <a:pt x="495009" y="340631"/>
                      <a:pt x="497030" y="312345"/>
                    </a:cubicBezTo>
                    <a:cubicBezTo>
                      <a:pt x="498713" y="289447"/>
                      <a:pt x="503764" y="265538"/>
                      <a:pt x="523969" y="249711"/>
                    </a:cubicBezTo>
                    <a:cubicBezTo>
                      <a:pt x="525653" y="248364"/>
                      <a:pt x="528010" y="247691"/>
                      <a:pt x="529693" y="247017"/>
                    </a:cubicBezTo>
                    <a:cubicBezTo>
                      <a:pt x="547877" y="235568"/>
                      <a:pt x="550235" y="216037"/>
                      <a:pt x="547541" y="188425"/>
                    </a:cubicBezTo>
                    <a:cubicBezTo>
                      <a:pt x="546194" y="182026"/>
                      <a:pt x="542490" y="170241"/>
                      <a:pt x="522958" y="15273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84" name="Google Shape;784;p30"/>
            <p:cNvGrpSpPr/>
            <p:nvPr/>
          </p:nvGrpSpPr>
          <p:grpSpPr>
            <a:xfrm>
              <a:off x="7024906" y="4012535"/>
              <a:ext cx="2556153" cy="1554858"/>
              <a:chOff x="7196897" y="2327108"/>
              <a:chExt cx="1754756" cy="1067384"/>
            </a:xfrm>
          </p:grpSpPr>
          <p:sp>
            <p:nvSpPr>
              <p:cNvPr id="785" name="Google Shape;785;p30"/>
              <p:cNvSpPr/>
              <p:nvPr/>
            </p:nvSpPr>
            <p:spPr>
              <a:xfrm>
                <a:off x="7196897" y="2327108"/>
                <a:ext cx="1754756" cy="1067384"/>
              </a:xfrm>
              <a:custGeom>
                <a:rect b="b" l="l" r="r" t="t"/>
                <a:pathLst>
                  <a:path extrusionOk="0" h="1067384" w="1754756">
                    <a:moveTo>
                      <a:pt x="1677643" y="88142"/>
                    </a:moveTo>
                    <a:cubicBezTo>
                      <a:pt x="1677643" y="224185"/>
                      <a:pt x="1677306" y="360565"/>
                      <a:pt x="1677306" y="496609"/>
                    </a:cubicBezTo>
                    <a:cubicBezTo>
                      <a:pt x="1677306" y="520180"/>
                      <a:pt x="1677979" y="543752"/>
                      <a:pt x="1676969" y="567324"/>
                    </a:cubicBezTo>
                    <a:cubicBezTo>
                      <a:pt x="1676633" y="579447"/>
                      <a:pt x="1680000" y="583825"/>
                      <a:pt x="1692796" y="583825"/>
                    </a:cubicBezTo>
                    <a:cubicBezTo>
                      <a:pt x="1713337" y="583825"/>
                      <a:pt x="1734215" y="581467"/>
                      <a:pt x="1754756" y="585845"/>
                    </a:cubicBezTo>
                    <a:cubicBezTo>
                      <a:pt x="1750042" y="593253"/>
                      <a:pt x="1742634" y="593253"/>
                      <a:pt x="1735562" y="593253"/>
                    </a:cubicBezTo>
                    <a:cubicBezTo>
                      <a:pt x="1723103" y="593590"/>
                      <a:pt x="1710980" y="593253"/>
                      <a:pt x="1698521" y="593590"/>
                    </a:cubicBezTo>
                    <a:cubicBezTo>
                      <a:pt x="1688755" y="593590"/>
                      <a:pt x="1684378" y="598304"/>
                      <a:pt x="1684378" y="608070"/>
                    </a:cubicBezTo>
                    <a:cubicBezTo>
                      <a:pt x="1684378" y="622213"/>
                      <a:pt x="1684378" y="636019"/>
                      <a:pt x="1684378" y="650162"/>
                    </a:cubicBezTo>
                    <a:cubicBezTo>
                      <a:pt x="1684378" y="657571"/>
                      <a:pt x="1684041" y="664642"/>
                      <a:pt x="1678316" y="670367"/>
                    </a:cubicBezTo>
                    <a:cubicBezTo>
                      <a:pt x="1677979" y="735021"/>
                      <a:pt x="1677643" y="799339"/>
                      <a:pt x="1677643" y="863993"/>
                    </a:cubicBezTo>
                    <a:cubicBezTo>
                      <a:pt x="1677643" y="923596"/>
                      <a:pt x="1677643" y="982862"/>
                      <a:pt x="1677643" y="1042465"/>
                    </a:cubicBezTo>
                    <a:cubicBezTo>
                      <a:pt x="1677643" y="1064690"/>
                      <a:pt x="1675286" y="1067384"/>
                      <a:pt x="1652387" y="1067384"/>
                    </a:cubicBezTo>
                    <a:cubicBezTo>
                      <a:pt x="1621407" y="1067384"/>
                      <a:pt x="1590764" y="1067384"/>
                      <a:pt x="1559783" y="1067384"/>
                    </a:cubicBezTo>
                    <a:cubicBezTo>
                      <a:pt x="1193409" y="1067384"/>
                      <a:pt x="826699" y="1067384"/>
                      <a:pt x="460325" y="1067384"/>
                    </a:cubicBezTo>
                    <a:cubicBezTo>
                      <a:pt x="312159" y="1067384"/>
                      <a:pt x="164330" y="1067048"/>
                      <a:pt x="16164" y="1067384"/>
                    </a:cubicBezTo>
                    <a:cubicBezTo>
                      <a:pt x="3031" y="1067384"/>
                      <a:pt x="0" y="1061997"/>
                      <a:pt x="0" y="1050211"/>
                    </a:cubicBezTo>
                    <a:cubicBezTo>
                      <a:pt x="337" y="1020577"/>
                      <a:pt x="0" y="990607"/>
                      <a:pt x="0" y="960974"/>
                    </a:cubicBezTo>
                    <a:cubicBezTo>
                      <a:pt x="0" y="656224"/>
                      <a:pt x="0" y="351473"/>
                      <a:pt x="0" y="46723"/>
                    </a:cubicBezTo>
                    <a:cubicBezTo>
                      <a:pt x="0" y="7324"/>
                      <a:pt x="0" y="7324"/>
                      <a:pt x="39399" y="7324"/>
                    </a:cubicBezTo>
                    <a:cubicBezTo>
                      <a:pt x="326639" y="7324"/>
                      <a:pt x="614215" y="7324"/>
                      <a:pt x="901455" y="7324"/>
                    </a:cubicBezTo>
                    <a:cubicBezTo>
                      <a:pt x="909874" y="7324"/>
                      <a:pt x="918292" y="8334"/>
                      <a:pt x="926374" y="4293"/>
                    </a:cubicBezTo>
                    <a:cubicBezTo>
                      <a:pt x="933445" y="252"/>
                      <a:pt x="941527" y="252"/>
                      <a:pt x="949272" y="252"/>
                    </a:cubicBezTo>
                    <a:cubicBezTo>
                      <a:pt x="1159399" y="252"/>
                      <a:pt x="1369525" y="252"/>
                      <a:pt x="1579988" y="252"/>
                    </a:cubicBezTo>
                    <a:cubicBezTo>
                      <a:pt x="1587733" y="252"/>
                      <a:pt x="1595478" y="1936"/>
                      <a:pt x="1603560" y="926"/>
                    </a:cubicBezTo>
                    <a:cubicBezTo>
                      <a:pt x="1622754" y="-421"/>
                      <a:pt x="1641611" y="-84"/>
                      <a:pt x="1660806" y="589"/>
                    </a:cubicBezTo>
                    <a:cubicBezTo>
                      <a:pt x="1677979" y="1263"/>
                      <a:pt x="1683704" y="7324"/>
                      <a:pt x="1684714" y="24161"/>
                    </a:cubicBezTo>
                    <a:cubicBezTo>
                      <a:pt x="1685388" y="39988"/>
                      <a:pt x="1685051" y="55478"/>
                      <a:pt x="1684714" y="71305"/>
                    </a:cubicBezTo>
                    <a:cubicBezTo>
                      <a:pt x="1683704" y="77703"/>
                      <a:pt x="1683031" y="83764"/>
                      <a:pt x="1677643" y="88142"/>
                    </a:cubicBezTo>
                    <a:close/>
                  </a:path>
                </a:pathLst>
              </a:custGeom>
              <a:solidFill>
                <a:srgbClr val="6F717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6" name="Google Shape;786;p30"/>
              <p:cNvSpPr/>
              <p:nvPr/>
            </p:nvSpPr>
            <p:spPr>
              <a:xfrm>
                <a:off x="7248082" y="2391005"/>
                <a:ext cx="1584365" cy="946241"/>
              </a:xfrm>
              <a:custGeom>
                <a:rect b="b" l="l" r="r" t="t"/>
                <a:pathLst>
                  <a:path extrusionOk="0" h="946241" w="1584365">
                    <a:moveTo>
                      <a:pt x="792014" y="337"/>
                    </a:moveTo>
                    <a:cubicBezTo>
                      <a:pt x="1050295" y="337"/>
                      <a:pt x="1308238" y="337"/>
                      <a:pt x="1566518" y="0"/>
                    </a:cubicBezTo>
                    <a:cubicBezTo>
                      <a:pt x="1579988" y="0"/>
                      <a:pt x="1584366" y="2357"/>
                      <a:pt x="1584366" y="17174"/>
                    </a:cubicBezTo>
                    <a:cubicBezTo>
                      <a:pt x="1584029" y="320914"/>
                      <a:pt x="1584029" y="624318"/>
                      <a:pt x="1584366" y="928058"/>
                    </a:cubicBezTo>
                    <a:cubicBezTo>
                      <a:pt x="1584366" y="941191"/>
                      <a:pt x="1582008" y="946242"/>
                      <a:pt x="1567192" y="946242"/>
                    </a:cubicBezTo>
                    <a:cubicBezTo>
                      <a:pt x="1052652" y="945905"/>
                      <a:pt x="538112" y="945905"/>
                      <a:pt x="23572" y="945905"/>
                    </a:cubicBezTo>
                    <a:cubicBezTo>
                      <a:pt x="337" y="945905"/>
                      <a:pt x="337" y="945905"/>
                      <a:pt x="337" y="923007"/>
                    </a:cubicBezTo>
                    <a:cubicBezTo>
                      <a:pt x="337" y="622297"/>
                      <a:pt x="673" y="321588"/>
                      <a:pt x="0" y="20541"/>
                    </a:cubicBezTo>
                    <a:cubicBezTo>
                      <a:pt x="0" y="2694"/>
                      <a:pt x="5388" y="0"/>
                      <a:pt x="21551" y="0"/>
                    </a:cubicBezTo>
                    <a:cubicBezTo>
                      <a:pt x="278148" y="337"/>
                      <a:pt x="535081" y="337"/>
                      <a:pt x="792014" y="337"/>
                    </a:cubicBezTo>
                    <a:cubicBezTo>
                      <a:pt x="792014" y="337"/>
                      <a:pt x="792014" y="337"/>
                      <a:pt x="792014" y="337"/>
                    </a:cubicBezTo>
                    <a:close/>
                  </a:path>
                </a:pathLst>
              </a:custGeom>
              <a:solidFill>
                <a:srgbClr val="FEFEF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7" name="Google Shape;787;p30"/>
              <p:cNvSpPr/>
              <p:nvPr/>
            </p:nvSpPr>
            <p:spPr>
              <a:xfrm>
                <a:off x="8263019" y="2967374"/>
                <a:ext cx="256933" cy="312963"/>
              </a:xfrm>
              <a:custGeom>
                <a:rect b="b" l="l" r="r" t="t"/>
                <a:pathLst>
                  <a:path extrusionOk="0" h="312963" w="256933">
                    <a:moveTo>
                      <a:pt x="256933" y="280300"/>
                    </a:moveTo>
                    <a:cubicBezTo>
                      <a:pt x="247168" y="276933"/>
                      <a:pt x="241106" y="274575"/>
                      <a:pt x="235045" y="272218"/>
                    </a:cubicBezTo>
                    <a:cubicBezTo>
                      <a:pt x="208443" y="262116"/>
                      <a:pt x="208443" y="262116"/>
                      <a:pt x="203728" y="290065"/>
                    </a:cubicBezTo>
                    <a:cubicBezTo>
                      <a:pt x="202718" y="296127"/>
                      <a:pt x="201371" y="302188"/>
                      <a:pt x="199687" y="310270"/>
                    </a:cubicBezTo>
                    <a:cubicBezTo>
                      <a:pt x="188575" y="296463"/>
                      <a:pt x="184197" y="280973"/>
                      <a:pt x="177126" y="266830"/>
                    </a:cubicBezTo>
                    <a:cubicBezTo>
                      <a:pt x="168707" y="250330"/>
                      <a:pt x="160289" y="233830"/>
                      <a:pt x="153890" y="216656"/>
                    </a:cubicBezTo>
                    <a:cubicBezTo>
                      <a:pt x="148503" y="202176"/>
                      <a:pt x="141094" y="197462"/>
                      <a:pt x="125604" y="198472"/>
                    </a:cubicBezTo>
                    <a:cubicBezTo>
                      <a:pt x="114155" y="199145"/>
                      <a:pt x="109104" y="202513"/>
                      <a:pt x="104726" y="212278"/>
                    </a:cubicBezTo>
                    <a:cubicBezTo>
                      <a:pt x="89910" y="244605"/>
                      <a:pt x="74420" y="276596"/>
                      <a:pt x="57583" y="312964"/>
                    </a:cubicBezTo>
                    <a:cubicBezTo>
                      <a:pt x="54215" y="297810"/>
                      <a:pt x="50511" y="287035"/>
                      <a:pt x="49838" y="275922"/>
                    </a:cubicBezTo>
                    <a:cubicBezTo>
                      <a:pt x="48827" y="261779"/>
                      <a:pt x="42766" y="262789"/>
                      <a:pt x="33001" y="267504"/>
                    </a:cubicBezTo>
                    <a:cubicBezTo>
                      <a:pt x="23572" y="271881"/>
                      <a:pt x="13470" y="275586"/>
                      <a:pt x="0" y="280973"/>
                    </a:cubicBezTo>
                    <a:cubicBezTo>
                      <a:pt x="9765" y="260096"/>
                      <a:pt x="17847" y="241575"/>
                      <a:pt x="26603" y="223391"/>
                    </a:cubicBezTo>
                    <a:cubicBezTo>
                      <a:pt x="33674" y="208237"/>
                      <a:pt x="40746" y="193084"/>
                      <a:pt x="48491" y="177931"/>
                    </a:cubicBezTo>
                    <a:cubicBezTo>
                      <a:pt x="52531" y="170186"/>
                      <a:pt x="51858" y="164461"/>
                      <a:pt x="46807" y="156716"/>
                    </a:cubicBezTo>
                    <a:cubicBezTo>
                      <a:pt x="22225" y="119675"/>
                      <a:pt x="22898" y="76235"/>
                      <a:pt x="47144" y="41887"/>
                    </a:cubicBezTo>
                    <a:cubicBezTo>
                      <a:pt x="71726" y="7203"/>
                      <a:pt x="112808" y="-7277"/>
                      <a:pt x="155574" y="3499"/>
                    </a:cubicBezTo>
                    <a:cubicBezTo>
                      <a:pt x="219218" y="19326"/>
                      <a:pt x="248515" y="96439"/>
                      <a:pt x="212147" y="153349"/>
                    </a:cubicBezTo>
                    <a:cubicBezTo>
                      <a:pt x="205749" y="163451"/>
                      <a:pt x="204738" y="170859"/>
                      <a:pt x="210126" y="181972"/>
                    </a:cubicBezTo>
                    <a:cubicBezTo>
                      <a:pt x="225953" y="213288"/>
                      <a:pt x="240433" y="245279"/>
                      <a:pt x="256933" y="28030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8" name="Google Shape;788;p30"/>
              <p:cNvSpPr/>
              <p:nvPr/>
            </p:nvSpPr>
            <p:spPr>
              <a:xfrm>
                <a:off x="7381058" y="2609886"/>
                <a:ext cx="1302230" cy="33674"/>
              </a:xfrm>
              <a:custGeom>
                <a:rect b="b" l="l" r="r" t="t"/>
                <a:pathLst>
                  <a:path extrusionOk="0" h="33674" w="1302230">
                    <a:moveTo>
                      <a:pt x="649273" y="33674"/>
                    </a:moveTo>
                    <a:cubicBezTo>
                      <a:pt x="439483" y="33674"/>
                      <a:pt x="229694" y="33674"/>
                      <a:pt x="19904" y="33674"/>
                    </a:cubicBezTo>
                    <a:cubicBezTo>
                      <a:pt x="8118" y="33674"/>
                      <a:pt x="-637" y="33674"/>
                      <a:pt x="36" y="17174"/>
                    </a:cubicBezTo>
                    <a:cubicBezTo>
                      <a:pt x="710" y="4378"/>
                      <a:pt x="3741" y="0"/>
                      <a:pt x="17547" y="0"/>
                    </a:cubicBezTo>
                    <a:cubicBezTo>
                      <a:pt x="120253" y="674"/>
                      <a:pt x="222959" y="337"/>
                      <a:pt x="325665" y="337"/>
                    </a:cubicBezTo>
                    <a:cubicBezTo>
                      <a:pt x="644222" y="337"/>
                      <a:pt x="962778" y="337"/>
                      <a:pt x="1281672" y="337"/>
                    </a:cubicBezTo>
                    <a:cubicBezTo>
                      <a:pt x="1291101" y="337"/>
                      <a:pt x="1301876" y="-3031"/>
                      <a:pt x="1302213" y="13806"/>
                    </a:cubicBezTo>
                    <a:cubicBezTo>
                      <a:pt x="1302550" y="29296"/>
                      <a:pt x="1298172" y="33674"/>
                      <a:pt x="1282345" y="33674"/>
                    </a:cubicBezTo>
                    <a:cubicBezTo>
                      <a:pt x="1071209" y="33674"/>
                      <a:pt x="860409" y="33674"/>
                      <a:pt x="649273" y="33674"/>
                    </a:cubicBezTo>
                    <a:close/>
                  </a:path>
                </a:pathLst>
              </a:custGeom>
              <a:solidFill>
                <a:srgbClr val="BCBDC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9" name="Google Shape;789;p30"/>
              <p:cNvSpPr/>
              <p:nvPr/>
            </p:nvSpPr>
            <p:spPr>
              <a:xfrm>
                <a:off x="7381301" y="2678245"/>
                <a:ext cx="1301979" cy="33674"/>
              </a:xfrm>
              <a:custGeom>
                <a:rect b="b" l="l" r="r" t="t"/>
                <a:pathLst>
                  <a:path extrusionOk="0" h="33674" w="1301979">
                    <a:moveTo>
                      <a:pt x="649030" y="33337"/>
                    </a:moveTo>
                    <a:cubicBezTo>
                      <a:pt x="439240" y="33337"/>
                      <a:pt x="229451" y="33001"/>
                      <a:pt x="19661" y="33674"/>
                    </a:cubicBezTo>
                    <a:cubicBezTo>
                      <a:pt x="3834" y="33674"/>
                      <a:pt x="-880" y="28623"/>
                      <a:pt x="130" y="13806"/>
                    </a:cubicBezTo>
                    <a:cubicBezTo>
                      <a:pt x="804" y="3704"/>
                      <a:pt x="4171" y="-674"/>
                      <a:pt x="14273" y="337"/>
                    </a:cubicBezTo>
                    <a:cubicBezTo>
                      <a:pt x="15957" y="337"/>
                      <a:pt x="17641" y="337"/>
                      <a:pt x="19324" y="337"/>
                    </a:cubicBezTo>
                    <a:cubicBezTo>
                      <a:pt x="440587" y="337"/>
                      <a:pt x="861850" y="337"/>
                      <a:pt x="1283113" y="0"/>
                    </a:cubicBezTo>
                    <a:cubicBezTo>
                      <a:pt x="1296246" y="0"/>
                      <a:pt x="1301633" y="2694"/>
                      <a:pt x="1301970" y="17511"/>
                    </a:cubicBezTo>
                    <a:cubicBezTo>
                      <a:pt x="1302307" y="34011"/>
                      <a:pt x="1293552" y="33674"/>
                      <a:pt x="1281766" y="33674"/>
                    </a:cubicBezTo>
                    <a:cubicBezTo>
                      <a:pt x="1070966" y="33337"/>
                      <a:pt x="859830" y="33337"/>
                      <a:pt x="649030" y="33337"/>
                    </a:cubicBezTo>
                    <a:close/>
                  </a:path>
                </a:pathLst>
              </a:custGeom>
              <a:solidFill>
                <a:srgbClr val="BBBDC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0" name="Google Shape;790;p30"/>
              <p:cNvSpPr/>
              <p:nvPr/>
            </p:nvSpPr>
            <p:spPr>
              <a:xfrm>
                <a:off x="7381075" y="2819002"/>
                <a:ext cx="1301522" cy="31490"/>
              </a:xfrm>
              <a:custGeom>
                <a:rect b="b" l="l" r="r" t="t"/>
                <a:pathLst>
                  <a:path extrusionOk="0" h="31490" w="1301522">
                    <a:moveTo>
                      <a:pt x="649255" y="31317"/>
                    </a:moveTo>
                    <a:cubicBezTo>
                      <a:pt x="439466" y="31317"/>
                      <a:pt x="229676" y="31317"/>
                      <a:pt x="19550" y="31317"/>
                    </a:cubicBezTo>
                    <a:cubicBezTo>
                      <a:pt x="10458" y="31317"/>
                      <a:pt x="356" y="34011"/>
                      <a:pt x="19" y="18184"/>
                    </a:cubicBezTo>
                    <a:cubicBezTo>
                      <a:pt x="-318" y="4378"/>
                      <a:pt x="3723" y="0"/>
                      <a:pt x="17866" y="0"/>
                    </a:cubicBezTo>
                    <a:cubicBezTo>
                      <a:pt x="439803" y="337"/>
                      <a:pt x="861739" y="337"/>
                      <a:pt x="1283675" y="0"/>
                    </a:cubicBezTo>
                    <a:cubicBezTo>
                      <a:pt x="1294451" y="0"/>
                      <a:pt x="1301522" y="337"/>
                      <a:pt x="1301522" y="14817"/>
                    </a:cubicBezTo>
                    <a:cubicBezTo>
                      <a:pt x="1301522" y="28960"/>
                      <a:pt x="1295798" y="31317"/>
                      <a:pt x="1283675" y="31317"/>
                    </a:cubicBezTo>
                    <a:cubicBezTo>
                      <a:pt x="1072539" y="30980"/>
                      <a:pt x="860729" y="31317"/>
                      <a:pt x="649255" y="31317"/>
                    </a:cubicBezTo>
                    <a:close/>
                  </a:path>
                </a:pathLst>
              </a:custGeom>
              <a:solidFill>
                <a:srgbClr val="BABCC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1" name="Google Shape;791;p30"/>
              <p:cNvSpPr/>
              <p:nvPr/>
            </p:nvSpPr>
            <p:spPr>
              <a:xfrm>
                <a:off x="7381077" y="2889718"/>
                <a:ext cx="1301842" cy="31058"/>
              </a:xfrm>
              <a:custGeom>
                <a:rect b="b" l="l" r="r" t="t"/>
                <a:pathLst>
                  <a:path extrusionOk="0" h="31058" w="1301842">
                    <a:moveTo>
                      <a:pt x="649254" y="30644"/>
                    </a:moveTo>
                    <a:cubicBezTo>
                      <a:pt x="439465" y="30644"/>
                      <a:pt x="229675" y="30644"/>
                      <a:pt x="19549" y="30644"/>
                    </a:cubicBezTo>
                    <a:cubicBezTo>
                      <a:pt x="10457" y="30644"/>
                      <a:pt x="355" y="33674"/>
                      <a:pt x="18" y="17847"/>
                    </a:cubicBezTo>
                    <a:cubicBezTo>
                      <a:pt x="-319" y="4041"/>
                      <a:pt x="4059" y="0"/>
                      <a:pt x="18202" y="0"/>
                    </a:cubicBezTo>
                    <a:cubicBezTo>
                      <a:pt x="439465" y="337"/>
                      <a:pt x="861064" y="337"/>
                      <a:pt x="1282327" y="0"/>
                    </a:cubicBezTo>
                    <a:cubicBezTo>
                      <a:pt x="1298490" y="0"/>
                      <a:pt x="1303205" y="5051"/>
                      <a:pt x="1301521" y="20204"/>
                    </a:cubicBezTo>
                    <a:cubicBezTo>
                      <a:pt x="1300848" y="27950"/>
                      <a:pt x="1298490" y="31654"/>
                      <a:pt x="1290409" y="30980"/>
                    </a:cubicBezTo>
                    <a:cubicBezTo>
                      <a:pt x="1285358" y="30644"/>
                      <a:pt x="1280306" y="30980"/>
                      <a:pt x="1275255" y="30980"/>
                    </a:cubicBezTo>
                    <a:cubicBezTo>
                      <a:pt x="1066813" y="30644"/>
                      <a:pt x="858033" y="30644"/>
                      <a:pt x="649254" y="30644"/>
                    </a:cubicBezTo>
                    <a:close/>
                  </a:path>
                </a:pathLst>
              </a:custGeom>
              <a:solidFill>
                <a:srgbClr val="BBBDB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2" name="Google Shape;792;p30"/>
              <p:cNvSpPr/>
              <p:nvPr/>
            </p:nvSpPr>
            <p:spPr>
              <a:xfrm>
                <a:off x="7381123" y="2751266"/>
                <a:ext cx="1301948" cy="32042"/>
              </a:xfrm>
              <a:custGeom>
                <a:rect b="b" l="l" r="r" t="t"/>
                <a:pathLst>
                  <a:path extrusionOk="0" h="32042" w="1301948">
                    <a:moveTo>
                      <a:pt x="649208" y="31369"/>
                    </a:moveTo>
                    <a:cubicBezTo>
                      <a:pt x="439418" y="31369"/>
                      <a:pt x="229292" y="31032"/>
                      <a:pt x="19502" y="31706"/>
                    </a:cubicBezTo>
                    <a:cubicBezTo>
                      <a:pt x="3676" y="31706"/>
                      <a:pt x="-1375" y="26991"/>
                      <a:pt x="308" y="11838"/>
                    </a:cubicBezTo>
                    <a:cubicBezTo>
                      <a:pt x="982" y="4430"/>
                      <a:pt x="3002" y="389"/>
                      <a:pt x="11084" y="725"/>
                    </a:cubicBezTo>
                    <a:cubicBezTo>
                      <a:pt x="17819" y="1062"/>
                      <a:pt x="24554" y="725"/>
                      <a:pt x="31288" y="725"/>
                    </a:cubicBezTo>
                    <a:cubicBezTo>
                      <a:pt x="447837" y="725"/>
                      <a:pt x="864048" y="725"/>
                      <a:pt x="1280597" y="1062"/>
                    </a:cubicBezTo>
                    <a:cubicBezTo>
                      <a:pt x="1288342" y="1062"/>
                      <a:pt x="1300465" y="-4999"/>
                      <a:pt x="1301811" y="11838"/>
                    </a:cubicBezTo>
                    <a:cubicBezTo>
                      <a:pt x="1302822" y="26991"/>
                      <a:pt x="1298444" y="32042"/>
                      <a:pt x="1282617" y="32042"/>
                    </a:cubicBezTo>
                    <a:cubicBezTo>
                      <a:pt x="1071481" y="31032"/>
                      <a:pt x="860344" y="31369"/>
                      <a:pt x="649208" y="31369"/>
                    </a:cubicBezTo>
                    <a:close/>
                  </a:path>
                </a:pathLst>
              </a:custGeom>
              <a:solidFill>
                <a:srgbClr val="BBBDB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793" name="Google Shape;793;p30"/>
          <p:cNvSpPr txBox="1"/>
          <p:nvPr/>
        </p:nvSpPr>
        <p:spPr>
          <a:xfrm>
            <a:off x="1758600" y="1718990"/>
            <a:ext cx="5626800" cy="1763700"/>
          </a:xfrm>
          <a:prstGeom prst="rect">
            <a:avLst/>
          </a:prstGeom>
          <a:noFill/>
          <a:ln>
            <a:noFill/>
          </a:ln>
        </p:spPr>
        <p:txBody>
          <a:bodyPr anchorCtr="0" anchor="ctr"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Arial"/>
              <a:buNone/>
            </a:pPr>
            <a:r>
              <a:rPr b="0" i="1" lang="en" sz="1400" u="none" cap="none" strike="noStrike">
                <a:solidFill>
                  <a:schemeClr val="dk1"/>
                </a:solidFill>
                <a:latin typeface="Roboto"/>
                <a:ea typeface="Roboto"/>
                <a:cs typeface="Roboto"/>
                <a:sym typeface="Roboto"/>
              </a:rPr>
              <a:t>Point d'avancement n° 1</a:t>
            </a:r>
            <a:r>
              <a:rPr b="1" i="0" lang="en" sz="1400" u="none" cap="none" strike="noStrike">
                <a:solidFill>
                  <a:schemeClr val="dk1"/>
                </a:solidFill>
                <a:latin typeface="Montserrat"/>
                <a:ea typeface="Montserrat"/>
                <a:cs typeface="Montserrat"/>
                <a:sym typeface="Montserrat"/>
              </a:rPr>
              <a:t> </a:t>
            </a:r>
            <a:endParaRPr b="0" i="0" sz="1400" u="none" cap="none" strike="noStrike">
              <a:solidFill>
                <a:srgbClr val="000000"/>
              </a:solidFill>
              <a:latin typeface="Arial"/>
              <a:ea typeface="Arial"/>
              <a:cs typeface="Arial"/>
              <a:sym typeface="Arial"/>
            </a:endParaRPr>
          </a:p>
          <a:p>
            <a:pPr indent="0" lvl="0" marL="0" marR="0" rtl="0" algn="ctr">
              <a:lnSpc>
                <a:spcPct val="110000"/>
              </a:lnSpc>
              <a:spcBef>
                <a:spcPts val="0"/>
              </a:spcBef>
              <a:spcAft>
                <a:spcPts val="0"/>
              </a:spcAft>
              <a:buClr>
                <a:srgbClr val="000000"/>
              </a:buClr>
              <a:buSzPts val="1400"/>
              <a:buFont typeface="Arial"/>
              <a:buNone/>
            </a:pPr>
            <a:r>
              <a:rPr b="1" i="0" lang="en" sz="1400" u="none" cap="none" strike="noStrike">
                <a:solidFill>
                  <a:schemeClr val="dk1"/>
                </a:solidFill>
                <a:latin typeface="Montserrat"/>
                <a:ea typeface="Montserrat"/>
                <a:cs typeface="Montserrat"/>
                <a:sym typeface="Montserrat"/>
              </a:rPr>
              <a:t>BONI Weri</a:t>
            </a:r>
            <a:endParaRPr b="0" i="0" sz="1400" u="none" cap="none" strike="noStrike">
              <a:solidFill>
                <a:srgbClr val="000000"/>
              </a:solidFill>
              <a:latin typeface="Arial"/>
              <a:ea typeface="Arial"/>
              <a:cs typeface="Arial"/>
              <a:sym typeface="Arial"/>
            </a:endParaRPr>
          </a:p>
          <a:p>
            <a:pPr indent="0" lvl="0" marL="0" marR="0" rtl="0" algn="ctr">
              <a:lnSpc>
                <a:spcPct val="110000"/>
              </a:lnSpc>
              <a:spcBef>
                <a:spcPts val="0"/>
              </a:spcBef>
              <a:spcAft>
                <a:spcPts val="0"/>
              </a:spcAft>
              <a:buClr>
                <a:srgbClr val="000000"/>
              </a:buClr>
              <a:buSzPts val="1400"/>
              <a:buFont typeface="Arial"/>
              <a:buNone/>
            </a:pPr>
            <a:r>
              <a:rPr b="1" i="0" lang="en" sz="1400" u="none" cap="none" strike="noStrike">
                <a:solidFill>
                  <a:schemeClr val="dk1"/>
                </a:solidFill>
                <a:latin typeface="Montserrat"/>
                <a:ea typeface="Montserrat"/>
                <a:cs typeface="Montserrat"/>
                <a:sym typeface="Montserrat"/>
              </a:rPr>
              <a:t>FAGNON Powell</a:t>
            </a:r>
            <a:endParaRPr b="0" i="0" sz="1100" u="none" cap="none" strike="noStrike">
              <a:solidFill>
                <a:srgbClr val="000000"/>
              </a:solidFill>
              <a:latin typeface="Arial"/>
              <a:ea typeface="Arial"/>
              <a:cs typeface="Arial"/>
              <a:sym typeface="Arial"/>
            </a:endParaRPr>
          </a:p>
          <a:p>
            <a:pPr indent="0" lvl="0" marL="0" marR="0" rtl="0" algn="ctr">
              <a:lnSpc>
                <a:spcPct val="110000"/>
              </a:lnSpc>
              <a:spcBef>
                <a:spcPts val="0"/>
              </a:spcBef>
              <a:spcAft>
                <a:spcPts val="0"/>
              </a:spcAft>
              <a:buClr>
                <a:srgbClr val="000000"/>
              </a:buClr>
              <a:buSzPts val="1400"/>
              <a:buFont typeface="Arial"/>
              <a:buNone/>
            </a:pPr>
            <a:r>
              <a:rPr b="1" i="0" lang="en" sz="1400" u="none" cap="none" strike="noStrike">
                <a:solidFill>
                  <a:schemeClr val="dk1"/>
                </a:solidFill>
                <a:latin typeface="Montserrat"/>
                <a:ea typeface="Montserrat"/>
                <a:cs typeface="Montserrat"/>
                <a:sym typeface="Montserrat"/>
              </a:rPr>
              <a:t>MOUNIROU Aremou</a:t>
            </a:r>
            <a:endParaRPr b="1" i="0" sz="1400" u="none" cap="none" strike="noStrike">
              <a:solidFill>
                <a:schemeClr val="dk1"/>
              </a:solidFill>
              <a:latin typeface="Montserrat"/>
              <a:ea typeface="Montserrat"/>
              <a:cs typeface="Montserrat"/>
              <a:sym typeface="Montserrat"/>
            </a:endParaRPr>
          </a:p>
          <a:p>
            <a:pPr indent="0" lvl="0" marL="0" marR="0" rtl="0" algn="ctr">
              <a:lnSpc>
                <a:spcPct val="110000"/>
              </a:lnSpc>
              <a:spcBef>
                <a:spcPts val="0"/>
              </a:spcBef>
              <a:spcAft>
                <a:spcPts val="0"/>
              </a:spcAft>
              <a:buClr>
                <a:srgbClr val="000000"/>
              </a:buClr>
              <a:buSzPts val="1400"/>
              <a:buFont typeface="Arial"/>
              <a:buNone/>
            </a:pPr>
            <a:r>
              <a:rPr b="1" i="0" lang="en" sz="1400" u="none" cap="none" strike="noStrike">
                <a:solidFill>
                  <a:schemeClr val="dk1"/>
                </a:solidFill>
                <a:latin typeface="Montserrat"/>
                <a:ea typeface="Montserrat"/>
                <a:cs typeface="Montserrat"/>
                <a:sym typeface="Montserrat"/>
              </a:rPr>
              <a:t>SOSSOU Elnis</a:t>
            </a:r>
            <a:endParaRPr b="0" i="0" sz="1400" u="none" cap="none" strike="noStrike">
              <a:solidFill>
                <a:srgbClr val="000000"/>
              </a:solidFill>
              <a:latin typeface="Arial"/>
              <a:ea typeface="Arial"/>
              <a:cs typeface="Arial"/>
              <a:sym typeface="Arial"/>
            </a:endParaRPr>
          </a:p>
          <a:p>
            <a:pPr indent="0" lvl="0" marL="0" marR="0" rtl="0" algn="ctr">
              <a:lnSpc>
                <a:spcPct val="110000"/>
              </a:lnSpc>
              <a:spcBef>
                <a:spcPts val="0"/>
              </a:spcBef>
              <a:spcAft>
                <a:spcPts val="0"/>
              </a:spcAft>
              <a:buClr>
                <a:srgbClr val="000000"/>
              </a:buClr>
              <a:buSzPts val="1400"/>
              <a:buFont typeface="Arial"/>
              <a:buNone/>
            </a:pPr>
            <a:r>
              <a:rPr b="0" i="1" lang="en" sz="1400" u="none" cap="none" strike="noStrike">
                <a:solidFill>
                  <a:schemeClr val="dk1"/>
                </a:solidFill>
                <a:latin typeface="Roboto"/>
                <a:ea typeface="Roboto"/>
                <a:cs typeface="Roboto"/>
                <a:sym typeface="Roboto"/>
              </a:rPr>
              <a:t>Étudiants en GIT 4</a:t>
            </a:r>
            <a:endParaRPr b="0" i="0" sz="1400" u="none" cap="none" strike="noStrike">
              <a:solidFill>
                <a:srgbClr val="000000"/>
              </a:solidFill>
              <a:latin typeface="Arial"/>
              <a:ea typeface="Arial"/>
              <a:cs typeface="Arial"/>
              <a:sym typeface="Arial"/>
            </a:endParaRPr>
          </a:p>
          <a:p>
            <a:pPr indent="0" lvl="0" marL="0" marR="0" rtl="0" algn="ctr">
              <a:lnSpc>
                <a:spcPct val="110000"/>
              </a:lnSpc>
              <a:spcBef>
                <a:spcPts val="0"/>
              </a:spcBef>
              <a:spcAft>
                <a:spcPts val="0"/>
              </a:spcAft>
              <a:buClr>
                <a:srgbClr val="000000"/>
              </a:buClr>
              <a:buSzPts val="1400"/>
              <a:buFont typeface="Arial"/>
              <a:buNone/>
            </a:pPr>
            <a:r>
              <a:rPr b="0" i="1" lang="en" sz="1400" u="none" cap="none" strike="noStrike">
                <a:solidFill>
                  <a:schemeClr val="dk1"/>
                </a:solidFill>
                <a:latin typeface="Roboto"/>
                <a:ea typeface="Roboto"/>
                <a:cs typeface="Roboto"/>
                <a:sym typeface="Roboto"/>
              </a:rPr>
              <a:t>Année académique:2026-2027</a:t>
            </a:r>
            <a:endParaRPr b="0" i="1" sz="1200" u="none" cap="none" strike="noStrike">
              <a:solidFill>
                <a:schemeClr val="dk1"/>
              </a:solidFill>
              <a:latin typeface="Roboto"/>
              <a:ea typeface="Roboto"/>
              <a:cs typeface="Roboto"/>
              <a:sym typeface="Roboto"/>
            </a:endParaRPr>
          </a:p>
        </p:txBody>
      </p:sp>
      <p:pic>
        <p:nvPicPr>
          <p:cNvPr descr="Une image contenant logo  Description générée automatiquement" id="794" name="Google Shape;794;p30"/>
          <p:cNvPicPr preferRelativeResize="0"/>
          <p:nvPr/>
        </p:nvPicPr>
        <p:blipFill rotWithShape="1">
          <a:blip r:embed="rId3">
            <a:alphaModFix/>
          </a:blip>
          <a:srcRect b="0" l="0" r="0" t="0"/>
          <a:stretch/>
        </p:blipFill>
        <p:spPr>
          <a:xfrm>
            <a:off x="216675" y="3859975"/>
            <a:ext cx="1136751" cy="1182750"/>
          </a:xfrm>
          <a:prstGeom prst="rect">
            <a:avLst/>
          </a:prstGeom>
          <a:noFill/>
          <a:ln>
            <a:noFill/>
          </a:ln>
        </p:spPr>
      </p:pic>
      <p:pic>
        <p:nvPicPr>
          <p:cNvPr id="795" name="Google Shape;795;p30"/>
          <p:cNvPicPr preferRelativeResize="0"/>
          <p:nvPr/>
        </p:nvPicPr>
        <p:blipFill rotWithShape="1">
          <a:blip r:embed="rId4">
            <a:alphaModFix/>
          </a:blip>
          <a:srcRect b="0" l="0" r="0" t="0"/>
          <a:stretch/>
        </p:blipFill>
        <p:spPr>
          <a:xfrm>
            <a:off x="216673" y="-4"/>
            <a:ext cx="1136760" cy="111163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9" name="Shape 799"/>
        <p:cNvGrpSpPr/>
        <p:nvPr/>
      </p:nvGrpSpPr>
      <p:grpSpPr>
        <a:xfrm>
          <a:off x="0" y="0"/>
          <a:ext cx="0" cy="0"/>
          <a:chOff x="0" y="0"/>
          <a:chExt cx="0" cy="0"/>
        </a:xfrm>
      </p:grpSpPr>
      <p:sp>
        <p:nvSpPr>
          <p:cNvPr id="800" name="Google Shape;800;p31"/>
          <p:cNvSpPr/>
          <p:nvPr/>
        </p:nvSpPr>
        <p:spPr>
          <a:xfrm>
            <a:off x="392551" y="2048226"/>
            <a:ext cx="2991900" cy="1047000"/>
          </a:xfrm>
          <a:prstGeom prst="parallelogram">
            <a:avLst>
              <a:gd fmla="val 25000" name="adj"/>
            </a:avLst>
          </a:prstGeom>
          <a:no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Arial"/>
              <a:ea typeface="Arial"/>
              <a:cs typeface="Arial"/>
              <a:sym typeface="Arial"/>
            </a:endParaRPr>
          </a:p>
        </p:txBody>
      </p:sp>
      <p:sp>
        <p:nvSpPr>
          <p:cNvPr id="801" name="Google Shape;801;p31"/>
          <p:cNvSpPr/>
          <p:nvPr/>
        </p:nvSpPr>
        <p:spPr>
          <a:xfrm>
            <a:off x="598139" y="2218792"/>
            <a:ext cx="2960515" cy="1053528"/>
          </a:xfrm>
          <a:custGeom>
            <a:rect b="b" l="l" r="r" t="t"/>
            <a:pathLst>
              <a:path extrusionOk="0" h="1372675" w="3364222">
                <a:moveTo>
                  <a:pt x="3206721" y="8593"/>
                </a:moveTo>
                <a:lnTo>
                  <a:pt x="3364222" y="0"/>
                </a:lnTo>
                <a:lnTo>
                  <a:pt x="3060687" y="1372675"/>
                </a:lnTo>
                <a:lnTo>
                  <a:pt x="0" y="1372675"/>
                </a:lnTo>
                <a:lnTo>
                  <a:pt x="37796" y="1221492"/>
                </a:lnTo>
                <a:lnTo>
                  <a:pt x="2940982" y="1221492"/>
                </a:lnTo>
                <a:cubicBezTo>
                  <a:pt x="3042057" y="817192"/>
                  <a:pt x="3105646" y="412893"/>
                  <a:pt x="3206721" y="8593"/>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Arial"/>
              <a:ea typeface="Arial"/>
              <a:cs typeface="Arial"/>
              <a:sym typeface="Arial"/>
            </a:endParaRPr>
          </a:p>
        </p:txBody>
      </p:sp>
      <p:sp>
        <p:nvSpPr>
          <p:cNvPr id="802" name="Google Shape;802;p31"/>
          <p:cNvSpPr txBox="1"/>
          <p:nvPr/>
        </p:nvSpPr>
        <p:spPr>
          <a:xfrm>
            <a:off x="801976" y="2384020"/>
            <a:ext cx="2565600" cy="3486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700"/>
              <a:buFont typeface="Arial"/>
              <a:buNone/>
            </a:pPr>
            <a:r>
              <a:rPr b="1" i="0" lang="en" sz="1700" u="none" cap="none" strike="noStrike">
                <a:solidFill>
                  <a:schemeClr val="dk1"/>
                </a:solidFill>
                <a:latin typeface="Times New Roman"/>
                <a:ea typeface="Times New Roman"/>
                <a:cs typeface="Times New Roman"/>
                <a:sym typeface="Times New Roman"/>
              </a:rPr>
              <a:t>OBJECTIF GÉNÉRAL</a:t>
            </a:r>
            <a:endParaRPr b="0" i="0" sz="1100" u="none" cap="none" strike="noStrike">
              <a:solidFill>
                <a:srgbClr val="000000"/>
              </a:solidFill>
              <a:latin typeface="Arial"/>
              <a:ea typeface="Arial"/>
              <a:cs typeface="Arial"/>
              <a:sym typeface="Arial"/>
            </a:endParaRPr>
          </a:p>
        </p:txBody>
      </p:sp>
      <p:sp>
        <p:nvSpPr>
          <p:cNvPr id="803" name="Google Shape;803;p31"/>
          <p:cNvSpPr/>
          <p:nvPr/>
        </p:nvSpPr>
        <p:spPr>
          <a:xfrm>
            <a:off x="242647" y="2239687"/>
            <a:ext cx="582900" cy="582900"/>
          </a:xfrm>
          <a:prstGeom prst="ellipse">
            <a:avLst/>
          </a:prstGeom>
          <a:no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Arial"/>
              <a:ea typeface="Arial"/>
              <a:cs typeface="Arial"/>
              <a:sym typeface="Arial"/>
            </a:endParaRPr>
          </a:p>
        </p:txBody>
      </p:sp>
      <p:sp>
        <p:nvSpPr>
          <p:cNvPr id="804" name="Google Shape;804;p31"/>
          <p:cNvSpPr/>
          <p:nvPr/>
        </p:nvSpPr>
        <p:spPr>
          <a:xfrm>
            <a:off x="311363" y="2308403"/>
            <a:ext cx="445500" cy="445500"/>
          </a:xfrm>
          <a:prstGeom prst="ellipse">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805" name="Google Shape;805;p31"/>
          <p:cNvSpPr/>
          <p:nvPr/>
        </p:nvSpPr>
        <p:spPr>
          <a:xfrm>
            <a:off x="385927" y="2373662"/>
            <a:ext cx="296778" cy="299194"/>
          </a:xfrm>
          <a:custGeom>
            <a:rect b="b" l="l" r="r" t="t"/>
            <a:pathLst>
              <a:path extrusionOk="0" h="3234532" w="3208412">
                <a:moveTo>
                  <a:pt x="1561445" y="1065858"/>
                </a:moveTo>
                <a:cubicBezTo>
                  <a:pt x="1654998" y="1065858"/>
                  <a:pt x="1743610" y="1087015"/>
                  <a:pt x="1821879" y="1126644"/>
                </a:cubicBezTo>
                <a:lnTo>
                  <a:pt x="1611352" y="1337172"/>
                </a:lnTo>
                <a:cubicBezTo>
                  <a:pt x="1595200" y="1333388"/>
                  <a:pt x="1578468" y="1332141"/>
                  <a:pt x="1561445" y="1332141"/>
                </a:cubicBezTo>
                <a:cubicBezTo>
                  <a:pt x="1373145" y="1332141"/>
                  <a:pt x="1220499" y="1484787"/>
                  <a:pt x="1220499" y="1673087"/>
                </a:cubicBezTo>
                <a:cubicBezTo>
                  <a:pt x="1220499" y="1861387"/>
                  <a:pt x="1373145" y="2014033"/>
                  <a:pt x="1561445" y="2014033"/>
                </a:cubicBezTo>
                <a:cubicBezTo>
                  <a:pt x="1749745" y="2014033"/>
                  <a:pt x="1902391" y="1861387"/>
                  <a:pt x="1902391" y="1673087"/>
                </a:cubicBezTo>
                <a:cubicBezTo>
                  <a:pt x="1902391" y="1643675"/>
                  <a:pt x="1898667" y="1615133"/>
                  <a:pt x="1890450" y="1588219"/>
                </a:cubicBezTo>
                <a:lnTo>
                  <a:pt x="2093156" y="1385512"/>
                </a:lnTo>
                <a:cubicBezTo>
                  <a:pt x="2142229" y="1470075"/>
                  <a:pt x="2168674" y="1568493"/>
                  <a:pt x="2168674" y="1673087"/>
                </a:cubicBezTo>
                <a:cubicBezTo>
                  <a:pt x="2168674" y="2008450"/>
                  <a:pt x="1896808" y="2280316"/>
                  <a:pt x="1561445" y="2280316"/>
                </a:cubicBezTo>
                <a:cubicBezTo>
                  <a:pt x="1226082" y="2280316"/>
                  <a:pt x="954217" y="2008450"/>
                  <a:pt x="954217" y="1673087"/>
                </a:cubicBezTo>
                <a:cubicBezTo>
                  <a:pt x="954217" y="1337724"/>
                  <a:pt x="1226082" y="1065858"/>
                  <a:pt x="1561445" y="1065858"/>
                </a:cubicBezTo>
                <a:close/>
                <a:moveTo>
                  <a:pt x="1561445" y="580076"/>
                </a:moveTo>
                <a:cubicBezTo>
                  <a:pt x="1790175" y="580076"/>
                  <a:pt x="2002494" y="650333"/>
                  <a:pt x="2177834" y="770690"/>
                </a:cubicBezTo>
                <a:lnTo>
                  <a:pt x="1968030" y="980494"/>
                </a:lnTo>
                <a:cubicBezTo>
                  <a:pt x="1849962" y="907198"/>
                  <a:pt x="1710422" y="866794"/>
                  <a:pt x="1561445" y="866794"/>
                </a:cubicBezTo>
                <a:cubicBezTo>
                  <a:pt x="1116142" y="866794"/>
                  <a:pt x="755153" y="1227784"/>
                  <a:pt x="755153" y="1673087"/>
                </a:cubicBezTo>
                <a:cubicBezTo>
                  <a:pt x="755153" y="2118390"/>
                  <a:pt x="1116142" y="2479380"/>
                  <a:pt x="1561445" y="2479380"/>
                </a:cubicBezTo>
                <a:cubicBezTo>
                  <a:pt x="2006748" y="2479380"/>
                  <a:pt x="2367738" y="2118390"/>
                  <a:pt x="2367738" y="1673087"/>
                </a:cubicBezTo>
                <a:cubicBezTo>
                  <a:pt x="2367738" y="1513043"/>
                  <a:pt x="2321108" y="1363890"/>
                  <a:pt x="2239307" y="1239362"/>
                </a:cubicBezTo>
                <a:lnTo>
                  <a:pt x="2445928" y="1032741"/>
                </a:lnTo>
                <a:cubicBezTo>
                  <a:pt x="2577451" y="1212149"/>
                  <a:pt x="2654457" y="1433625"/>
                  <a:pt x="2654457" y="1673087"/>
                </a:cubicBezTo>
                <a:cubicBezTo>
                  <a:pt x="2654457" y="2276741"/>
                  <a:pt x="2165099" y="2766099"/>
                  <a:pt x="1561445" y="2766099"/>
                </a:cubicBezTo>
                <a:cubicBezTo>
                  <a:pt x="957792" y="2766099"/>
                  <a:pt x="468434" y="2276741"/>
                  <a:pt x="468434" y="1673087"/>
                </a:cubicBezTo>
                <a:cubicBezTo>
                  <a:pt x="468434" y="1069433"/>
                  <a:pt x="957792" y="580076"/>
                  <a:pt x="1561445" y="580076"/>
                </a:cubicBezTo>
                <a:close/>
                <a:moveTo>
                  <a:pt x="1561445" y="111642"/>
                </a:moveTo>
                <a:cubicBezTo>
                  <a:pt x="1890473" y="111642"/>
                  <a:pt x="2195731" y="213411"/>
                  <a:pt x="2447076" y="387744"/>
                </a:cubicBezTo>
                <a:lnTo>
                  <a:pt x="2453780" y="494744"/>
                </a:lnTo>
                <a:lnTo>
                  <a:pt x="2309436" y="639088"/>
                </a:lnTo>
                <a:cubicBezTo>
                  <a:pt x="2099826" y="485554"/>
                  <a:pt x="1841132" y="395669"/>
                  <a:pt x="1561445" y="395669"/>
                </a:cubicBezTo>
                <a:cubicBezTo>
                  <a:pt x="855947" y="395669"/>
                  <a:pt x="284027" y="967589"/>
                  <a:pt x="284027" y="1673087"/>
                </a:cubicBezTo>
                <a:cubicBezTo>
                  <a:pt x="284027" y="2378585"/>
                  <a:pt x="855947" y="2950505"/>
                  <a:pt x="1561445" y="2950505"/>
                </a:cubicBezTo>
                <a:cubicBezTo>
                  <a:pt x="2266943" y="2950505"/>
                  <a:pt x="2838863" y="2378585"/>
                  <a:pt x="2838863" y="1673087"/>
                </a:cubicBezTo>
                <a:cubicBezTo>
                  <a:pt x="2838863" y="1382650"/>
                  <a:pt x="2741936" y="1114852"/>
                  <a:pt x="2577529" y="901139"/>
                </a:cubicBezTo>
                <a:lnTo>
                  <a:pt x="2706681" y="771988"/>
                </a:lnTo>
                <a:lnTo>
                  <a:pt x="2841540" y="780437"/>
                </a:lnTo>
                <a:cubicBezTo>
                  <a:pt x="3019168" y="1032973"/>
                  <a:pt x="3122890" y="1340917"/>
                  <a:pt x="3122890" y="1673087"/>
                </a:cubicBezTo>
                <a:cubicBezTo>
                  <a:pt x="3122890" y="2535449"/>
                  <a:pt x="2423807" y="3234532"/>
                  <a:pt x="1561445" y="3234532"/>
                </a:cubicBezTo>
                <a:cubicBezTo>
                  <a:pt x="699083" y="3234532"/>
                  <a:pt x="0" y="2535449"/>
                  <a:pt x="0" y="1673087"/>
                </a:cubicBezTo>
                <a:cubicBezTo>
                  <a:pt x="0" y="810725"/>
                  <a:pt x="699083" y="111642"/>
                  <a:pt x="1561445" y="111642"/>
                </a:cubicBezTo>
                <a:close/>
                <a:moveTo>
                  <a:pt x="2909110" y="0"/>
                </a:moveTo>
                <a:lnTo>
                  <a:pt x="2926757" y="281655"/>
                </a:lnTo>
                <a:lnTo>
                  <a:pt x="3208412" y="299301"/>
                </a:lnTo>
                <a:lnTo>
                  <a:pt x="2863230" y="644483"/>
                </a:lnTo>
                <a:lnTo>
                  <a:pt x="2685547" y="633351"/>
                </a:lnTo>
                <a:lnTo>
                  <a:pt x="1718098" y="1600799"/>
                </a:lnTo>
                <a:cubicBezTo>
                  <a:pt x="1729236" y="1622491"/>
                  <a:pt x="1734939" y="1647123"/>
                  <a:pt x="1734939" y="1673087"/>
                </a:cubicBezTo>
                <a:cubicBezTo>
                  <a:pt x="1734939" y="1768905"/>
                  <a:pt x="1657263" y="1846581"/>
                  <a:pt x="1561445" y="1846581"/>
                </a:cubicBezTo>
                <a:cubicBezTo>
                  <a:pt x="1465627" y="1846581"/>
                  <a:pt x="1387951" y="1768905"/>
                  <a:pt x="1387951" y="1673087"/>
                </a:cubicBezTo>
                <a:cubicBezTo>
                  <a:pt x="1387951" y="1577269"/>
                  <a:pt x="1465627" y="1499593"/>
                  <a:pt x="1561445" y="1499593"/>
                </a:cubicBezTo>
                <a:lnTo>
                  <a:pt x="1591006" y="1505561"/>
                </a:lnTo>
                <a:lnTo>
                  <a:pt x="2574981" y="521587"/>
                </a:lnTo>
                <a:lnTo>
                  <a:pt x="2563928" y="345182"/>
                </a:lnTo>
                <a:close/>
              </a:path>
            </a:pathLst>
          </a:cu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806" name="Google Shape;806;p31"/>
          <p:cNvSpPr txBox="1"/>
          <p:nvPr/>
        </p:nvSpPr>
        <p:spPr>
          <a:xfrm>
            <a:off x="4717971" y="4294033"/>
            <a:ext cx="39270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Roboto"/>
              <a:ea typeface="Roboto"/>
              <a:cs typeface="Roboto"/>
              <a:sym typeface="Roboto"/>
            </a:endParaRPr>
          </a:p>
        </p:txBody>
      </p:sp>
      <p:sp>
        <p:nvSpPr>
          <p:cNvPr id="807" name="Google Shape;807;p31"/>
          <p:cNvSpPr txBox="1"/>
          <p:nvPr/>
        </p:nvSpPr>
        <p:spPr>
          <a:xfrm>
            <a:off x="3750475" y="2218800"/>
            <a:ext cx="5271000" cy="916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 sz="1500" u="none" cap="none" strike="noStrike">
                <a:solidFill>
                  <a:schemeClr val="dk1"/>
                </a:solidFill>
                <a:latin typeface="Times New Roman"/>
                <a:ea typeface="Times New Roman"/>
                <a:cs typeface="Times New Roman"/>
                <a:sym typeface="Times New Roman"/>
              </a:rPr>
              <a:t>Concevoir et évaluer une chaîne explicable de recalage et de détection des changements pour le suivi de la rétinopathie diabétique.</a:t>
            </a:r>
            <a:endParaRPr b="1">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1" name="Shape 811"/>
        <p:cNvGrpSpPr/>
        <p:nvPr/>
      </p:nvGrpSpPr>
      <p:grpSpPr>
        <a:xfrm>
          <a:off x="0" y="0"/>
          <a:ext cx="0" cy="0"/>
          <a:chOff x="0" y="0"/>
          <a:chExt cx="0" cy="0"/>
        </a:xfrm>
      </p:grpSpPr>
      <p:grpSp>
        <p:nvGrpSpPr>
          <p:cNvPr id="812" name="Google Shape;812;p32"/>
          <p:cNvGrpSpPr/>
          <p:nvPr/>
        </p:nvGrpSpPr>
        <p:grpSpPr>
          <a:xfrm>
            <a:off x="-45037" y="-30253"/>
            <a:ext cx="9205674" cy="5230985"/>
            <a:chOff x="-60049" y="-40339"/>
            <a:chExt cx="12274232" cy="6974647"/>
          </a:xfrm>
        </p:grpSpPr>
        <p:cxnSp>
          <p:nvCxnSpPr>
            <p:cNvPr id="813" name="Google Shape;813;p32"/>
            <p:cNvCxnSpPr>
              <a:stCxn id="814" idx="2"/>
              <a:endCxn id="815" idx="6"/>
            </p:cNvCxnSpPr>
            <p:nvPr/>
          </p:nvCxnSpPr>
          <p:spPr>
            <a:xfrm>
              <a:off x="782956" y="1125281"/>
              <a:ext cx="304500" cy="758400"/>
            </a:xfrm>
            <a:prstGeom prst="straightConnector1">
              <a:avLst/>
            </a:prstGeom>
            <a:noFill/>
            <a:ln cap="flat" cmpd="sng" w="9525">
              <a:solidFill>
                <a:schemeClr val="lt1"/>
              </a:solidFill>
              <a:prstDash val="solid"/>
              <a:round/>
              <a:headEnd len="sm" w="sm" type="none"/>
              <a:tailEnd len="sm" w="sm" type="none"/>
            </a:ln>
          </p:spPr>
        </p:cxnSp>
        <p:cxnSp>
          <p:nvCxnSpPr>
            <p:cNvPr id="816" name="Google Shape;816;p32"/>
            <p:cNvCxnSpPr>
              <a:stCxn id="817" idx="5"/>
              <a:endCxn id="814" idx="1"/>
            </p:cNvCxnSpPr>
            <p:nvPr/>
          </p:nvCxnSpPr>
          <p:spPr>
            <a:xfrm rot="10800000">
              <a:off x="844344" y="1099978"/>
              <a:ext cx="747300" cy="774900"/>
            </a:xfrm>
            <a:prstGeom prst="straightConnector1">
              <a:avLst/>
            </a:prstGeom>
            <a:noFill/>
            <a:ln cap="flat" cmpd="sng" w="9525">
              <a:solidFill>
                <a:schemeClr val="lt1"/>
              </a:solidFill>
              <a:prstDash val="solid"/>
              <a:round/>
              <a:headEnd len="sm" w="sm" type="none"/>
              <a:tailEnd len="sm" w="sm" type="none"/>
            </a:ln>
          </p:spPr>
        </p:cxnSp>
        <p:cxnSp>
          <p:nvCxnSpPr>
            <p:cNvPr id="818" name="Google Shape;818;p32"/>
            <p:cNvCxnSpPr>
              <a:stCxn id="814" idx="0"/>
              <a:endCxn id="819" idx="4"/>
            </p:cNvCxnSpPr>
            <p:nvPr/>
          </p:nvCxnSpPr>
          <p:spPr>
            <a:xfrm>
              <a:off x="869656" y="1038581"/>
              <a:ext cx="736500" cy="104400"/>
            </a:xfrm>
            <a:prstGeom prst="straightConnector1">
              <a:avLst/>
            </a:prstGeom>
            <a:noFill/>
            <a:ln cap="flat" cmpd="sng" w="9525">
              <a:solidFill>
                <a:schemeClr val="lt1"/>
              </a:solidFill>
              <a:prstDash val="solid"/>
              <a:round/>
              <a:headEnd len="sm" w="sm" type="none"/>
              <a:tailEnd len="sm" w="sm" type="none"/>
            </a:ln>
          </p:spPr>
        </p:cxnSp>
        <p:cxnSp>
          <p:nvCxnSpPr>
            <p:cNvPr id="820" name="Google Shape;820;p32"/>
            <p:cNvCxnSpPr>
              <a:stCxn id="817" idx="3"/>
              <a:endCxn id="815" idx="0"/>
            </p:cNvCxnSpPr>
            <p:nvPr/>
          </p:nvCxnSpPr>
          <p:spPr>
            <a:xfrm flipH="1">
              <a:off x="1169544" y="1952518"/>
              <a:ext cx="422100" cy="13500"/>
            </a:xfrm>
            <a:prstGeom prst="straightConnector1">
              <a:avLst/>
            </a:prstGeom>
            <a:noFill/>
            <a:ln cap="flat" cmpd="sng" w="9525">
              <a:solidFill>
                <a:schemeClr val="lt1"/>
              </a:solidFill>
              <a:prstDash val="solid"/>
              <a:round/>
              <a:headEnd len="sm" w="sm" type="none"/>
              <a:tailEnd len="sm" w="sm" type="none"/>
            </a:ln>
          </p:spPr>
        </p:cxnSp>
        <p:cxnSp>
          <p:nvCxnSpPr>
            <p:cNvPr id="821" name="Google Shape;821;p32"/>
            <p:cNvCxnSpPr>
              <a:stCxn id="814" idx="7"/>
              <a:endCxn id="822" idx="3"/>
            </p:cNvCxnSpPr>
            <p:nvPr/>
          </p:nvCxnSpPr>
          <p:spPr>
            <a:xfrm flipH="1" rot="10800000">
              <a:off x="844262" y="100375"/>
              <a:ext cx="738300" cy="876900"/>
            </a:xfrm>
            <a:prstGeom prst="straightConnector1">
              <a:avLst/>
            </a:prstGeom>
            <a:noFill/>
            <a:ln cap="flat" cmpd="sng" w="9525">
              <a:solidFill>
                <a:schemeClr val="lt1"/>
              </a:solidFill>
              <a:prstDash val="solid"/>
              <a:round/>
              <a:headEnd len="sm" w="sm" type="none"/>
              <a:tailEnd len="sm" w="sm" type="none"/>
            </a:ln>
          </p:spPr>
        </p:cxnSp>
        <p:cxnSp>
          <p:nvCxnSpPr>
            <p:cNvPr id="823" name="Google Shape;823;p32"/>
            <p:cNvCxnSpPr>
              <a:stCxn id="824" idx="3"/>
            </p:cNvCxnSpPr>
            <p:nvPr/>
          </p:nvCxnSpPr>
          <p:spPr>
            <a:xfrm flipH="1">
              <a:off x="-15273" y="2099607"/>
              <a:ext cx="506100" cy="374400"/>
            </a:xfrm>
            <a:prstGeom prst="straightConnector1">
              <a:avLst/>
            </a:prstGeom>
            <a:noFill/>
            <a:ln cap="flat" cmpd="sng" w="9525">
              <a:solidFill>
                <a:schemeClr val="lt1"/>
              </a:solidFill>
              <a:prstDash val="solid"/>
              <a:round/>
              <a:headEnd len="sm" w="sm" type="none"/>
              <a:tailEnd len="sm" w="sm" type="none"/>
            </a:ln>
          </p:spPr>
        </p:cxnSp>
        <p:cxnSp>
          <p:nvCxnSpPr>
            <p:cNvPr id="825" name="Google Shape;825;p32"/>
            <p:cNvCxnSpPr>
              <a:stCxn id="817" idx="6"/>
              <a:endCxn id="819" idx="2"/>
            </p:cNvCxnSpPr>
            <p:nvPr/>
          </p:nvCxnSpPr>
          <p:spPr>
            <a:xfrm flipH="1" rot="10800000">
              <a:off x="1630464" y="1197898"/>
              <a:ext cx="30600" cy="660900"/>
            </a:xfrm>
            <a:prstGeom prst="straightConnector1">
              <a:avLst/>
            </a:prstGeom>
            <a:noFill/>
            <a:ln cap="flat" cmpd="sng" w="9525">
              <a:solidFill>
                <a:schemeClr val="lt1"/>
              </a:solidFill>
              <a:prstDash val="solid"/>
              <a:round/>
              <a:headEnd len="sm" w="sm" type="none"/>
              <a:tailEnd len="sm" w="sm" type="none"/>
            </a:ln>
          </p:spPr>
        </p:cxnSp>
        <p:cxnSp>
          <p:nvCxnSpPr>
            <p:cNvPr id="826" name="Google Shape;826;p32"/>
            <p:cNvCxnSpPr>
              <a:stCxn id="824" idx="0"/>
              <a:endCxn id="815" idx="4"/>
            </p:cNvCxnSpPr>
            <p:nvPr/>
          </p:nvCxnSpPr>
          <p:spPr>
            <a:xfrm flipH="1" rot="10800000">
              <a:off x="631407" y="1966077"/>
              <a:ext cx="373500" cy="75300"/>
            </a:xfrm>
            <a:prstGeom prst="straightConnector1">
              <a:avLst/>
            </a:prstGeom>
            <a:noFill/>
            <a:ln cap="flat" cmpd="sng" w="9525">
              <a:solidFill>
                <a:schemeClr val="lt1"/>
              </a:solidFill>
              <a:prstDash val="solid"/>
              <a:round/>
              <a:headEnd len="sm" w="sm" type="none"/>
              <a:tailEnd len="sm" w="sm" type="none"/>
            </a:ln>
          </p:spPr>
        </p:cxnSp>
        <p:cxnSp>
          <p:nvCxnSpPr>
            <p:cNvPr id="827" name="Google Shape;827;p32"/>
            <p:cNvCxnSpPr>
              <a:stCxn id="819" idx="6"/>
              <a:endCxn id="822" idx="2"/>
            </p:cNvCxnSpPr>
            <p:nvPr/>
          </p:nvCxnSpPr>
          <p:spPr>
            <a:xfrm rot="10800000">
              <a:off x="1640657" y="124383"/>
              <a:ext cx="20400" cy="963600"/>
            </a:xfrm>
            <a:prstGeom prst="straightConnector1">
              <a:avLst/>
            </a:prstGeom>
            <a:noFill/>
            <a:ln cap="flat" cmpd="sng" w="9525">
              <a:solidFill>
                <a:schemeClr val="lt1"/>
              </a:solidFill>
              <a:prstDash val="solid"/>
              <a:round/>
              <a:headEnd len="sm" w="sm" type="none"/>
              <a:tailEnd len="sm" w="sm" type="none"/>
            </a:ln>
          </p:spPr>
        </p:cxnSp>
        <p:cxnSp>
          <p:nvCxnSpPr>
            <p:cNvPr id="828" name="Google Shape;828;p32"/>
            <p:cNvCxnSpPr>
              <a:stCxn id="829" idx="7"/>
              <a:endCxn id="822" idx="4"/>
            </p:cNvCxnSpPr>
            <p:nvPr/>
          </p:nvCxnSpPr>
          <p:spPr>
            <a:xfrm flipH="1" rot="10800000">
              <a:off x="990774" y="41879"/>
              <a:ext cx="567600" cy="158700"/>
            </a:xfrm>
            <a:prstGeom prst="straightConnector1">
              <a:avLst/>
            </a:prstGeom>
            <a:noFill/>
            <a:ln cap="flat" cmpd="sng" w="9525">
              <a:solidFill>
                <a:schemeClr val="lt1"/>
              </a:solidFill>
              <a:prstDash val="solid"/>
              <a:round/>
              <a:headEnd len="sm" w="sm" type="none"/>
              <a:tailEnd len="sm" w="sm" type="none"/>
            </a:ln>
          </p:spPr>
        </p:cxnSp>
        <p:cxnSp>
          <p:nvCxnSpPr>
            <p:cNvPr id="830" name="Google Shape;830;p32"/>
            <p:cNvCxnSpPr>
              <a:stCxn id="815" idx="2"/>
              <a:endCxn id="831" idx="6"/>
            </p:cNvCxnSpPr>
            <p:nvPr/>
          </p:nvCxnSpPr>
          <p:spPr>
            <a:xfrm>
              <a:off x="1087318" y="2048511"/>
              <a:ext cx="157200" cy="585000"/>
            </a:xfrm>
            <a:prstGeom prst="straightConnector1">
              <a:avLst/>
            </a:prstGeom>
            <a:noFill/>
            <a:ln cap="flat" cmpd="sng" w="9525">
              <a:solidFill>
                <a:schemeClr val="lt1"/>
              </a:solidFill>
              <a:prstDash val="solid"/>
              <a:round/>
              <a:headEnd len="sm" w="sm" type="none"/>
              <a:tailEnd len="sm" w="sm" type="none"/>
            </a:ln>
          </p:spPr>
        </p:cxnSp>
        <p:cxnSp>
          <p:nvCxnSpPr>
            <p:cNvPr id="832" name="Google Shape;832;p32"/>
            <p:cNvCxnSpPr>
              <a:stCxn id="824" idx="1"/>
              <a:endCxn id="831" idx="5"/>
            </p:cNvCxnSpPr>
            <p:nvPr/>
          </p:nvCxnSpPr>
          <p:spPr>
            <a:xfrm>
              <a:off x="607287" y="2099607"/>
              <a:ext cx="576000" cy="559200"/>
            </a:xfrm>
            <a:prstGeom prst="straightConnector1">
              <a:avLst/>
            </a:prstGeom>
            <a:noFill/>
            <a:ln cap="flat" cmpd="sng" w="9525">
              <a:solidFill>
                <a:schemeClr val="lt1"/>
              </a:solidFill>
              <a:prstDash val="solid"/>
              <a:round/>
              <a:headEnd len="sm" w="sm" type="none"/>
              <a:tailEnd len="sm" w="sm" type="none"/>
            </a:ln>
          </p:spPr>
        </p:cxnSp>
        <p:cxnSp>
          <p:nvCxnSpPr>
            <p:cNvPr id="833" name="Google Shape;833;p32"/>
            <p:cNvCxnSpPr>
              <a:stCxn id="834" idx="7"/>
              <a:endCxn id="831" idx="3"/>
            </p:cNvCxnSpPr>
            <p:nvPr/>
          </p:nvCxnSpPr>
          <p:spPr>
            <a:xfrm flipH="1" rot="10800000">
              <a:off x="644982" y="2781279"/>
              <a:ext cx="538200" cy="555300"/>
            </a:xfrm>
            <a:prstGeom prst="straightConnector1">
              <a:avLst/>
            </a:prstGeom>
            <a:noFill/>
            <a:ln cap="flat" cmpd="sng" w="9525">
              <a:solidFill>
                <a:schemeClr val="lt1"/>
              </a:solidFill>
              <a:prstDash val="solid"/>
              <a:round/>
              <a:headEnd len="sm" w="sm" type="none"/>
              <a:tailEnd len="sm" w="sm" type="none"/>
            </a:ln>
          </p:spPr>
        </p:cxnSp>
        <p:cxnSp>
          <p:nvCxnSpPr>
            <p:cNvPr id="835" name="Google Shape;835;p32"/>
            <p:cNvCxnSpPr>
              <a:stCxn id="836" idx="6"/>
              <a:endCxn id="831" idx="2"/>
            </p:cNvCxnSpPr>
            <p:nvPr/>
          </p:nvCxnSpPr>
          <p:spPr>
            <a:xfrm rot="10800000">
              <a:off x="1244434" y="2806806"/>
              <a:ext cx="145800" cy="830100"/>
            </a:xfrm>
            <a:prstGeom prst="straightConnector1">
              <a:avLst/>
            </a:prstGeom>
            <a:noFill/>
            <a:ln cap="flat" cmpd="sng" w="9525">
              <a:solidFill>
                <a:schemeClr val="lt1"/>
              </a:solidFill>
              <a:prstDash val="solid"/>
              <a:round/>
              <a:headEnd len="sm" w="sm" type="none"/>
              <a:tailEnd len="sm" w="sm" type="none"/>
            </a:ln>
          </p:spPr>
        </p:cxnSp>
        <p:cxnSp>
          <p:nvCxnSpPr>
            <p:cNvPr id="837" name="Google Shape;837;p32"/>
            <p:cNvCxnSpPr>
              <a:stCxn id="838" idx="7"/>
              <a:endCxn id="836" idx="3"/>
            </p:cNvCxnSpPr>
            <p:nvPr/>
          </p:nvCxnSpPr>
          <p:spPr>
            <a:xfrm flipH="1" rot="10800000">
              <a:off x="697262" y="3777555"/>
              <a:ext cx="634800" cy="626100"/>
            </a:xfrm>
            <a:prstGeom prst="straightConnector1">
              <a:avLst/>
            </a:prstGeom>
            <a:noFill/>
            <a:ln cap="flat" cmpd="sng" w="9525">
              <a:solidFill>
                <a:schemeClr val="lt1"/>
              </a:solidFill>
              <a:prstDash val="solid"/>
              <a:round/>
              <a:headEnd len="sm" w="sm" type="none"/>
              <a:tailEnd len="sm" w="sm" type="none"/>
            </a:ln>
          </p:spPr>
        </p:cxnSp>
        <p:cxnSp>
          <p:nvCxnSpPr>
            <p:cNvPr id="839" name="Google Shape;839;p32"/>
            <p:cNvCxnSpPr>
              <a:stCxn id="838" idx="6"/>
              <a:endCxn id="834" idx="2"/>
            </p:cNvCxnSpPr>
            <p:nvPr/>
          </p:nvCxnSpPr>
          <p:spPr>
            <a:xfrm rot="10800000">
              <a:off x="606242" y="3430275"/>
              <a:ext cx="52200" cy="957300"/>
            </a:xfrm>
            <a:prstGeom prst="straightConnector1">
              <a:avLst/>
            </a:prstGeom>
            <a:noFill/>
            <a:ln cap="flat" cmpd="sng" w="9525">
              <a:solidFill>
                <a:schemeClr val="lt1"/>
              </a:solidFill>
              <a:prstDash val="solid"/>
              <a:round/>
              <a:headEnd len="sm" w="sm" type="none"/>
              <a:tailEnd len="sm" w="sm" type="none"/>
            </a:ln>
          </p:spPr>
        </p:cxnSp>
        <p:cxnSp>
          <p:nvCxnSpPr>
            <p:cNvPr id="840" name="Google Shape;840;p32"/>
            <p:cNvCxnSpPr>
              <a:stCxn id="838" idx="5"/>
            </p:cNvCxnSpPr>
            <p:nvPr/>
          </p:nvCxnSpPr>
          <p:spPr>
            <a:xfrm rot="10800000">
              <a:off x="-25078" y="3793755"/>
              <a:ext cx="644700" cy="609900"/>
            </a:xfrm>
            <a:prstGeom prst="straightConnector1">
              <a:avLst/>
            </a:prstGeom>
            <a:noFill/>
            <a:ln cap="flat" cmpd="sng" w="9525">
              <a:solidFill>
                <a:schemeClr val="lt1"/>
              </a:solidFill>
              <a:prstDash val="solid"/>
              <a:round/>
              <a:headEnd len="sm" w="sm" type="none"/>
              <a:tailEnd len="sm" w="sm" type="none"/>
            </a:ln>
          </p:spPr>
        </p:cxnSp>
        <p:cxnSp>
          <p:nvCxnSpPr>
            <p:cNvPr id="841" name="Google Shape;841;p32"/>
            <p:cNvCxnSpPr>
              <a:stCxn id="834" idx="4"/>
            </p:cNvCxnSpPr>
            <p:nvPr/>
          </p:nvCxnSpPr>
          <p:spPr>
            <a:xfrm flipH="1">
              <a:off x="-25038" y="3375399"/>
              <a:ext cx="576300" cy="38700"/>
            </a:xfrm>
            <a:prstGeom prst="straightConnector1">
              <a:avLst/>
            </a:prstGeom>
            <a:noFill/>
            <a:ln cap="flat" cmpd="sng" w="9525">
              <a:solidFill>
                <a:schemeClr val="lt1"/>
              </a:solidFill>
              <a:prstDash val="solid"/>
              <a:round/>
              <a:headEnd len="sm" w="sm" type="none"/>
              <a:tailEnd len="sm" w="sm" type="none"/>
            </a:ln>
          </p:spPr>
        </p:cxnSp>
        <p:cxnSp>
          <p:nvCxnSpPr>
            <p:cNvPr id="842" name="Google Shape;842;p32"/>
            <p:cNvCxnSpPr>
              <a:stCxn id="834" idx="5"/>
            </p:cNvCxnSpPr>
            <p:nvPr/>
          </p:nvCxnSpPr>
          <p:spPr>
            <a:xfrm rot="10800000">
              <a:off x="7242" y="2559579"/>
              <a:ext cx="560100" cy="777000"/>
            </a:xfrm>
            <a:prstGeom prst="straightConnector1">
              <a:avLst/>
            </a:prstGeom>
            <a:noFill/>
            <a:ln cap="flat" cmpd="sng" w="9525">
              <a:solidFill>
                <a:schemeClr val="lt1"/>
              </a:solidFill>
              <a:prstDash val="solid"/>
              <a:round/>
              <a:headEnd len="sm" w="sm" type="none"/>
              <a:tailEnd len="sm" w="sm" type="none"/>
            </a:ln>
          </p:spPr>
        </p:cxnSp>
        <p:cxnSp>
          <p:nvCxnSpPr>
            <p:cNvPr id="843" name="Google Shape;843;p32"/>
            <p:cNvCxnSpPr>
              <a:stCxn id="824" idx="5"/>
            </p:cNvCxnSpPr>
            <p:nvPr/>
          </p:nvCxnSpPr>
          <p:spPr>
            <a:xfrm rot="10800000">
              <a:off x="-25173" y="1663647"/>
              <a:ext cx="516000" cy="319500"/>
            </a:xfrm>
            <a:prstGeom prst="straightConnector1">
              <a:avLst/>
            </a:prstGeom>
            <a:noFill/>
            <a:ln cap="flat" cmpd="sng" w="9525">
              <a:solidFill>
                <a:schemeClr val="lt1"/>
              </a:solidFill>
              <a:prstDash val="solid"/>
              <a:round/>
              <a:headEnd len="sm" w="sm" type="none"/>
              <a:tailEnd len="sm" w="sm" type="none"/>
            </a:ln>
          </p:spPr>
        </p:cxnSp>
        <p:cxnSp>
          <p:nvCxnSpPr>
            <p:cNvPr id="844" name="Google Shape;844;p32"/>
            <p:cNvCxnSpPr>
              <a:stCxn id="834" idx="6"/>
              <a:endCxn id="824" idx="2"/>
            </p:cNvCxnSpPr>
            <p:nvPr/>
          </p:nvCxnSpPr>
          <p:spPr>
            <a:xfrm rot="10800000">
              <a:off x="549162" y="2123799"/>
              <a:ext cx="57000" cy="1196700"/>
            </a:xfrm>
            <a:prstGeom prst="straightConnector1">
              <a:avLst/>
            </a:prstGeom>
            <a:noFill/>
            <a:ln cap="flat" cmpd="sng" w="9525">
              <a:solidFill>
                <a:schemeClr val="lt1"/>
              </a:solidFill>
              <a:prstDash val="solid"/>
              <a:round/>
              <a:headEnd len="sm" w="sm" type="none"/>
              <a:tailEnd len="sm" w="sm" type="none"/>
            </a:ln>
          </p:spPr>
        </p:cxnSp>
        <p:cxnSp>
          <p:nvCxnSpPr>
            <p:cNvPr id="845" name="Google Shape;845;p32"/>
            <p:cNvCxnSpPr>
              <a:stCxn id="824" idx="6"/>
              <a:endCxn id="814" idx="3"/>
            </p:cNvCxnSpPr>
            <p:nvPr/>
          </p:nvCxnSpPr>
          <p:spPr>
            <a:xfrm flipH="1" rot="10800000">
              <a:off x="549057" y="1099827"/>
              <a:ext cx="172500" cy="859200"/>
            </a:xfrm>
            <a:prstGeom prst="straightConnector1">
              <a:avLst/>
            </a:prstGeom>
            <a:noFill/>
            <a:ln cap="flat" cmpd="sng" w="9525">
              <a:solidFill>
                <a:schemeClr val="lt1"/>
              </a:solidFill>
              <a:prstDash val="solid"/>
              <a:round/>
              <a:headEnd len="sm" w="sm" type="none"/>
              <a:tailEnd len="sm" w="sm" type="none"/>
            </a:ln>
          </p:spPr>
        </p:cxnSp>
        <p:cxnSp>
          <p:nvCxnSpPr>
            <p:cNvPr id="846" name="Google Shape;846;p32"/>
            <p:cNvCxnSpPr>
              <a:stCxn id="829" idx="2"/>
              <a:endCxn id="814" idx="6"/>
            </p:cNvCxnSpPr>
            <p:nvPr/>
          </p:nvCxnSpPr>
          <p:spPr>
            <a:xfrm flipH="1">
              <a:off x="783054" y="294299"/>
              <a:ext cx="168900" cy="657600"/>
            </a:xfrm>
            <a:prstGeom prst="straightConnector1">
              <a:avLst/>
            </a:prstGeom>
            <a:noFill/>
            <a:ln cap="flat" cmpd="sng" w="9525">
              <a:solidFill>
                <a:schemeClr val="lt1"/>
              </a:solidFill>
              <a:prstDash val="solid"/>
              <a:round/>
              <a:headEnd len="sm" w="sm" type="none"/>
              <a:tailEnd len="sm" w="sm" type="none"/>
            </a:ln>
          </p:spPr>
        </p:cxnSp>
        <p:cxnSp>
          <p:nvCxnSpPr>
            <p:cNvPr id="847" name="Google Shape;847;p32"/>
            <p:cNvCxnSpPr>
              <a:stCxn id="848" idx="0"/>
              <a:endCxn id="814" idx="5"/>
            </p:cNvCxnSpPr>
            <p:nvPr/>
          </p:nvCxnSpPr>
          <p:spPr>
            <a:xfrm>
              <a:off x="-9125" y="91571"/>
              <a:ext cx="730800" cy="885600"/>
            </a:xfrm>
            <a:prstGeom prst="straightConnector1">
              <a:avLst/>
            </a:prstGeom>
            <a:noFill/>
            <a:ln cap="flat" cmpd="sng" w="9525">
              <a:solidFill>
                <a:schemeClr val="lt1"/>
              </a:solidFill>
              <a:prstDash val="solid"/>
              <a:round/>
              <a:headEnd len="sm" w="sm" type="none"/>
              <a:tailEnd len="sm" w="sm" type="none"/>
            </a:ln>
          </p:spPr>
        </p:cxnSp>
        <p:cxnSp>
          <p:nvCxnSpPr>
            <p:cNvPr id="849" name="Google Shape;849;p32"/>
            <p:cNvCxnSpPr>
              <a:endCxn id="814" idx="4"/>
            </p:cNvCxnSpPr>
            <p:nvPr/>
          </p:nvCxnSpPr>
          <p:spPr>
            <a:xfrm flipH="1" rot="10800000">
              <a:off x="-15344" y="1038581"/>
              <a:ext cx="711600" cy="192600"/>
            </a:xfrm>
            <a:prstGeom prst="straightConnector1">
              <a:avLst/>
            </a:prstGeom>
            <a:noFill/>
            <a:ln cap="flat" cmpd="sng" w="9525">
              <a:solidFill>
                <a:schemeClr val="lt1"/>
              </a:solidFill>
              <a:prstDash val="solid"/>
              <a:round/>
              <a:headEnd len="sm" w="sm" type="none"/>
              <a:tailEnd len="sm" w="sm" type="none"/>
            </a:ln>
          </p:spPr>
        </p:cxnSp>
        <p:cxnSp>
          <p:nvCxnSpPr>
            <p:cNvPr id="850" name="Google Shape;850;p32"/>
            <p:cNvCxnSpPr>
              <a:stCxn id="848" idx="2"/>
              <a:endCxn id="829" idx="4"/>
            </p:cNvCxnSpPr>
            <p:nvPr/>
          </p:nvCxnSpPr>
          <p:spPr>
            <a:xfrm>
              <a:off x="-8616" y="36783"/>
              <a:ext cx="905700" cy="202500"/>
            </a:xfrm>
            <a:prstGeom prst="straightConnector1">
              <a:avLst/>
            </a:prstGeom>
            <a:noFill/>
            <a:ln cap="flat" cmpd="sng" w="9525">
              <a:solidFill>
                <a:schemeClr val="lt1"/>
              </a:solidFill>
              <a:prstDash val="solid"/>
              <a:round/>
              <a:headEnd len="sm" w="sm" type="none"/>
              <a:tailEnd len="sm" w="sm" type="none"/>
            </a:ln>
          </p:spPr>
        </p:cxnSp>
        <p:cxnSp>
          <p:nvCxnSpPr>
            <p:cNvPr id="851" name="Google Shape;851;p32"/>
            <p:cNvCxnSpPr>
              <a:endCxn id="829" idx="6"/>
            </p:cNvCxnSpPr>
            <p:nvPr/>
          </p:nvCxnSpPr>
          <p:spPr>
            <a:xfrm>
              <a:off x="904254" y="-1"/>
              <a:ext cx="47700" cy="184500"/>
            </a:xfrm>
            <a:prstGeom prst="straightConnector1">
              <a:avLst/>
            </a:prstGeom>
            <a:noFill/>
            <a:ln cap="flat" cmpd="sng" w="9525">
              <a:solidFill>
                <a:schemeClr val="lt1"/>
              </a:solidFill>
              <a:prstDash val="solid"/>
              <a:round/>
              <a:headEnd len="sm" w="sm" type="none"/>
              <a:tailEnd len="sm" w="sm" type="none"/>
            </a:ln>
          </p:spPr>
        </p:cxnSp>
        <p:sp>
          <p:nvSpPr>
            <p:cNvPr id="831" name="Google Shape;831;p32"/>
            <p:cNvSpPr/>
            <p:nvPr/>
          </p:nvSpPr>
          <p:spPr>
            <a:xfrm flipH="1" rot="5400000">
              <a:off x="1157836" y="2633421"/>
              <a:ext cx="173400" cy="173400"/>
            </a:xfrm>
            <a:prstGeom prst="ellipse">
              <a:avLst/>
            </a:prstGeom>
            <a:solidFill>
              <a:schemeClr val="accen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p:txBody>
        </p:sp>
        <p:sp>
          <p:nvSpPr>
            <p:cNvPr id="836" name="Google Shape;836;p32"/>
            <p:cNvSpPr/>
            <p:nvPr/>
          </p:nvSpPr>
          <p:spPr>
            <a:xfrm flipH="1" rot="5400000">
              <a:off x="1307884" y="3636906"/>
              <a:ext cx="164700" cy="164700"/>
            </a:xfrm>
            <a:prstGeom prst="ellipse">
              <a:avLst/>
            </a:prstGeom>
            <a:solidFill>
              <a:schemeClr val="accen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p:txBody>
        </p:sp>
        <p:sp>
          <p:nvSpPr>
            <p:cNvPr id="834" name="Google Shape;834;p32"/>
            <p:cNvSpPr/>
            <p:nvPr/>
          </p:nvSpPr>
          <p:spPr>
            <a:xfrm flipH="1" rot="5400000">
              <a:off x="551262" y="3320499"/>
              <a:ext cx="109800" cy="109800"/>
            </a:xfrm>
            <a:prstGeom prst="ellipse">
              <a:avLst/>
            </a:prstGeom>
            <a:solidFill>
              <a:schemeClr val="accen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p:txBody>
        </p:sp>
        <p:sp>
          <p:nvSpPr>
            <p:cNvPr id="824" name="Google Shape;824;p32"/>
            <p:cNvSpPr/>
            <p:nvPr/>
          </p:nvSpPr>
          <p:spPr>
            <a:xfrm flipH="1" rot="5400000">
              <a:off x="466707" y="1959027"/>
              <a:ext cx="164700" cy="164700"/>
            </a:xfrm>
            <a:prstGeom prst="ellipse">
              <a:avLst/>
            </a:prstGeom>
            <a:solidFill>
              <a:schemeClr val="accen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p:txBody>
        </p:sp>
        <p:sp>
          <p:nvSpPr>
            <p:cNvPr id="814" name="Google Shape;814;p32"/>
            <p:cNvSpPr/>
            <p:nvPr/>
          </p:nvSpPr>
          <p:spPr>
            <a:xfrm flipH="1" rot="5400000">
              <a:off x="696256" y="951881"/>
              <a:ext cx="173400" cy="173400"/>
            </a:xfrm>
            <a:prstGeom prst="ellipse">
              <a:avLst/>
            </a:prstGeom>
            <a:solidFill>
              <a:schemeClr val="accen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p:txBody>
        </p:sp>
        <p:sp>
          <p:nvSpPr>
            <p:cNvPr id="829" name="Google Shape;829;p32"/>
            <p:cNvSpPr/>
            <p:nvPr/>
          </p:nvSpPr>
          <p:spPr>
            <a:xfrm flipH="1" rot="5400000">
              <a:off x="897054" y="184499"/>
              <a:ext cx="109800" cy="109800"/>
            </a:xfrm>
            <a:prstGeom prst="ellipse">
              <a:avLst/>
            </a:prstGeom>
            <a:solidFill>
              <a:schemeClr val="accen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p:txBody>
        </p:sp>
        <p:sp>
          <p:nvSpPr>
            <p:cNvPr id="822" name="Google Shape;822;p32"/>
            <p:cNvSpPr/>
            <p:nvPr/>
          </p:nvSpPr>
          <p:spPr>
            <a:xfrm flipH="1" rot="5400000">
              <a:off x="1558299" y="-40339"/>
              <a:ext cx="164700" cy="164700"/>
            </a:xfrm>
            <a:prstGeom prst="ellipse">
              <a:avLst/>
            </a:prstGeom>
            <a:solidFill>
              <a:schemeClr val="accen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p:txBody>
        </p:sp>
        <p:sp>
          <p:nvSpPr>
            <p:cNvPr id="815" name="Google Shape;815;p32"/>
            <p:cNvSpPr/>
            <p:nvPr/>
          </p:nvSpPr>
          <p:spPr>
            <a:xfrm flipH="1" rot="5400000">
              <a:off x="1004968" y="1883811"/>
              <a:ext cx="164700" cy="164700"/>
            </a:xfrm>
            <a:prstGeom prst="ellipse">
              <a:avLst/>
            </a:prstGeom>
            <a:solidFill>
              <a:schemeClr val="accen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p:txBody>
        </p:sp>
        <p:sp>
          <p:nvSpPr>
            <p:cNvPr id="819" name="Google Shape;819;p32"/>
            <p:cNvSpPr/>
            <p:nvPr/>
          </p:nvSpPr>
          <p:spPr>
            <a:xfrm flipH="1" rot="5400000">
              <a:off x="1606157" y="1087983"/>
              <a:ext cx="109800" cy="109800"/>
            </a:xfrm>
            <a:prstGeom prst="ellipse">
              <a:avLst/>
            </a:prstGeom>
            <a:solidFill>
              <a:schemeClr val="accen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p:txBody>
        </p:sp>
        <p:sp>
          <p:nvSpPr>
            <p:cNvPr id="817" name="Google Shape;817;p32"/>
            <p:cNvSpPr/>
            <p:nvPr/>
          </p:nvSpPr>
          <p:spPr>
            <a:xfrm flipH="1" rot="5400000">
              <a:off x="1575564" y="1858798"/>
              <a:ext cx="109800" cy="109800"/>
            </a:xfrm>
            <a:prstGeom prst="ellipse">
              <a:avLst/>
            </a:prstGeom>
            <a:solidFill>
              <a:schemeClr val="accen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p:txBody>
        </p:sp>
        <p:cxnSp>
          <p:nvCxnSpPr>
            <p:cNvPr id="852" name="Google Shape;852;p32"/>
            <p:cNvCxnSpPr>
              <a:stCxn id="817" idx="2"/>
              <a:endCxn id="831" idx="7"/>
            </p:cNvCxnSpPr>
            <p:nvPr/>
          </p:nvCxnSpPr>
          <p:spPr>
            <a:xfrm flipH="1">
              <a:off x="1305864" y="1968598"/>
              <a:ext cx="324600" cy="690300"/>
            </a:xfrm>
            <a:prstGeom prst="straightConnector1">
              <a:avLst/>
            </a:prstGeom>
            <a:noFill/>
            <a:ln cap="flat" cmpd="sng" w="9525">
              <a:solidFill>
                <a:schemeClr val="lt1"/>
              </a:solidFill>
              <a:prstDash val="solid"/>
              <a:round/>
              <a:headEnd len="sm" w="sm" type="none"/>
              <a:tailEnd len="sm" w="sm" type="none"/>
            </a:ln>
          </p:spPr>
        </p:cxnSp>
        <p:cxnSp>
          <p:nvCxnSpPr>
            <p:cNvPr id="853" name="Google Shape;853;p32"/>
            <p:cNvCxnSpPr>
              <a:stCxn id="836" idx="4"/>
              <a:endCxn id="834" idx="1"/>
            </p:cNvCxnSpPr>
            <p:nvPr/>
          </p:nvCxnSpPr>
          <p:spPr>
            <a:xfrm rot="10800000">
              <a:off x="644884" y="3414156"/>
              <a:ext cx="663000" cy="305100"/>
            </a:xfrm>
            <a:prstGeom prst="straightConnector1">
              <a:avLst/>
            </a:prstGeom>
            <a:noFill/>
            <a:ln cap="flat" cmpd="sng" w="9525">
              <a:solidFill>
                <a:schemeClr val="lt1"/>
              </a:solidFill>
              <a:prstDash val="solid"/>
              <a:round/>
              <a:headEnd len="sm" w="sm" type="none"/>
              <a:tailEnd len="sm" w="sm" type="none"/>
            </a:ln>
          </p:spPr>
        </p:cxnSp>
        <p:sp>
          <p:nvSpPr>
            <p:cNvPr id="838" name="Google Shape;838;p32"/>
            <p:cNvSpPr/>
            <p:nvPr/>
          </p:nvSpPr>
          <p:spPr>
            <a:xfrm flipH="1" rot="5400000">
              <a:off x="603542" y="4387575"/>
              <a:ext cx="109800" cy="109800"/>
            </a:xfrm>
            <a:prstGeom prst="ellipse">
              <a:avLst/>
            </a:prstGeom>
            <a:solidFill>
              <a:schemeClr val="accen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p:txBody>
        </p:sp>
        <p:cxnSp>
          <p:nvCxnSpPr>
            <p:cNvPr id="854" name="Google Shape;854;p32"/>
            <p:cNvCxnSpPr>
              <a:stCxn id="838" idx="3"/>
            </p:cNvCxnSpPr>
            <p:nvPr/>
          </p:nvCxnSpPr>
          <p:spPr>
            <a:xfrm flipH="1">
              <a:off x="-15478" y="4481295"/>
              <a:ext cx="635100" cy="325200"/>
            </a:xfrm>
            <a:prstGeom prst="straightConnector1">
              <a:avLst/>
            </a:prstGeom>
            <a:noFill/>
            <a:ln cap="flat" cmpd="sng" w="9525">
              <a:solidFill>
                <a:schemeClr val="lt1"/>
              </a:solidFill>
              <a:prstDash val="solid"/>
              <a:round/>
              <a:headEnd len="sm" w="sm" type="none"/>
              <a:tailEnd len="sm" w="sm" type="none"/>
            </a:ln>
          </p:spPr>
        </p:cxnSp>
        <p:cxnSp>
          <p:nvCxnSpPr>
            <p:cNvPr id="855" name="Google Shape;855;p32"/>
            <p:cNvCxnSpPr>
              <a:stCxn id="838" idx="2"/>
            </p:cNvCxnSpPr>
            <p:nvPr/>
          </p:nvCxnSpPr>
          <p:spPr>
            <a:xfrm flipH="1">
              <a:off x="-25258" y="4497375"/>
              <a:ext cx="683700" cy="957300"/>
            </a:xfrm>
            <a:prstGeom prst="straightConnector1">
              <a:avLst/>
            </a:prstGeom>
            <a:noFill/>
            <a:ln cap="flat" cmpd="sng" w="9525">
              <a:solidFill>
                <a:schemeClr val="lt1"/>
              </a:solidFill>
              <a:prstDash val="solid"/>
              <a:round/>
              <a:headEnd len="sm" w="sm" type="none"/>
              <a:tailEnd len="sm" w="sm" type="none"/>
            </a:ln>
          </p:spPr>
        </p:cxnSp>
        <p:cxnSp>
          <p:nvCxnSpPr>
            <p:cNvPr id="856" name="Google Shape;856;p32"/>
            <p:cNvCxnSpPr>
              <a:stCxn id="838" idx="1"/>
              <a:endCxn id="857" idx="7"/>
            </p:cNvCxnSpPr>
            <p:nvPr/>
          </p:nvCxnSpPr>
          <p:spPr>
            <a:xfrm>
              <a:off x="697262" y="4481295"/>
              <a:ext cx="252000" cy="390300"/>
            </a:xfrm>
            <a:prstGeom prst="straightConnector1">
              <a:avLst/>
            </a:prstGeom>
            <a:noFill/>
            <a:ln cap="flat" cmpd="sng" w="9525">
              <a:solidFill>
                <a:schemeClr val="lt1"/>
              </a:solidFill>
              <a:prstDash val="solid"/>
              <a:round/>
              <a:headEnd len="sm" w="sm" type="none"/>
              <a:tailEnd len="sm" w="sm" type="none"/>
            </a:ln>
          </p:spPr>
        </p:cxnSp>
        <p:cxnSp>
          <p:nvCxnSpPr>
            <p:cNvPr id="858" name="Google Shape;858;p32"/>
            <p:cNvCxnSpPr>
              <a:stCxn id="857" idx="0"/>
              <a:endCxn id="836" idx="2"/>
            </p:cNvCxnSpPr>
            <p:nvPr/>
          </p:nvCxnSpPr>
          <p:spPr>
            <a:xfrm flipH="1" rot="10800000">
              <a:off x="1007522" y="3801729"/>
              <a:ext cx="382800" cy="1045800"/>
            </a:xfrm>
            <a:prstGeom prst="straightConnector1">
              <a:avLst/>
            </a:prstGeom>
            <a:noFill/>
            <a:ln cap="flat" cmpd="sng" w="9525">
              <a:solidFill>
                <a:schemeClr val="lt1"/>
              </a:solidFill>
              <a:prstDash val="solid"/>
              <a:round/>
              <a:headEnd len="sm" w="sm" type="none"/>
              <a:tailEnd len="sm" w="sm" type="none"/>
            </a:ln>
          </p:spPr>
        </p:cxnSp>
        <p:sp>
          <p:nvSpPr>
            <p:cNvPr id="848" name="Google Shape;848;p32"/>
            <p:cNvSpPr/>
            <p:nvPr/>
          </p:nvSpPr>
          <p:spPr>
            <a:xfrm flipH="1" rot="5400000">
              <a:off x="-60049" y="-18085"/>
              <a:ext cx="109800" cy="109800"/>
            </a:xfrm>
            <a:prstGeom prst="chord">
              <a:avLst>
                <a:gd fmla="val 10550803" name="adj1"/>
                <a:gd fmla="val 185318" name="adj2"/>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p:txBody>
        </p:sp>
        <p:cxnSp>
          <p:nvCxnSpPr>
            <p:cNvPr id="859" name="Google Shape;859;p32"/>
            <p:cNvCxnSpPr>
              <a:stCxn id="860" idx="7"/>
              <a:endCxn id="861" idx="2"/>
            </p:cNvCxnSpPr>
            <p:nvPr/>
          </p:nvCxnSpPr>
          <p:spPr>
            <a:xfrm rot="10800000">
              <a:off x="10183923" y="5527924"/>
              <a:ext cx="846000" cy="389100"/>
            </a:xfrm>
            <a:prstGeom prst="straightConnector1">
              <a:avLst/>
            </a:prstGeom>
            <a:noFill/>
            <a:ln cap="flat" cmpd="sng" w="9525">
              <a:solidFill>
                <a:schemeClr val="lt1"/>
              </a:solidFill>
              <a:prstDash val="solid"/>
              <a:round/>
              <a:headEnd len="sm" w="sm" type="none"/>
              <a:tailEnd len="sm" w="sm" type="none"/>
            </a:ln>
          </p:spPr>
        </p:cxnSp>
        <p:cxnSp>
          <p:nvCxnSpPr>
            <p:cNvPr id="862" name="Google Shape;862;p32"/>
            <p:cNvCxnSpPr>
              <a:stCxn id="861" idx="5"/>
              <a:endCxn id="863" idx="1"/>
            </p:cNvCxnSpPr>
            <p:nvPr/>
          </p:nvCxnSpPr>
          <p:spPr>
            <a:xfrm flipH="1">
              <a:off x="9321390" y="5541648"/>
              <a:ext cx="711000" cy="154500"/>
            </a:xfrm>
            <a:prstGeom prst="straightConnector1">
              <a:avLst/>
            </a:prstGeom>
            <a:noFill/>
            <a:ln cap="flat" cmpd="sng" w="9525">
              <a:solidFill>
                <a:schemeClr val="lt1"/>
              </a:solidFill>
              <a:prstDash val="solid"/>
              <a:round/>
              <a:headEnd len="sm" w="sm" type="none"/>
              <a:tailEnd len="sm" w="sm" type="none"/>
            </a:ln>
          </p:spPr>
        </p:cxnSp>
        <p:cxnSp>
          <p:nvCxnSpPr>
            <p:cNvPr id="864" name="Google Shape;864;p32"/>
            <p:cNvCxnSpPr>
              <a:stCxn id="865" idx="2"/>
              <a:endCxn id="866" idx="6"/>
            </p:cNvCxnSpPr>
            <p:nvPr/>
          </p:nvCxnSpPr>
          <p:spPr>
            <a:xfrm flipH="1" rot="10800000">
              <a:off x="8494178" y="6278032"/>
              <a:ext cx="758400" cy="304500"/>
            </a:xfrm>
            <a:prstGeom prst="straightConnector1">
              <a:avLst/>
            </a:prstGeom>
            <a:noFill/>
            <a:ln cap="flat" cmpd="sng" w="9525">
              <a:solidFill>
                <a:schemeClr val="lt1"/>
              </a:solidFill>
              <a:prstDash val="solid"/>
              <a:round/>
              <a:headEnd len="sm" w="sm" type="none"/>
              <a:tailEnd len="sm" w="sm" type="none"/>
            </a:ln>
          </p:spPr>
        </p:cxnSp>
        <p:cxnSp>
          <p:nvCxnSpPr>
            <p:cNvPr id="867" name="Google Shape;867;p32"/>
            <p:cNvCxnSpPr>
              <a:stCxn id="863" idx="5"/>
              <a:endCxn id="865" idx="1"/>
            </p:cNvCxnSpPr>
            <p:nvPr/>
          </p:nvCxnSpPr>
          <p:spPr>
            <a:xfrm flipH="1">
              <a:off x="8468875" y="5773844"/>
              <a:ext cx="774900" cy="747300"/>
            </a:xfrm>
            <a:prstGeom prst="straightConnector1">
              <a:avLst/>
            </a:prstGeom>
            <a:noFill/>
            <a:ln cap="flat" cmpd="sng" w="9525">
              <a:solidFill>
                <a:schemeClr val="lt1"/>
              </a:solidFill>
              <a:prstDash val="solid"/>
              <a:round/>
              <a:headEnd len="sm" w="sm" type="none"/>
              <a:tailEnd len="sm" w="sm" type="none"/>
            </a:ln>
          </p:spPr>
        </p:cxnSp>
        <p:cxnSp>
          <p:nvCxnSpPr>
            <p:cNvPr id="868" name="Google Shape;868;p32"/>
            <p:cNvCxnSpPr>
              <a:stCxn id="865" idx="0"/>
              <a:endCxn id="869" idx="4"/>
            </p:cNvCxnSpPr>
            <p:nvPr/>
          </p:nvCxnSpPr>
          <p:spPr>
            <a:xfrm flipH="1" rot="10800000">
              <a:off x="8407478" y="5759332"/>
              <a:ext cx="104400" cy="736500"/>
            </a:xfrm>
            <a:prstGeom prst="straightConnector1">
              <a:avLst/>
            </a:prstGeom>
            <a:noFill/>
            <a:ln cap="flat" cmpd="sng" w="9525">
              <a:solidFill>
                <a:schemeClr val="lt1"/>
              </a:solidFill>
              <a:prstDash val="solid"/>
              <a:round/>
              <a:headEnd len="sm" w="sm" type="none"/>
              <a:tailEnd len="sm" w="sm" type="none"/>
            </a:ln>
          </p:spPr>
        </p:cxnSp>
        <p:cxnSp>
          <p:nvCxnSpPr>
            <p:cNvPr id="870" name="Google Shape;870;p32"/>
            <p:cNvCxnSpPr>
              <a:stCxn id="863" idx="3"/>
              <a:endCxn id="866" idx="0"/>
            </p:cNvCxnSpPr>
            <p:nvPr/>
          </p:nvCxnSpPr>
          <p:spPr>
            <a:xfrm>
              <a:off x="9321415" y="5773844"/>
              <a:ext cx="13500" cy="422100"/>
            </a:xfrm>
            <a:prstGeom prst="straightConnector1">
              <a:avLst/>
            </a:prstGeom>
            <a:noFill/>
            <a:ln cap="flat" cmpd="sng" w="9525">
              <a:solidFill>
                <a:schemeClr val="lt1"/>
              </a:solidFill>
              <a:prstDash val="solid"/>
              <a:round/>
              <a:headEnd len="sm" w="sm" type="none"/>
              <a:tailEnd len="sm" w="sm" type="none"/>
            </a:ln>
          </p:spPr>
        </p:cxnSp>
        <p:cxnSp>
          <p:nvCxnSpPr>
            <p:cNvPr id="871" name="Google Shape;871;p32"/>
            <p:cNvCxnSpPr>
              <a:stCxn id="865" idx="7"/>
              <a:endCxn id="872" idx="3"/>
            </p:cNvCxnSpPr>
            <p:nvPr/>
          </p:nvCxnSpPr>
          <p:spPr>
            <a:xfrm rot="10800000">
              <a:off x="7549972" y="6029226"/>
              <a:ext cx="796200" cy="492000"/>
            </a:xfrm>
            <a:prstGeom prst="straightConnector1">
              <a:avLst/>
            </a:prstGeom>
            <a:noFill/>
            <a:ln cap="flat" cmpd="sng" w="9525">
              <a:solidFill>
                <a:schemeClr val="lt1"/>
              </a:solidFill>
              <a:prstDash val="solid"/>
              <a:round/>
              <a:headEnd len="sm" w="sm" type="none"/>
              <a:tailEnd len="sm" w="sm" type="none"/>
            </a:ln>
          </p:spPr>
        </p:cxnSp>
        <p:cxnSp>
          <p:nvCxnSpPr>
            <p:cNvPr id="873" name="Google Shape;873;p32"/>
            <p:cNvCxnSpPr>
              <a:stCxn id="863" idx="6"/>
              <a:endCxn id="869" idx="2"/>
            </p:cNvCxnSpPr>
            <p:nvPr/>
          </p:nvCxnSpPr>
          <p:spPr>
            <a:xfrm rot="10800000">
              <a:off x="8566795" y="5704424"/>
              <a:ext cx="660900" cy="30600"/>
            </a:xfrm>
            <a:prstGeom prst="straightConnector1">
              <a:avLst/>
            </a:prstGeom>
            <a:noFill/>
            <a:ln cap="flat" cmpd="sng" w="9525">
              <a:solidFill>
                <a:schemeClr val="lt1"/>
              </a:solidFill>
              <a:prstDash val="solid"/>
              <a:round/>
              <a:headEnd len="sm" w="sm" type="none"/>
              <a:tailEnd len="sm" w="sm" type="none"/>
            </a:ln>
          </p:spPr>
        </p:cxnSp>
        <p:cxnSp>
          <p:nvCxnSpPr>
            <p:cNvPr id="874" name="Google Shape;874;p32"/>
            <p:cNvCxnSpPr>
              <a:stCxn id="875" idx="0"/>
              <a:endCxn id="866" idx="4"/>
            </p:cNvCxnSpPr>
            <p:nvPr/>
          </p:nvCxnSpPr>
          <p:spPr>
            <a:xfrm rot="10800000">
              <a:off x="9334974" y="6360581"/>
              <a:ext cx="75300" cy="373500"/>
            </a:xfrm>
            <a:prstGeom prst="straightConnector1">
              <a:avLst/>
            </a:prstGeom>
            <a:noFill/>
            <a:ln cap="flat" cmpd="sng" w="9525">
              <a:solidFill>
                <a:schemeClr val="lt1"/>
              </a:solidFill>
              <a:prstDash val="solid"/>
              <a:round/>
              <a:headEnd len="sm" w="sm" type="none"/>
              <a:tailEnd len="sm" w="sm" type="none"/>
            </a:ln>
          </p:spPr>
        </p:cxnSp>
        <p:cxnSp>
          <p:nvCxnSpPr>
            <p:cNvPr id="876" name="Google Shape;876;p32"/>
            <p:cNvCxnSpPr>
              <a:stCxn id="869" idx="6"/>
              <a:endCxn id="872" idx="2"/>
            </p:cNvCxnSpPr>
            <p:nvPr/>
          </p:nvCxnSpPr>
          <p:spPr>
            <a:xfrm flipH="1">
              <a:off x="7573980" y="5704431"/>
              <a:ext cx="882900" cy="266700"/>
            </a:xfrm>
            <a:prstGeom prst="straightConnector1">
              <a:avLst/>
            </a:prstGeom>
            <a:noFill/>
            <a:ln cap="flat" cmpd="sng" w="9525">
              <a:solidFill>
                <a:schemeClr val="lt1"/>
              </a:solidFill>
              <a:prstDash val="solid"/>
              <a:round/>
              <a:headEnd len="sm" w="sm" type="none"/>
              <a:tailEnd len="sm" w="sm" type="none"/>
            </a:ln>
          </p:spPr>
        </p:cxnSp>
        <p:cxnSp>
          <p:nvCxnSpPr>
            <p:cNvPr id="877" name="Google Shape;877;p32"/>
            <p:cNvCxnSpPr>
              <a:stCxn id="878" idx="7"/>
              <a:endCxn id="872" idx="4"/>
            </p:cNvCxnSpPr>
            <p:nvPr/>
          </p:nvCxnSpPr>
          <p:spPr>
            <a:xfrm rot="10800000">
              <a:off x="7491476" y="6053427"/>
              <a:ext cx="78000" cy="330600"/>
            </a:xfrm>
            <a:prstGeom prst="straightConnector1">
              <a:avLst/>
            </a:prstGeom>
            <a:noFill/>
            <a:ln cap="flat" cmpd="sng" w="9525">
              <a:solidFill>
                <a:schemeClr val="lt1"/>
              </a:solidFill>
              <a:prstDash val="solid"/>
              <a:round/>
              <a:headEnd len="sm" w="sm" type="none"/>
              <a:tailEnd len="sm" w="sm" type="none"/>
            </a:ln>
          </p:spPr>
        </p:cxnSp>
        <p:cxnSp>
          <p:nvCxnSpPr>
            <p:cNvPr id="879" name="Google Shape;879;p32"/>
            <p:cNvCxnSpPr>
              <a:stCxn id="880" idx="1"/>
              <a:endCxn id="872" idx="5"/>
            </p:cNvCxnSpPr>
            <p:nvPr/>
          </p:nvCxnSpPr>
          <p:spPr>
            <a:xfrm flipH="1" rot="10800000">
              <a:off x="6540102" y="6029230"/>
              <a:ext cx="893400" cy="434100"/>
            </a:xfrm>
            <a:prstGeom prst="straightConnector1">
              <a:avLst/>
            </a:prstGeom>
            <a:noFill/>
            <a:ln cap="flat" cmpd="sng" w="9525">
              <a:solidFill>
                <a:schemeClr val="lt1"/>
              </a:solidFill>
              <a:prstDash val="solid"/>
              <a:round/>
              <a:headEnd len="sm" w="sm" type="none"/>
              <a:tailEnd len="sm" w="sm" type="none"/>
            </a:ln>
          </p:spPr>
        </p:cxnSp>
        <p:cxnSp>
          <p:nvCxnSpPr>
            <p:cNvPr id="881" name="Google Shape;881;p32"/>
            <p:cNvCxnSpPr>
              <a:stCxn id="880" idx="0"/>
              <a:endCxn id="882" idx="4"/>
            </p:cNvCxnSpPr>
            <p:nvPr/>
          </p:nvCxnSpPr>
          <p:spPr>
            <a:xfrm flipH="1" rot="10800000">
              <a:off x="6501282" y="5699950"/>
              <a:ext cx="9000" cy="747300"/>
            </a:xfrm>
            <a:prstGeom prst="straightConnector1">
              <a:avLst/>
            </a:prstGeom>
            <a:noFill/>
            <a:ln cap="flat" cmpd="sng" w="9525">
              <a:solidFill>
                <a:schemeClr val="lt1"/>
              </a:solidFill>
              <a:prstDash val="solid"/>
              <a:round/>
              <a:headEnd len="sm" w="sm" type="none"/>
              <a:tailEnd len="sm" w="sm" type="none"/>
            </a:ln>
          </p:spPr>
        </p:cxnSp>
        <p:cxnSp>
          <p:nvCxnSpPr>
            <p:cNvPr id="883" name="Google Shape;883;p32"/>
            <p:cNvCxnSpPr>
              <a:stCxn id="882" idx="2"/>
              <a:endCxn id="872" idx="6"/>
            </p:cNvCxnSpPr>
            <p:nvPr/>
          </p:nvCxnSpPr>
          <p:spPr>
            <a:xfrm>
              <a:off x="6592729" y="5617606"/>
              <a:ext cx="816600" cy="353400"/>
            </a:xfrm>
            <a:prstGeom prst="straightConnector1">
              <a:avLst/>
            </a:prstGeom>
            <a:noFill/>
            <a:ln cap="flat" cmpd="sng" w="9525">
              <a:solidFill>
                <a:schemeClr val="lt1"/>
              </a:solidFill>
              <a:prstDash val="solid"/>
              <a:round/>
              <a:headEnd len="sm" w="sm" type="none"/>
              <a:tailEnd len="sm" w="sm" type="none"/>
            </a:ln>
          </p:spPr>
        </p:cxnSp>
        <p:cxnSp>
          <p:nvCxnSpPr>
            <p:cNvPr id="884" name="Google Shape;884;p32"/>
            <p:cNvCxnSpPr>
              <a:stCxn id="882" idx="6"/>
              <a:endCxn id="885" idx="2"/>
            </p:cNvCxnSpPr>
            <p:nvPr/>
          </p:nvCxnSpPr>
          <p:spPr>
            <a:xfrm flipH="1">
              <a:off x="5440429" y="5617606"/>
              <a:ext cx="987600" cy="69300"/>
            </a:xfrm>
            <a:prstGeom prst="straightConnector1">
              <a:avLst/>
            </a:prstGeom>
            <a:noFill/>
            <a:ln cap="flat" cmpd="sng" w="9525">
              <a:solidFill>
                <a:schemeClr val="lt1"/>
              </a:solidFill>
              <a:prstDash val="solid"/>
              <a:round/>
              <a:headEnd len="sm" w="sm" type="none"/>
              <a:tailEnd len="sm" w="sm" type="none"/>
            </a:ln>
          </p:spPr>
        </p:cxnSp>
        <p:cxnSp>
          <p:nvCxnSpPr>
            <p:cNvPr id="886" name="Google Shape;886;p32"/>
            <p:cNvCxnSpPr>
              <a:stCxn id="885" idx="7"/>
              <a:endCxn id="887" idx="3"/>
            </p:cNvCxnSpPr>
            <p:nvPr/>
          </p:nvCxnSpPr>
          <p:spPr>
            <a:xfrm rot="10800000">
              <a:off x="3814816" y="5274456"/>
              <a:ext cx="1485000" cy="354300"/>
            </a:xfrm>
            <a:prstGeom prst="straightConnector1">
              <a:avLst/>
            </a:prstGeom>
            <a:noFill/>
            <a:ln cap="flat" cmpd="sng" w="9525">
              <a:solidFill>
                <a:schemeClr val="lt1"/>
              </a:solidFill>
              <a:prstDash val="solid"/>
              <a:round/>
              <a:headEnd len="sm" w="sm" type="none"/>
              <a:tailEnd len="sm" w="sm" type="none"/>
            </a:ln>
          </p:spPr>
        </p:cxnSp>
        <p:cxnSp>
          <p:nvCxnSpPr>
            <p:cNvPr id="888" name="Google Shape;888;p32"/>
            <p:cNvCxnSpPr>
              <a:stCxn id="889" idx="0"/>
              <a:endCxn id="861" idx="3"/>
            </p:cNvCxnSpPr>
            <p:nvPr/>
          </p:nvCxnSpPr>
          <p:spPr>
            <a:xfrm flipH="1" rot="10800000">
              <a:off x="10089018" y="5576152"/>
              <a:ext cx="54600" cy="458100"/>
            </a:xfrm>
            <a:prstGeom prst="straightConnector1">
              <a:avLst/>
            </a:prstGeom>
            <a:noFill/>
            <a:ln cap="flat" cmpd="sng" w="9525">
              <a:solidFill>
                <a:schemeClr val="lt1"/>
              </a:solidFill>
              <a:prstDash val="solid"/>
              <a:round/>
              <a:headEnd len="sm" w="sm" type="none"/>
              <a:tailEnd len="sm" w="sm" type="none"/>
            </a:ln>
          </p:spPr>
        </p:cxnSp>
        <p:cxnSp>
          <p:nvCxnSpPr>
            <p:cNvPr id="890" name="Google Shape;890;p32"/>
            <p:cNvCxnSpPr>
              <a:stCxn id="866" idx="2"/>
              <a:endCxn id="889" idx="6"/>
            </p:cNvCxnSpPr>
            <p:nvPr/>
          </p:nvCxnSpPr>
          <p:spPr>
            <a:xfrm flipH="1" rot="10800000">
              <a:off x="9417408" y="6120970"/>
              <a:ext cx="585000" cy="157200"/>
            </a:xfrm>
            <a:prstGeom prst="straightConnector1">
              <a:avLst/>
            </a:prstGeom>
            <a:noFill/>
            <a:ln cap="flat" cmpd="sng" w="9525">
              <a:solidFill>
                <a:schemeClr val="lt1"/>
              </a:solidFill>
              <a:prstDash val="solid"/>
              <a:round/>
              <a:headEnd len="sm" w="sm" type="none"/>
              <a:tailEnd len="sm" w="sm" type="none"/>
            </a:ln>
          </p:spPr>
        </p:cxnSp>
        <p:cxnSp>
          <p:nvCxnSpPr>
            <p:cNvPr id="891" name="Google Shape;891;p32"/>
            <p:cNvCxnSpPr>
              <a:stCxn id="875" idx="1"/>
              <a:endCxn id="889" idx="5"/>
            </p:cNvCxnSpPr>
            <p:nvPr/>
          </p:nvCxnSpPr>
          <p:spPr>
            <a:xfrm flipH="1" rot="10800000">
              <a:off x="9468504" y="6182201"/>
              <a:ext cx="559200" cy="576000"/>
            </a:xfrm>
            <a:prstGeom prst="straightConnector1">
              <a:avLst/>
            </a:prstGeom>
            <a:noFill/>
            <a:ln cap="flat" cmpd="sng" w="9525">
              <a:solidFill>
                <a:schemeClr val="lt1"/>
              </a:solidFill>
              <a:prstDash val="solid"/>
              <a:round/>
              <a:headEnd len="sm" w="sm" type="none"/>
              <a:tailEnd len="sm" w="sm" type="none"/>
            </a:ln>
          </p:spPr>
        </p:cxnSp>
        <p:cxnSp>
          <p:nvCxnSpPr>
            <p:cNvPr id="892" name="Google Shape;892;p32"/>
            <p:cNvCxnSpPr>
              <a:stCxn id="893" idx="7"/>
              <a:endCxn id="889" idx="3"/>
            </p:cNvCxnSpPr>
            <p:nvPr/>
          </p:nvCxnSpPr>
          <p:spPr>
            <a:xfrm rot="10800000">
              <a:off x="10150176" y="6182156"/>
              <a:ext cx="555300" cy="443100"/>
            </a:xfrm>
            <a:prstGeom prst="straightConnector1">
              <a:avLst/>
            </a:prstGeom>
            <a:noFill/>
            <a:ln cap="flat" cmpd="sng" w="9525">
              <a:solidFill>
                <a:schemeClr val="lt1"/>
              </a:solidFill>
              <a:prstDash val="solid"/>
              <a:round/>
              <a:headEnd len="sm" w="sm" type="none"/>
              <a:tailEnd len="sm" w="sm" type="none"/>
            </a:ln>
          </p:spPr>
        </p:cxnSp>
        <p:cxnSp>
          <p:nvCxnSpPr>
            <p:cNvPr id="894" name="Google Shape;894;p32"/>
            <p:cNvCxnSpPr>
              <a:stCxn id="860" idx="6"/>
              <a:endCxn id="889" idx="2"/>
            </p:cNvCxnSpPr>
            <p:nvPr/>
          </p:nvCxnSpPr>
          <p:spPr>
            <a:xfrm flipH="1">
              <a:off x="10175703" y="5975254"/>
              <a:ext cx="830100" cy="145800"/>
            </a:xfrm>
            <a:prstGeom prst="straightConnector1">
              <a:avLst/>
            </a:prstGeom>
            <a:noFill/>
            <a:ln cap="flat" cmpd="sng" w="9525">
              <a:solidFill>
                <a:schemeClr val="lt1"/>
              </a:solidFill>
              <a:prstDash val="solid"/>
              <a:round/>
              <a:headEnd len="sm" w="sm" type="none"/>
              <a:tailEnd len="sm" w="sm" type="none"/>
            </a:ln>
          </p:spPr>
        </p:cxnSp>
        <p:cxnSp>
          <p:nvCxnSpPr>
            <p:cNvPr id="895" name="Google Shape;895;p32"/>
            <p:cNvCxnSpPr>
              <a:stCxn id="896" idx="7"/>
              <a:endCxn id="860" idx="3"/>
            </p:cNvCxnSpPr>
            <p:nvPr/>
          </p:nvCxnSpPr>
          <p:spPr>
            <a:xfrm rot="10800000">
              <a:off x="11146243" y="6033536"/>
              <a:ext cx="634200" cy="554700"/>
            </a:xfrm>
            <a:prstGeom prst="straightConnector1">
              <a:avLst/>
            </a:prstGeom>
            <a:noFill/>
            <a:ln cap="flat" cmpd="sng" w="9525">
              <a:solidFill>
                <a:schemeClr val="lt1"/>
              </a:solidFill>
              <a:prstDash val="solid"/>
              <a:round/>
              <a:headEnd len="sm" w="sm" type="none"/>
              <a:tailEnd len="sm" w="sm" type="none"/>
            </a:ln>
          </p:spPr>
        </p:cxnSp>
        <p:cxnSp>
          <p:nvCxnSpPr>
            <p:cNvPr id="897" name="Google Shape;897;p32"/>
            <p:cNvCxnSpPr>
              <a:stCxn id="896" idx="6"/>
              <a:endCxn id="893" idx="2"/>
            </p:cNvCxnSpPr>
            <p:nvPr/>
          </p:nvCxnSpPr>
          <p:spPr>
            <a:xfrm flipH="1">
              <a:off x="10799263" y="6627056"/>
              <a:ext cx="965100" cy="36900"/>
            </a:xfrm>
            <a:prstGeom prst="straightConnector1">
              <a:avLst/>
            </a:prstGeom>
            <a:noFill/>
            <a:ln cap="flat" cmpd="sng" w="9525">
              <a:solidFill>
                <a:schemeClr val="lt1"/>
              </a:solidFill>
              <a:prstDash val="solid"/>
              <a:round/>
              <a:headEnd len="sm" w="sm" type="none"/>
              <a:tailEnd len="sm" w="sm" type="none"/>
            </a:ln>
          </p:spPr>
        </p:cxnSp>
        <p:cxnSp>
          <p:nvCxnSpPr>
            <p:cNvPr id="898" name="Google Shape;898;p32"/>
            <p:cNvCxnSpPr>
              <a:stCxn id="896" idx="5"/>
            </p:cNvCxnSpPr>
            <p:nvPr/>
          </p:nvCxnSpPr>
          <p:spPr>
            <a:xfrm flipH="1">
              <a:off x="11620543" y="6665876"/>
              <a:ext cx="159900" cy="150600"/>
            </a:xfrm>
            <a:prstGeom prst="straightConnector1">
              <a:avLst/>
            </a:prstGeom>
            <a:noFill/>
            <a:ln cap="flat" cmpd="sng" w="9525">
              <a:solidFill>
                <a:schemeClr val="lt1"/>
              </a:solidFill>
              <a:prstDash val="solid"/>
              <a:round/>
              <a:headEnd len="sm" w="sm" type="none"/>
              <a:tailEnd len="sm" w="sm" type="none"/>
            </a:ln>
          </p:spPr>
        </p:cxnSp>
        <p:cxnSp>
          <p:nvCxnSpPr>
            <p:cNvPr id="899" name="Google Shape;899;p32"/>
            <p:cNvCxnSpPr>
              <a:stCxn id="893" idx="4"/>
            </p:cNvCxnSpPr>
            <p:nvPr/>
          </p:nvCxnSpPr>
          <p:spPr>
            <a:xfrm>
              <a:off x="10744296" y="6718976"/>
              <a:ext cx="0" cy="120000"/>
            </a:xfrm>
            <a:prstGeom prst="straightConnector1">
              <a:avLst/>
            </a:prstGeom>
            <a:noFill/>
            <a:ln cap="flat" cmpd="sng" w="9525">
              <a:solidFill>
                <a:schemeClr val="lt1"/>
              </a:solidFill>
              <a:prstDash val="solid"/>
              <a:round/>
              <a:headEnd len="sm" w="sm" type="none"/>
              <a:tailEnd len="sm" w="sm" type="none"/>
            </a:ln>
          </p:spPr>
        </p:cxnSp>
        <p:cxnSp>
          <p:nvCxnSpPr>
            <p:cNvPr id="900" name="Google Shape;900;p32"/>
            <p:cNvCxnSpPr>
              <a:stCxn id="893" idx="6"/>
              <a:endCxn id="875" idx="2"/>
            </p:cNvCxnSpPr>
            <p:nvPr/>
          </p:nvCxnSpPr>
          <p:spPr>
            <a:xfrm flipH="1">
              <a:off x="9492696" y="6664076"/>
              <a:ext cx="1196700" cy="152400"/>
            </a:xfrm>
            <a:prstGeom prst="straightConnector1">
              <a:avLst/>
            </a:prstGeom>
            <a:noFill/>
            <a:ln cap="flat" cmpd="sng" w="9525">
              <a:solidFill>
                <a:schemeClr val="lt1"/>
              </a:solidFill>
              <a:prstDash val="solid"/>
              <a:round/>
              <a:headEnd len="sm" w="sm" type="none"/>
              <a:tailEnd len="sm" w="sm" type="none"/>
            </a:ln>
          </p:spPr>
        </p:cxnSp>
        <p:cxnSp>
          <p:nvCxnSpPr>
            <p:cNvPr id="901" name="Google Shape;901;p32"/>
            <p:cNvCxnSpPr>
              <a:stCxn id="875" idx="6"/>
              <a:endCxn id="865" idx="3"/>
            </p:cNvCxnSpPr>
            <p:nvPr/>
          </p:nvCxnSpPr>
          <p:spPr>
            <a:xfrm rot="10800000">
              <a:off x="8468724" y="6643931"/>
              <a:ext cx="859200" cy="172500"/>
            </a:xfrm>
            <a:prstGeom prst="straightConnector1">
              <a:avLst/>
            </a:prstGeom>
            <a:noFill/>
            <a:ln cap="flat" cmpd="sng" w="9525">
              <a:solidFill>
                <a:schemeClr val="lt1"/>
              </a:solidFill>
              <a:prstDash val="solid"/>
              <a:round/>
              <a:headEnd len="sm" w="sm" type="none"/>
              <a:tailEnd len="sm" w="sm" type="none"/>
            </a:ln>
          </p:spPr>
        </p:cxnSp>
        <p:cxnSp>
          <p:nvCxnSpPr>
            <p:cNvPr id="902" name="Google Shape;902;p32"/>
            <p:cNvCxnSpPr>
              <a:stCxn id="878" idx="2"/>
              <a:endCxn id="865" idx="6"/>
            </p:cNvCxnSpPr>
            <p:nvPr/>
          </p:nvCxnSpPr>
          <p:spPr>
            <a:xfrm>
              <a:off x="7663196" y="6422847"/>
              <a:ext cx="657600" cy="159600"/>
            </a:xfrm>
            <a:prstGeom prst="straightConnector1">
              <a:avLst/>
            </a:prstGeom>
            <a:noFill/>
            <a:ln cap="flat" cmpd="sng" w="9525">
              <a:solidFill>
                <a:schemeClr val="lt1"/>
              </a:solidFill>
              <a:prstDash val="solid"/>
              <a:round/>
              <a:headEnd len="sm" w="sm" type="none"/>
              <a:tailEnd len="sm" w="sm" type="none"/>
            </a:ln>
          </p:spPr>
        </p:cxnSp>
        <p:cxnSp>
          <p:nvCxnSpPr>
            <p:cNvPr id="903" name="Google Shape;903;p32"/>
            <p:cNvCxnSpPr>
              <a:endCxn id="865" idx="5"/>
            </p:cNvCxnSpPr>
            <p:nvPr/>
          </p:nvCxnSpPr>
          <p:spPr>
            <a:xfrm flipH="1" rot="10800000">
              <a:off x="8000572" y="6643838"/>
              <a:ext cx="345600" cy="240900"/>
            </a:xfrm>
            <a:prstGeom prst="straightConnector1">
              <a:avLst/>
            </a:prstGeom>
            <a:noFill/>
            <a:ln cap="flat" cmpd="sng" w="9525">
              <a:solidFill>
                <a:schemeClr val="lt1"/>
              </a:solidFill>
              <a:prstDash val="solid"/>
              <a:round/>
              <a:headEnd len="sm" w="sm" type="none"/>
              <a:tailEnd len="sm" w="sm" type="none"/>
            </a:ln>
          </p:spPr>
        </p:cxnSp>
        <p:cxnSp>
          <p:nvCxnSpPr>
            <p:cNvPr id="904" name="Google Shape;904;p32"/>
            <p:cNvCxnSpPr>
              <a:endCxn id="865" idx="4"/>
            </p:cNvCxnSpPr>
            <p:nvPr/>
          </p:nvCxnSpPr>
          <p:spPr>
            <a:xfrm rot="10800000">
              <a:off x="8407478" y="6669232"/>
              <a:ext cx="86700" cy="205200"/>
            </a:xfrm>
            <a:prstGeom prst="straightConnector1">
              <a:avLst/>
            </a:prstGeom>
            <a:noFill/>
            <a:ln cap="flat" cmpd="sng" w="9525">
              <a:solidFill>
                <a:schemeClr val="lt1"/>
              </a:solidFill>
              <a:prstDash val="solid"/>
              <a:round/>
              <a:headEnd len="sm" w="sm" type="none"/>
              <a:tailEnd len="sm" w="sm" type="none"/>
            </a:ln>
          </p:spPr>
        </p:cxnSp>
        <p:cxnSp>
          <p:nvCxnSpPr>
            <p:cNvPr id="905" name="Google Shape;905;p32"/>
            <p:cNvCxnSpPr>
              <a:endCxn id="878" idx="4"/>
            </p:cNvCxnSpPr>
            <p:nvPr/>
          </p:nvCxnSpPr>
          <p:spPr>
            <a:xfrm flipH="1" rot="10800000">
              <a:off x="7490996" y="6477747"/>
              <a:ext cx="117300" cy="366900"/>
            </a:xfrm>
            <a:prstGeom prst="straightConnector1">
              <a:avLst/>
            </a:prstGeom>
            <a:noFill/>
            <a:ln cap="flat" cmpd="sng" w="9525">
              <a:solidFill>
                <a:schemeClr val="lt1"/>
              </a:solidFill>
              <a:prstDash val="solid"/>
              <a:round/>
              <a:headEnd len="sm" w="sm" type="none"/>
              <a:tailEnd len="sm" w="sm" type="none"/>
            </a:ln>
          </p:spPr>
        </p:cxnSp>
        <p:cxnSp>
          <p:nvCxnSpPr>
            <p:cNvPr id="906" name="Google Shape;906;p32"/>
            <p:cNvCxnSpPr>
              <a:stCxn id="880" idx="2"/>
              <a:endCxn id="878" idx="6"/>
            </p:cNvCxnSpPr>
            <p:nvPr/>
          </p:nvCxnSpPr>
          <p:spPr>
            <a:xfrm flipH="1" rot="10800000">
              <a:off x="6556182" y="6422950"/>
              <a:ext cx="997200" cy="79200"/>
            </a:xfrm>
            <a:prstGeom prst="straightConnector1">
              <a:avLst/>
            </a:prstGeom>
            <a:noFill/>
            <a:ln cap="flat" cmpd="sng" w="9525">
              <a:solidFill>
                <a:schemeClr val="lt1"/>
              </a:solidFill>
              <a:prstDash val="solid"/>
              <a:round/>
              <a:headEnd len="sm" w="sm" type="none"/>
              <a:tailEnd len="sm" w="sm" type="none"/>
            </a:ln>
          </p:spPr>
        </p:cxnSp>
        <p:cxnSp>
          <p:nvCxnSpPr>
            <p:cNvPr id="907" name="Google Shape;907;p32"/>
            <p:cNvCxnSpPr>
              <a:stCxn id="880" idx="4"/>
            </p:cNvCxnSpPr>
            <p:nvPr/>
          </p:nvCxnSpPr>
          <p:spPr>
            <a:xfrm>
              <a:off x="6501282" y="6557050"/>
              <a:ext cx="0" cy="259500"/>
            </a:xfrm>
            <a:prstGeom prst="straightConnector1">
              <a:avLst/>
            </a:prstGeom>
            <a:noFill/>
            <a:ln cap="flat" cmpd="sng" w="9525">
              <a:solidFill>
                <a:schemeClr val="lt1"/>
              </a:solidFill>
              <a:prstDash val="solid"/>
              <a:round/>
              <a:headEnd len="sm" w="sm" type="none"/>
              <a:tailEnd len="sm" w="sm" type="none"/>
            </a:ln>
          </p:spPr>
        </p:cxnSp>
        <p:cxnSp>
          <p:nvCxnSpPr>
            <p:cNvPr id="908" name="Google Shape;908;p32"/>
            <p:cNvCxnSpPr>
              <a:stCxn id="909" idx="3"/>
            </p:cNvCxnSpPr>
            <p:nvPr/>
          </p:nvCxnSpPr>
          <p:spPr>
            <a:xfrm>
              <a:off x="5463169" y="6628788"/>
              <a:ext cx="222000" cy="256200"/>
            </a:xfrm>
            <a:prstGeom prst="straightConnector1">
              <a:avLst/>
            </a:prstGeom>
            <a:noFill/>
            <a:ln cap="flat" cmpd="sng" w="9525">
              <a:solidFill>
                <a:schemeClr val="lt1"/>
              </a:solidFill>
              <a:prstDash val="solid"/>
              <a:round/>
              <a:headEnd len="sm" w="sm" type="none"/>
              <a:tailEnd len="sm" w="sm" type="none"/>
            </a:ln>
          </p:spPr>
        </p:cxnSp>
        <p:cxnSp>
          <p:nvCxnSpPr>
            <p:cNvPr id="910" name="Google Shape;910;p32"/>
            <p:cNvCxnSpPr>
              <a:stCxn id="909" idx="2"/>
              <a:endCxn id="880" idx="6"/>
            </p:cNvCxnSpPr>
            <p:nvPr/>
          </p:nvCxnSpPr>
          <p:spPr>
            <a:xfrm flipH="1" rot="10800000">
              <a:off x="5487289" y="6502158"/>
              <a:ext cx="959100" cy="68400"/>
            </a:xfrm>
            <a:prstGeom prst="straightConnector1">
              <a:avLst/>
            </a:prstGeom>
            <a:noFill/>
            <a:ln cap="flat" cmpd="sng" w="9525">
              <a:solidFill>
                <a:schemeClr val="lt1"/>
              </a:solidFill>
              <a:prstDash val="solid"/>
              <a:round/>
              <a:headEnd len="sm" w="sm" type="none"/>
              <a:tailEnd len="sm" w="sm" type="none"/>
            </a:ln>
          </p:spPr>
        </p:cxnSp>
        <p:cxnSp>
          <p:nvCxnSpPr>
            <p:cNvPr id="911" name="Google Shape;911;p32"/>
            <p:cNvCxnSpPr>
              <a:stCxn id="885" idx="4"/>
              <a:endCxn id="909" idx="0"/>
            </p:cNvCxnSpPr>
            <p:nvPr/>
          </p:nvCxnSpPr>
          <p:spPr>
            <a:xfrm>
              <a:off x="5358046" y="5769336"/>
              <a:ext cx="46800" cy="718800"/>
            </a:xfrm>
            <a:prstGeom prst="straightConnector1">
              <a:avLst/>
            </a:prstGeom>
            <a:noFill/>
            <a:ln cap="flat" cmpd="sng" w="9525">
              <a:solidFill>
                <a:schemeClr val="lt1"/>
              </a:solidFill>
              <a:prstDash val="solid"/>
              <a:round/>
              <a:headEnd len="sm" w="sm" type="none"/>
              <a:tailEnd len="sm" w="sm" type="none"/>
            </a:ln>
          </p:spPr>
        </p:cxnSp>
        <p:cxnSp>
          <p:nvCxnSpPr>
            <p:cNvPr id="912" name="Google Shape;912;p32"/>
            <p:cNvCxnSpPr>
              <a:stCxn id="913" idx="3"/>
              <a:endCxn id="909" idx="7"/>
            </p:cNvCxnSpPr>
            <p:nvPr/>
          </p:nvCxnSpPr>
          <p:spPr>
            <a:xfrm>
              <a:off x="4191383" y="6035003"/>
              <a:ext cx="1155300" cy="477300"/>
            </a:xfrm>
            <a:prstGeom prst="straightConnector1">
              <a:avLst/>
            </a:prstGeom>
            <a:noFill/>
            <a:ln cap="flat" cmpd="sng" w="9525">
              <a:solidFill>
                <a:schemeClr val="lt1"/>
              </a:solidFill>
              <a:prstDash val="solid"/>
              <a:round/>
              <a:headEnd len="sm" w="sm" type="none"/>
              <a:tailEnd len="sm" w="sm" type="none"/>
            </a:ln>
          </p:spPr>
        </p:cxnSp>
        <p:cxnSp>
          <p:nvCxnSpPr>
            <p:cNvPr id="914" name="Google Shape;914;p32"/>
            <p:cNvCxnSpPr>
              <a:stCxn id="913" idx="2"/>
              <a:endCxn id="885" idx="6"/>
            </p:cNvCxnSpPr>
            <p:nvPr/>
          </p:nvCxnSpPr>
          <p:spPr>
            <a:xfrm flipH="1" rot="10800000">
              <a:off x="4203882" y="5687127"/>
              <a:ext cx="1071900" cy="286200"/>
            </a:xfrm>
            <a:prstGeom prst="straightConnector1">
              <a:avLst/>
            </a:prstGeom>
            <a:noFill/>
            <a:ln cap="flat" cmpd="sng" w="9525">
              <a:solidFill>
                <a:schemeClr val="lt1"/>
              </a:solidFill>
              <a:prstDash val="solid"/>
              <a:round/>
              <a:headEnd len="sm" w="sm" type="none"/>
              <a:tailEnd len="sm" w="sm" type="none"/>
            </a:ln>
          </p:spPr>
        </p:cxnSp>
        <p:cxnSp>
          <p:nvCxnSpPr>
            <p:cNvPr id="915" name="Google Shape;915;p32"/>
            <p:cNvCxnSpPr>
              <a:stCxn id="913" idx="7"/>
              <a:endCxn id="887" idx="4"/>
            </p:cNvCxnSpPr>
            <p:nvPr/>
          </p:nvCxnSpPr>
          <p:spPr>
            <a:xfrm rot="10800000">
              <a:off x="3775982" y="5290650"/>
              <a:ext cx="279000" cy="652500"/>
            </a:xfrm>
            <a:prstGeom prst="straightConnector1">
              <a:avLst/>
            </a:prstGeom>
            <a:noFill/>
            <a:ln cap="flat" cmpd="sng" w="9525">
              <a:solidFill>
                <a:schemeClr val="lt1"/>
              </a:solidFill>
              <a:prstDash val="solid"/>
              <a:round/>
              <a:headEnd len="sm" w="sm" type="none"/>
              <a:tailEnd len="sm" w="sm" type="none"/>
            </a:ln>
          </p:spPr>
        </p:cxnSp>
        <p:cxnSp>
          <p:nvCxnSpPr>
            <p:cNvPr id="916" name="Google Shape;916;p32"/>
            <p:cNvCxnSpPr>
              <a:stCxn id="917" idx="1"/>
              <a:endCxn id="887" idx="5"/>
            </p:cNvCxnSpPr>
            <p:nvPr/>
          </p:nvCxnSpPr>
          <p:spPr>
            <a:xfrm flipH="1" rot="10800000">
              <a:off x="1938319" y="5274435"/>
              <a:ext cx="1798800" cy="876900"/>
            </a:xfrm>
            <a:prstGeom prst="straightConnector1">
              <a:avLst/>
            </a:prstGeom>
            <a:noFill/>
            <a:ln cap="flat" cmpd="sng" w="9525">
              <a:solidFill>
                <a:schemeClr val="lt1"/>
              </a:solidFill>
              <a:prstDash val="solid"/>
              <a:round/>
              <a:headEnd len="sm" w="sm" type="none"/>
              <a:tailEnd len="sm" w="sm" type="none"/>
            </a:ln>
          </p:spPr>
        </p:cxnSp>
        <p:cxnSp>
          <p:nvCxnSpPr>
            <p:cNvPr id="918" name="Google Shape;918;p32"/>
            <p:cNvCxnSpPr>
              <a:stCxn id="917" idx="0"/>
              <a:endCxn id="919" idx="4"/>
            </p:cNvCxnSpPr>
            <p:nvPr/>
          </p:nvCxnSpPr>
          <p:spPr>
            <a:xfrm flipH="1" rot="10800000">
              <a:off x="1903405" y="5382726"/>
              <a:ext cx="287400" cy="745200"/>
            </a:xfrm>
            <a:prstGeom prst="straightConnector1">
              <a:avLst/>
            </a:prstGeom>
            <a:noFill/>
            <a:ln cap="flat" cmpd="sng" w="9525">
              <a:solidFill>
                <a:schemeClr val="lt1"/>
              </a:solidFill>
              <a:prstDash val="solid"/>
              <a:round/>
              <a:headEnd len="sm" w="sm" type="none"/>
              <a:tailEnd len="sm" w="sm" type="none"/>
            </a:ln>
          </p:spPr>
        </p:cxnSp>
        <p:cxnSp>
          <p:nvCxnSpPr>
            <p:cNvPr id="920" name="Google Shape;920;p32"/>
            <p:cNvCxnSpPr>
              <a:stCxn id="921" idx="0"/>
              <a:endCxn id="857" idx="4"/>
            </p:cNvCxnSpPr>
            <p:nvPr/>
          </p:nvCxnSpPr>
          <p:spPr>
            <a:xfrm flipH="1" rot="10800000">
              <a:off x="834066" y="5012317"/>
              <a:ext cx="173400" cy="987300"/>
            </a:xfrm>
            <a:prstGeom prst="straightConnector1">
              <a:avLst/>
            </a:prstGeom>
            <a:noFill/>
            <a:ln cap="flat" cmpd="sng" w="9525">
              <a:solidFill>
                <a:schemeClr val="lt1"/>
              </a:solidFill>
              <a:prstDash val="solid"/>
              <a:round/>
              <a:headEnd len="sm" w="sm" type="none"/>
              <a:tailEnd len="sm" w="sm" type="none"/>
            </a:ln>
          </p:spPr>
        </p:cxnSp>
        <p:cxnSp>
          <p:nvCxnSpPr>
            <p:cNvPr id="922" name="Google Shape;922;p32"/>
            <p:cNvCxnSpPr>
              <a:endCxn id="857" idx="5"/>
            </p:cNvCxnSpPr>
            <p:nvPr/>
          </p:nvCxnSpPr>
          <p:spPr>
            <a:xfrm flipH="1" rot="10800000">
              <a:off x="-7708" y="4988109"/>
              <a:ext cx="957000" cy="732900"/>
            </a:xfrm>
            <a:prstGeom prst="straightConnector1">
              <a:avLst/>
            </a:prstGeom>
            <a:noFill/>
            <a:ln cap="flat" cmpd="sng" w="9525">
              <a:solidFill>
                <a:schemeClr val="lt1"/>
              </a:solidFill>
              <a:prstDash val="solid"/>
              <a:round/>
              <a:headEnd len="sm" w="sm" type="none"/>
              <a:tailEnd len="sm" w="sm" type="none"/>
            </a:ln>
          </p:spPr>
        </p:cxnSp>
        <p:cxnSp>
          <p:nvCxnSpPr>
            <p:cNvPr id="923" name="Google Shape;923;p32"/>
            <p:cNvCxnSpPr>
              <a:endCxn id="921" idx="6"/>
            </p:cNvCxnSpPr>
            <p:nvPr/>
          </p:nvCxnSpPr>
          <p:spPr>
            <a:xfrm flipH="1" rot="10800000">
              <a:off x="-22284" y="6081967"/>
              <a:ext cx="774000" cy="308700"/>
            </a:xfrm>
            <a:prstGeom prst="straightConnector1">
              <a:avLst/>
            </a:prstGeom>
            <a:noFill/>
            <a:ln cap="flat" cmpd="sng" w="9525">
              <a:solidFill>
                <a:schemeClr val="lt1"/>
              </a:solidFill>
              <a:prstDash val="solid"/>
              <a:round/>
              <a:headEnd len="sm" w="sm" type="none"/>
              <a:tailEnd len="sm" w="sm" type="none"/>
            </a:ln>
          </p:spPr>
        </p:cxnSp>
        <p:cxnSp>
          <p:nvCxnSpPr>
            <p:cNvPr id="924" name="Google Shape;924;p32"/>
            <p:cNvCxnSpPr>
              <a:endCxn id="925" idx="6"/>
            </p:cNvCxnSpPr>
            <p:nvPr/>
          </p:nvCxnSpPr>
          <p:spPr>
            <a:xfrm>
              <a:off x="-22014" y="6652854"/>
              <a:ext cx="1290000" cy="193200"/>
            </a:xfrm>
            <a:prstGeom prst="straightConnector1">
              <a:avLst/>
            </a:prstGeom>
            <a:noFill/>
            <a:ln cap="flat" cmpd="sng" w="9525">
              <a:solidFill>
                <a:schemeClr val="lt1"/>
              </a:solidFill>
              <a:prstDash val="solid"/>
              <a:round/>
              <a:headEnd len="sm" w="sm" type="none"/>
              <a:tailEnd len="sm" w="sm" type="none"/>
            </a:ln>
          </p:spPr>
        </p:cxnSp>
        <p:cxnSp>
          <p:nvCxnSpPr>
            <p:cNvPr id="926" name="Google Shape;926;p32"/>
            <p:cNvCxnSpPr>
              <a:stCxn id="925" idx="3"/>
              <a:endCxn id="927" idx="6"/>
            </p:cNvCxnSpPr>
            <p:nvPr/>
          </p:nvCxnSpPr>
          <p:spPr>
            <a:xfrm flipH="1" rot="10800000">
              <a:off x="1361706" y="6851874"/>
              <a:ext cx="1954200" cy="33000"/>
            </a:xfrm>
            <a:prstGeom prst="straightConnector1">
              <a:avLst/>
            </a:prstGeom>
            <a:noFill/>
            <a:ln cap="flat" cmpd="sng" w="9525">
              <a:solidFill>
                <a:schemeClr val="lt1"/>
              </a:solidFill>
              <a:prstDash val="solid"/>
              <a:round/>
              <a:headEnd len="sm" w="sm" type="none"/>
              <a:tailEnd len="sm" w="sm" type="none"/>
            </a:ln>
          </p:spPr>
        </p:cxnSp>
        <p:cxnSp>
          <p:nvCxnSpPr>
            <p:cNvPr id="928" name="Google Shape;928;p32"/>
            <p:cNvCxnSpPr>
              <a:stCxn id="925" idx="1"/>
              <a:endCxn id="917" idx="5"/>
            </p:cNvCxnSpPr>
            <p:nvPr/>
          </p:nvCxnSpPr>
          <p:spPr>
            <a:xfrm flipH="1" rot="10800000">
              <a:off x="1361706" y="6212334"/>
              <a:ext cx="485100" cy="594900"/>
            </a:xfrm>
            <a:prstGeom prst="straightConnector1">
              <a:avLst/>
            </a:prstGeom>
            <a:noFill/>
            <a:ln cap="flat" cmpd="sng" w="9525">
              <a:solidFill>
                <a:schemeClr val="lt1"/>
              </a:solidFill>
              <a:prstDash val="solid"/>
              <a:round/>
              <a:headEnd len="sm" w="sm" type="none"/>
              <a:tailEnd len="sm" w="sm" type="none"/>
            </a:ln>
          </p:spPr>
        </p:cxnSp>
        <p:cxnSp>
          <p:nvCxnSpPr>
            <p:cNvPr id="929" name="Google Shape;929;p32"/>
            <p:cNvCxnSpPr>
              <a:stCxn id="921" idx="2"/>
              <a:endCxn id="917" idx="6"/>
            </p:cNvCxnSpPr>
            <p:nvPr/>
          </p:nvCxnSpPr>
          <p:spPr>
            <a:xfrm>
              <a:off x="916416" y="6081967"/>
              <a:ext cx="922200" cy="89100"/>
            </a:xfrm>
            <a:prstGeom prst="straightConnector1">
              <a:avLst/>
            </a:prstGeom>
            <a:noFill/>
            <a:ln cap="flat" cmpd="sng" w="9525">
              <a:solidFill>
                <a:schemeClr val="lt1"/>
              </a:solidFill>
              <a:prstDash val="solid"/>
              <a:round/>
              <a:headEnd len="sm" w="sm" type="none"/>
              <a:tailEnd len="sm" w="sm" type="none"/>
            </a:ln>
          </p:spPr>
        </p:cxnSp>
        <p:cxnSp>
          <p:nvCxnSpPr>
            <p:cNvPr id="930" name="Google Shape;930;p32"/>
            <p:cNvCxnSpPr>
              <a:stCxn id="857" idx="3"/>
              <a:endCxn id="917" idx="7"/>
            </p:cNvCxnSpPr>
            <p:nvPr/>
          </p:nvCxnSpPr>
          <p:spPr>
            <a:xfrm>
              <a:off x="1065752" y="4988109"/>
              <a:ext cx="796500" cy="1148100"/>
            </a:xfrm>
            <a:prstGeom prst="straightConnector1">
              <a:avLst/>
            </a:prstGeom>
            <a:noFill/>
            <a:ln cap="flat" cmpd="sng" w="9525">
              <a:solidFill>
                <a:schemeClr val="lt1"/>
              </a:solidFill>
              <a:prstDash val="solid"/>
              <a:round/>
              <a:headEnd len="sm" w="sm" type="none"/>
              <a:tailEnd len="sm" w="sm" type="none"/>
            </a:ln>
          </p:spPr>
        </p:cxnSp>
        <p:cxnSp>
          <p:nvCxnSpPr>
            <p:cNvPr id="931" name="Google Shape;931;p32"/>
            <p:cNvCxnSpPr>
              <a:stCxn id="857" idx="2"/>
              <a:endCxn id="919" idx="6"/>
            </p:cNvCxnSpPr>
            <p:nvPr/>
          </p:nvCxnSpPr>
          <p:spPr>
            <a:xfrm>
              <a:off x="1089872" y="4929879"/>
              <a:ext cx="1038000" cy="354900"/>
            </a:xfrm>
            <a:prstGeom prst="straightConnector1">
              <a:avLst/>
            </a:prstGeom>
            <a:noFill/>
            <a:ln cap="flat" cmpd="sng" w="9525">
              <a:solidFill>
                <a:schemeClr val="lt1"/>
              </a:solidFill>
              <a:prstDash val="solid"/>
              <a:round/>
              <a:headEnd len="sm" w="sm" type="none"/>
              <a:tailEnd len="sm" w="sm" type="none"/>
            </a:ln>
          </p:spPr>
        </p:cxnSp>
        <p:cxnSp>
          <p:nvCxnSpPr>
            <p:cNvPr id="932" name="Google Shape;932;p32"/>
            <p:cNvCxnSpPr>
              <a:stCxn id="919" idx="2"/>
              <a:endCxn id="887" idx="6"/>
            </p:cNvCxnSpPr>
            <p:nvPr/>
          </p:nvCxnSpPr>
          <p:spPr>
            <a:xfrm flipH="1" rot="10800000">
              <a:off x="2288687" y="5235619"/>
              <a:ext cx="1432200" cy="84300"/>
            </a:xfrm>
            <a:prstGeom prst="straightConnector1">
              <a:avLst/>
            </a:prstGeom>
            <a:noFill/>
            <a:ln cap="flat" cmpd="sng" w="9525">
              <a:solidFill>
                <a:schemeClr val="lt1"/>
              </a:solidFill>
              <a:prstDash val="solid"/>
              <a:round/>
              <a:headEnd len="sm" w="sm" type="none"/>
              <a:tailEnd len="sm" w="sm" type="none"/>
            </a:ln>
          </p:spPr>
        </p:cxnSp>
        <p:cxnSp>
          <p:nvCxnSpPr>
            <p:cNvPr id="933" name="Google Shape;933;p32"/>
            <p:cNvCxnSpPr>
              <a:stCxn id="917" idx="2"/>
              <a:endCxn id="913" idx="6"/>
            </p:cNvCxnSpPr>
            <p:nvPr/>
          </p:nvCxnSpPr>
          <p:spPr>
            <a:xfrm flipH="1" rot="10800000">
              <a:off x="1946455" y="6004776"/>
              <a:ext cx="2096100" cy="187800"/>
            </a:xfrm>
            <a:prstGeom prst="straightConnector1">
              <a:avLst/>
            </a:prstGeom>
            <a:noFill/>
            <a:ln cap="flat" cmpd="sng" w="9525">
              <a:solidFill>
                <a:schemeClr val="lt1"/>
              </a:solidFill>
              <a:prstDash val="solid"/>
              <a:round/>
              <a:headEnd len="sm" w="sm" type="none"/>
              <a:tailEnd len="sm" w="sm" type="none"/>
            </a:ln>
          </p:spPr>
        </p:cxnSp>
        <p:cxnSp>
          <p:nvCxnSpPr>
            <p:cNvPr id="934" name="Google Shape;934;p32"/>
            <p:cNvCxnSpPr>
              <a:stCxn id="927" idx="1"/>
              <a:endCxn id="913" idx="5"/>
            </p:cNvCxnSpPr>
            <p:nvPr/>
          </p:nvCxnSpPr>
          <p:spPr>
            <a:xfrm flipH="1" rot="10800000">
              <a:off x="3456468" y="6057228"/>
              <a:ext cx="620700" cy="736500"/>
            </a:xfrm>
            <a:prstGeom prst="straightConnector1">
              <a:avLst/>
            </a:prstGeom>
            <a:noFill/>
            <a:ln cap="flat" cmpd="sng" w="9525">
              <a:solidFill>
                <a:schemeClr val="lt1"/>
              </a:solidFill>
              <a:prstDash val="solid"/>
              <a:round/>
              <a:headEnd len="sm" w="sm" type="none"/>
              <a:tailEnd len="sm" w="sm" type="none"/>
            </a:ln>
          </p:spPr>
        </p:cxnSp>
        <p:cxnSp>
          <p:nvCxnSpPr>
            <p:cNvPr id="935" name="Google Shape;935;p32"/>
            <p:cNvCxnSpPr>
              <a:stCxn id="913" idx="4"/>
            </p:cNvCxnSpPr>
            <p:nvPr/>
          </p:nvCxnSpPr>
          <p:spPr>
            <a:xfrm>
              <a:off x="4138932" y="6069777"/>
              <a:ext cx="311400" cy="814800"/>
            </a:xfrm>
            <a:prstGeom prst="straightConnector1">
              <a:avLst/>
            </a:prstGeom>
            <a:noFill/>
            <a:ln cap="flat" cmpd="sng" w="9525">
              <a:solidFill>
                <a:schemeClr val="lt1"/>
              </a:solidFill>
              <a:prstDash val="solid"/>
              <a:round/>
              <a:headEnd len="sm" w="sm" type="none"/>
              <a:tailEnd len="sm" w="sm" type="none"/>
            </a:ln>
          </p:spPr>
        </p:cxnSp>
        <p:cxnSp>
          <p:nvCxnSpPr>
            <p:cNvPr id="936" name="Google Shape;936;p32"/>
            <p:cNvCxnSpPr>
              <a:stCxn id="909" idx="5"/>
            </p:cNvCxnSpPr>
            <p:nvPr/>
          </p:nvCxnSpPr>
          <p:spPr>
            <a:xfrm flipH="1">
              <a:off x="5105209" y="6628788"/>
              <a:ext cx="241500" cy="256200"/>
            </a:xfrm>
            <a:prstGeom prst="straightConnector1">
              <a:avLst/>
            </a:prstGeom>
            <a:noFill/>
            <a:ln cap="flat" cmpd="sng" w="9525">
              <a:solidFill>
                <a:schemeClr val="lt1"/>
              </a:solidFill>
              <a:prstDash val="solid"/>
              <a:round/>
              <a:headEnd len="sm" w="sm" type="none"/>
              <a:tailEnd len="sm" w="sm" type="none"/>
            </a:ln>
          </p:spPr>
        </p:cxnSp>
        <p:cxnSp>
          <p:nvCxnSpPr>
            <p:cNvPr id="937" name="Google Shape;937;p32"/>
            <p:cNvCxnSpPr>
              <a:stCxn id="927" idx="7"/>
              <a:endCxn id="917" idx="3"/>
            </p:cNvCxnSpPr>
            <p:nvPr/>
          </p:nvCxnSpPr>
          <p:spPr>
            <a:xfrm rot="10800000">
              <a:off x="1923108" y="6227628"/>
              <a:ext cx="1416900" cy="566100"/>
            </a:xfrm>
            <a:prstGeom prst="straightConnector1">
              <a:avLst/>
            </a:prstGeom>
            <a:noFill/>
            <a:ln cap="flat" cmpd="sng" w="9525">
              <a:solidFill>
                <a:schemeClr val="lt1"/>
              </a:solidFill>
              <a:prstDash val="solid"/>
              <a:round/>
              <a:headEnd len="sm" w="sm" type="none"/>
              <a:tailEnd len="sm" w="sm" type="none"/>
            </a:ln>
          </p:spPr>
        </p:cxnSp>
        <p:cxnSp>
          <p:nvCxnSpPr>
            <p:cNvPr id="938" name="Google Shape;938;p32"/>
            <p:cNvCxnSpPr>
              <a:stCxn id="880" idx="7"/>
              <a:endCxn id="885" idx="3"/>
            </p:cNvCxnSpPr>
            <p:nvPr/>
          </p:nvCxnSpPr>
          <p:spPr>
            <a:xfrm rot="10800000">
              <a:off x="5416362" y="5745130"/>
              <a:ext cx="1046100" cy="718200"/>
            </a:xfrm>
            <a:prstGeom prst="straightConnector1">
              <a:avLst/>
            </a:prstGeom>
            <a:noFill/>
            <a:ln cap="flat" cmpd="sng" w="9525">
              <a:solidFill>
                <a:schemeClr val="lt1"/>
              </a:solidFill>
              <a:prstDash val="solid"/>
              <a:round/>
              <a:headEnd len="sm" w="sm" type="none"/>
              <a:tailEnd len="sm" w="sm" type="none"/>
            </a:ln>
          </p:spPr>
        </p:cxnSp>
        <p:cxnSp>
          <p:nvCxnSpPr>
            <p:cNvPr id="939" name="Google Shape;939;p32"/>
            <p:cNvCxnSpPr>
              <a:stCxn id="925" idx="7"/>
              <a:endCxn id="921" idx="4"/>
            </p:cNvCxnSpPr>
            <p:nvPr/>
          </p:nvCxnSpPr>
          <p:spPr>
            <a:xfrm rot="10800000">
              <a:off x="834066" y="6164334"/>
              <a:ext cx="450000" cy="642900"/>
            </a:xfrm>
            <a:prstGeom prst="straightConnector1">
              <a:avLst/>
            </a:prstGeom>
            <a:noFill/>
            <a:ln cap="flat" cmpd="sng" w="9525">
              <a:solidFill>
                <a:schemeClr val="lt1"/>
              </a:solidFill>
              <a:prstDash val="solid"/>
              <a:round/>
              <a:headEnd len="sm" w="sm" type="none"/>
              <a:tailEnd len="sm" w="sm" type="none"/>
            </a:ln>
          </p:spPr>
        </p:cxnSp>
        <p:sp>
          <p:nvSpPr>
            <p:cNvPr id="861" name="Google Shape;861;p32"/>
            <p:cNvSpPr/>
            <p:nvPr/>
          </p:nvSpPr>
          <p:spPr>
            <a:xfrm flipH="1" rot="1036757">
              <a:off x="10022942" y="5421043"/>
              <a:ext cx="164630" cy="164630"/>
            </a:xfrm>
            <a:prstGeom prst="ellipse">
              <a:avLst/>
            </a:prstGeom>
            <a:solidFill>
              <a:schemeClr val="accen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p:txBody>
        </p:sp>
        <p:sp>
          <p:nvSpPr>
            <p:cNvPr id="889" name="Google Shape;889;p32"/>
            <p:cNvSpPr/>
            <p:nvPr/>
          </p:nvSpPr>
          <p:spPr>
            <a:xfrm flipH="1">
              <a:off x="10002318" y="6034252"/>
              <a:ext cx="173400" cy="173400"/>
            </a:xfrm>
            <a:prstGeom prst="ellipse">
              <a:avLst/>
            </a:prstGeom>
            <a:solidFill>
              <a:schemeClr val="accen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p:txBody>
        </p:sp>
        <p:sp>
          <p:nvSpPr>
            <p:cNvPr id="860" name="Google Shape;860;p32"/>
            <p:cNvSpPr/>
            <p:nvPr/>
          </p:nvSpPr>
          <p:spPr>
            <a:xfrm flipH="1">
              <a:off x="11005803" y="5892904"/>
              <a:ext cx="164700" cy="164700"/>
            </a:xfrm>
            <a:prstGeom prst="ellipse">
              <a:avLst/>
            </a:prstGeom>
            <a:solidFill>
              <a:schemeClr val="accen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p:txBody>
        </p:sp>
        <p:sp>
          <p:nvSpPr>
            <p:cNvPr id="893" name="Google Shape;893;p32"/>
            <p:cNvSpPr/>
            <p:nvPr/>
          </p:nvSpPr>
          <p:spPr>
            <a:xfrm flipH="1">
              <a:off x="10689396" y="6609176"/>
              <a:ext cx="109800" cy="109800"/>
            </a:xfrm>
            <a:prstGeom prst="ellipse">
              <a:avLst/>
            </a:prstGeom>
            <a:solidFill>
              <a:schemeClr val="accen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p:txBody>
        </p:sp>
        <p:sp>
          <p:nvSpPr>
            <p:cNvPr id="875" name="Google Shape;875;p32"/>
            <p:cNvSpPr/>
            <p:nvPr/>
          </p:nvSpPr>
          <p:spPr>
            <a:xfrm flipH="1">
              <a:off x="9327924" y="6734081"/>
              <a:ext cx="164700" cy="164700"/>
            </a:xfrm>
            <a:prstGeom prst="ellipse">
              <a:avLst/>
            </a:prstGeom>
            <a:solidFill>
              <a:schemeClr val="accen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p:txBody>
        </p:sp>
        <p:sp>
          <p:nvSpPr>
            <p:cNvPr id="865" name="Google Shape;865;p32"/>
            <p:cNvSpPr/>
            <p:nvPr/>
          </p:nvSpPr>
          <p:spPr>
            <a:xfrm flipH="1">
              <a:off x="8320778" y="6495832"/>
              <a:ext cx="173400" cy="173400"/>
            </a:xfrm>
            <a:prstGeom prst="ellipse">
              <a:avLst/>
            </a:prstGeom>
            <a:solidFill>
              <a:schemeClr val="accen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p:txBody>
        </p:sp>
        <p:sp>
          <p:nvSpPr>
            <p:cNvPr id="878" name="Google Shape;878;p32"/>
            <p:cNvSpPr/>
            <p:nvPr/>
          </p:nvSpPr>
          <p:spPr>
            <a:xfrm flipH="1">
              <a:off x="7553396" y="6367947"/>
              <a:ext cx="109800" cy="109800"/>
            </a:xfrm>
            <a:prstGeom prst="ellipse">
              <a:avLst/>
            </a:prstGeom>
            <a:solidFill>
              <a:schemeClr val="accen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p:txBody>
        </p:sp>
        <p:sp>
          <p:nvSpPr>
            <p:cNvPr id="872" name="Google Shape;872;p32"/>
            <p:cNvSpPr/>
            <p:nvPr/>
          </p:nvSpPr>
          <p:spPr>
            <a:xfrm flipH="1">
              <a:off x="7409274" y="5888795"/>
              <a:ext cx="164700" cy="164700"/>
            </a:xfrm>
            <a:prstGeom prst="ellipse">
              <a:avLst/>
            </a:prstGeom>
            <a:solidFill>
              <a:schemeClr val="accen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p:txBody>
        </p:sp>
        <p:sp>
          <p:nvSpPr>
            <p:cNvPr id="882" name="Google Shape;882;p32"/>
            <p:cNvSpPr/>
            <p:nvPr/>
          </p:nvSpPr>
          <p:spPr>
            <a:xfrm flipH="1">
              <a:off x="6428029" y="5535256"/>
              <a:ext cx="164700" cy="164700"/>
            </a:xfrm>
            <a:prstGeom prst="ellipse">
              <a:avLst/>
            </a:prstGeom>
            <a:solidFill>
              <a:schemeClr val="accen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p:txBody>
        </p:sp>
        <p:sp>
          <p:nvSpPr>
            <p:cNvPr id="880" name="Google Shape;880;p32"/>
            <p:cNvSpPr/>
            <p:nvPr/>
          </p:nvSpPr>
          <p:spPr>
            <a:xfrm flipH="1">
              <a:off x="6446382" y="6447250"/>
              <a:ext cx="109800" cy="109800"/>
            </a:xfrm>
            <a:prstGeom prst="ellipse">
              <a:avLst/>
            </a:prstGeom>
            <a:solidFill>
              <a:schemeClr val="accen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p:txBody>
        </p:sp>
        <p:sp>
          <p:nvSpPr>
            <p:cNvPr id="909" name="Google Shape;909;p32"/>
            <p:cNvSpPr/>
            <p:nvPr/>
          </p:nvSpPr>
          <p:spPr>
            <a:xfrm flipH="1">
              <a:off x="5322589" y="6488208"/>
              <a:ext cx="164700" cy="164700"/>
            </a:xfrm>
            <a:prstGeom prst="ellipse">
              <a:avLst/>
            </a:prstGeom>
            <a:solidFill>
              <a:schemeClr val="accen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p:txBody>
        </p:sp>
        <p:sp>
          <p:nvSpPr>
            <p:cNvPr id="927" name="Google Shape;927;p32"/>
            <p:cNvSpPr/>
            <p:nvPr/>
          </p:nvSpPr>
          <p:spPr>
            <a:xfrm flipH="1">
              <a:off x="3315888" y="6769608"/>
              <a:ext cx="164700" cy="164700"/>
            </a:xfrm>
            <a:prstGeom prst="ellipse">
              <a:avLst/>
            </a:prstGeom>
            <a:solidFill>
              <a:schemeClr val="accen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p:txBody>
        </p:sp>
        <p:sp>
          <p:nvSpPr>
            <p:cNvPr id="917" name="Google Shape;917;p32"/>
            <p:cNvSpPr/>
            <p:nvPr/>
          </p:nvSpPr>
          <p:spPr>
            <a:xfrm flipH="1" rot="680437">
              <a:off x="1837682" y="6126854"/>
              <a:ext cx="109845" cy="109845"/>
            </a:xfrm>
            <a:prstGeom prst="ellipse">
              <a:avLst/>
            </a:prstGeom>
            <a:solidFill>
              <a:schemeClr val="accen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p:txBody>
        </p:sp>
        <p:sp>
          <p:nvSpPr>
            <p:cNvPr id="919" name="Google Shape;919;p32"/>
            <p:cNvSpPr/>
            <p:nvPr/>
          </p:nvSpPr>
          <p:spPr>
            <a:xfrm flipH="1" rot="738815">
              <a:off x="2125994" y="5220076"/>
              <a:ext cx="164586" cy="164586"/>
            </a:xfrm>
            <a:prstGeom prst="ellipse">
              <a:avLst/>
            </a:prstGeom>
            <a:solidFill>
              <a:schemeClr val="accen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p:txBody>
        </p:sp>
        <p:sp>
          <p:nvSpPr>
            <p:cNvPr id="913" name="Google Shape;913;p32"/>
            <p:cNvSpPr/>
            <p:nvPr/>
          </p:nvSpPr>
          <p:spPr>
            <a:xfrm flipH="1" rot="-662607">
              <a:off x="4040960" y="5906854"/>
              <a:ext cx="164445" cy="164445"/>
            </a:xfrm>
            <a:prstGeom prst="ellipse">
              <a:avLst/>
            </a:prstGeom>
            <a:solidFill>
              <a:schemeClr val="accen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p:txBody>
        </p:sp>
        <p:sp>
          <p:nvSpPr>
            <p:cNvPr id="885" name="Google Shape;885;p32"/>
            <p:cNvSpPr/>
            <p:nvPr/>
          </p:nvSpPr>
          <p:spPr>
            <a:xfrm flipH="1">
              <a:off x="5275696" y="5604636"/>
              <a:ext cx="164700" cy="164700"/>
            </a:xfrm>
            <a:prstGeom prst="ellipse">
              <a:avLst/>
            </a:prstGeom>
            <a:solidFill>
              <a:schemeClr val="accen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p:txBody>
        </p:sp>
        <p:sp>
          <p:nvSpPr>
            <p:cNvPr id="887" name="Google Shape;887;p32"/>
            <p:cNvSpPr/>
            <p:nvPr/>
          </p:nvSpPr>
          <p:spPr>
            <a:xfrm flipH="1">
              <a:off x="3720998" y="5180775"/>
              <a:ext cx="109800" cy="109800"/>
            </a:xfrm>
            <a:prstGeom prst="ellipse">
              <a:avLst/>
            </a:prstGeom>
            <a:solidFill>
              <a:schemeClr val="accen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p:txBody>
        </p:sp>
        <p:sp>
          <p:nvSpPr>
            <p:cNvPr id="857" name="Google Shape;857;p32"/>
            <p:cNvSpPr/>
            <p:nvPr/>
          </p:nvSpPr>
          <p:spPr>
            <a:xfrm flipH="1">
              <a:off x="925172" y="4847529"/>
              <a:ext cx="164700" cy="164700"/>
            </a:xfrm>
            <a:prstGeom prst="ellipse">
              <a:avLst/>
            </a:prstGeom>
            <a:solidFill>
              <a:schemeClr val="accen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p:txBody>
        </p:sp>
        <p:sp>
          <p:nvSpPr>
            <p:cNvPr id="921" name="Google Shape;921;p32"/>
            <p:cNvSpPr/>
            <p:nvPr/>
          </p:nvSpPr>
          <p:spPr>
            <a:xfrm flipH="1">
              <a:off x="751716" y="5999617"/>
              <a:ext cx="164700" cy="164700"/>
            </a:xfrm>
            <a:prstGeom prst="ellipse">
              <a:avLst/>
            </a:prstGeom>
            <a:solidFill>
              <a:schemeClr val="accen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p:txBody>
        </p:sp>
        <p:sp>
          <p:nvSpPr>
            <p:cNvPr id="925" name="Google Shape;925;p32"/>
            <p:cNvSpPr/>
            <p:nvPr/>
          </p:nvSpPr>
          <p:spPr>
            <a:xfrm flipH="1">
              <a:off x="1267986" y="6791154"/>
              <a:ext cx="109800" cy="109800"/>
            </a:xfrm>
            <a:prstGeom prst="ellipse">
              <a:avLst/>
            </a:prstGeom>
            <a:solidFill>
              <a:schemeClr val="accen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p:txBody>
        </p:sp>
        <p:sp>
          <p:nvSpPr>
            <p:cNvPr id="866" name="Google Shape;866;p32"/>
            <p:cNvSpPr/>
            <p:nvPr/>
          </p:nvSpPr>
          <p:spPr>
            <a:xfrm flipH="1">
              <a:off x="9252708" y="6195820"/>
              <a:ext cx="164700" cy="164700"/>
            </a:xfrm>
            <a:prstGeom prst="ellipse">
              <a:avLst/>
            </a:prstGeom>
            <a:solidFill>
              <a:schemeClr val="accen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p:txBody>
        </p:sp>
        <p:sp>
          <p:nvSpPr>
            <p:cNvPr id="869" name="Google Shape;869;p32"/>
            <p:cNvSpPr/>
            <p:nvPr/>
          </p:nvSpPr>
          <p:spPr>
            <a:xfrm flipH="1">
              <a:off x="8456880" y="5649531"/>
              <a:ext cx="109800" cy="109800"/>
            </a:xfrm>
            <a:prstGeom prst="ellipse">
              <a:avLst/>
            </a:prstGeom>
            <a:solidFill>
              <a:schemeClr val="accen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p:txBody>
        </p:sp>
        <p:sp>
          <p:nvSpPr>
            <p:cNvPr id="863" name="Google Shape;863;p32"/>
            <p:cNvSpPr/>
            <p:nvPr/>
          </p:nvSpPr>
          <p:spPr>
            <a:xfrm flipH="1">
              <a:off x="9227695" y="5680124"/>
              <a:ext cx="109800" cy="109800"/>
            </a:xfrm>
            <a:prstGeom prst="ellipse">
              <a:avLst/>
            </a:prstGeom>
            <a:solidFill>
              <a:schemeClr val="accen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p:txBody>
        </p:sp>
        <p:cxnSp>
          <p:nvCxnSpPr>
            <p:cNvPr id="940" name="Google Shape;940;p32"/>
            <p:cNvCxnSpPr>
              <a:stCxn id="863" idx="2"/>
              <a:endCxn id="889" idx="7"/>
            </p:cNvCxnSpPr>
            <p:nvPr/>
          </p:nvCxnSpPr>
          <p:spPr>
            <a:xfrm>
              <a:off x="9337495" y="5735024"/>
              <a:ext cx="690300" cy="324600"/>
            </a:xfrm>
            <a:prstGeom prst="straightConnector1">
              <a:avLst/>
            </a:prstGeom>
            <a:noFill/>
            <a:ln cap="flat" cmpd="sng" w="9525">
              <a:solidFill>
                <a:schemeClr val="lt1"/>
              </a:solidFill>
              <a:prstDash val="solid"/>
              <a:round/>
              <a:headEnd len="sm" w="sm" type="none"/>
              <a:tailEnd len="sm" w="sm" type="none"/>
            </a:ln>
          </p:spPr>
        </p:cxnSp>
        <p:cxnSp>
          <p:nvCxnSpPr>
            <p:cNvPr id="941" name="Google Shape;941;p32"/>
            <p:cNvCxnSpPr>
              <a:stCxn id="860" idx="4"/>
              <a:endCxn id="893" idx="1"/>
            </p:cNvCxnSpPr>
            <p:nvPr/>
          </p:nvCxnSpPr>
          <p:spPr>
            <a:xfrm flipH="1">
              <a:off x="10783053" y="6057604"/>
              <a:ext cx="305100" cy="567600"/>
            </a:xfrm>
            <a:prstGeom prst="straightConnector1">
              <a:avLst/>
            </a:prstGeom>
            <a:noFill/>
            <a:ln cap="flat" cmpd="sng" w="9525">
              <a:solidFill>
                <a:schemeClr val="lt1"/>
              </a:solidFill>
              <a:prstDash val="solid"/>
              <a:round/>
              <a:headEnd len="sm" w="sm" type="none"/>
              <a:tailEnd len="sm" w="sm" type="none"/>
            </a:ln>
          </p:spPr>
        </p:cxnSp>
        <p:sp>
          <p:nvSpPr>
            <p:cNvPr id="896" name="Google Shape;896;p32"/>
            <p:cNvSpPr/>
            <p:nvPr/>
          </p:nvSpPr>
          <p:spPr>
            <a:xfrm flipH="1">
              <a:off x="11764363" y="6572156"/>
              <a:ext cx="109800" cy="109800"/>
            </a:xfrm>
            <a:prstGeom prst="ellipse">
              <a:avLst/>
            </a:prstGeom>
            <a:solidFill>
              <a:schemeClr val="accen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p:txBody>
        </p:sp>
        <p:cxnSp>
          <p:nvCxnSpPr>
            <p:cNvPr id="942" name="Google Shape;942;p32"/>
            <p:cNvCxnSpPr>
              <a:stCxn id="896" idx="3"/>
            </p:cNvCxnSpPr>
            <p:nvPr/>
          </p:nvCxnSpPr>
          <p:spPr>
            <a:xfrm>
              <a:off x="11858083" y="6665876"/>
              <a:ext cx="16200" cy="208800"/>
            </a:xfrm>
            <a:prstGeom prst="straightConnector1">
              <a:avLst/>
            </a:prstGeom>
            <a:noFill/>
            <a:ln cap="flat" cmpd="sng" w="9525">
              <a:solidFill>
                <a:schemeClr val="lt1"/>
              </a:solidFill>
              <a:prstDash val="solid"/>
              <a:round/>
              <a:headEnd len="sm" w="sm" type="none"/>
              <a:tailEnd len="sm" w="sm" type="none"/>
            </a:ln>
          </p:spPr>
        </p:cxnSp>
        <p:cxnSp>
          <p:nvCxnSpPr>
            <p:cNvPr id="943" name="Google Shape;943;p32"/>
            <p:cNvCxnSpPr>
              <a:stCxn id="896" idx="2"/>
            </p:cNvCxnSpPr>
            <p:nvPr/>
          </p:nvCxnSpPr>
          <p:spPr>
            <a:xfrm>
              <a:off x="11874163" y="6627056"/>
              <a:ext cx="339900" cy="78000"/>
            </a:xfrm>
            <a:prstGeom prst="straightConnector1">
              <a:avLst/>
            </a:prstGeom>
            <a:noFill/>
            <a:ln cap="flat" cmpd="sng" w="9525">
              <a:solidFill>
                <a:schemeClr val="lt1"/>
              </a:solidFill>
              <a:prstDash val="solid"/>
              <a:round/>
              <a:headEnd len="sm" w="sm" type="none"/>
              <a:tailEnd len="sm" w="sm" type="none"/>
            </a:ln>
          </p:spPr>
        </p:cxnSp>
        <p:cxnSp>
          <p:nvCxnSpPr>
            <p:cNvPr id="944" name="Google Shape;944;p32"/>
            <p:cNvCxnSpPr>
              <a:stCxn id="896" idx="1"/>
            </p:cNvCxnSpPr>
            <p:nvPr/>
          </p:nvCxnSpPr>
          <p:spPr>
            <a:xfrm flipH="1" rot="10800000">
              <a:off x="11858083" y="6223436"/>
              <a:ext cx="356100" cy="364800"/>
            </a:xfrm>
            <a:prstGeom prst="straightConnector1">
              <a:avLst/>
            </a:prstGeom>
            <a:noFill/>
            <a:ln cap="flat" cmpd="sng" w="9525">
              <a:solidFill>
                <a:schemeClr val="lt1"/>
              </a:solidFill>
              <a:prstDash val="solid"/>
              <a:round/>
              <a:headEnd len="sm" w="sm" type="none"/>
              <a:tailEnd len="sm" w="sm" type="none"/>
            </a:ln>
          </p:spPr>
        </p:cxnSp>
        <p:cxnSp>
          <p:nvCxnSpPr>
            <p:cNvPr id="945" name="Google Shape;945;p32"/>
            <p:cNvCxnSpPr>
              <a:endCxn id="860" idx="2"/>
            </p:cNvCxnSpPr>
            <p:nvPr/>
          </p:nvCxnSpPr>
          <p:spPr>
            <a:xfrm flipH="1">
              <a:off x="11170503" y="5845054"/>
              <a:ext cx="992100" cy="130200"/>
            </a:xfrm>
            <a:prstGeom prst="straightConnector1">
              <a:avLst/>
            </a:prstGeom>
            <a:noFill/>
            <a:ln cap="flat" cmpd="sng" w="9525">
              <a:solidFill>
                <a:schemeClr val="lt1"/>
              </a:solidFill>
              <a:prstDash val="solid"/>
              <a:round/>
              <a:headEnd len="sm" w="sm" type="none"/>
              <a:tailEnd len="sm" w="sm" type="none"/>
            </a:ln>
          </p:spPr>
        </p:cxnSp>
        <p:cxnSp>
          <p:nvCxnSpPr>
            <p:cNvPr id="946" name="Google Shape;946;p32"/>
            <p:cNvCxnSpPr>
              <a:endCxn id="880" idx="3"/>
            </p:cNvCxnSpPr>
            <p:nvPr/>
          </p:nvCxnSpPr>
          <p:spPr>
            <a:xfrm rot="10800000">
              <a:off x="6540102" y="6540970"/>
              <a:ext cx="329100" cy="275400"/>
            </a:xfrm>
            <a:prstGeom prst="straightConnector1">
              <a:avLst/>
            </a:prstGeom>
            <a:noFill/>
            <a:ln cap="flat" cmpd="sng" w="9525">
              <a:solidFill>
                <a:schemeClr val="lt1"/>
              </a:solidFill>
              <a:prstDash val="solid"/>
              <a:round/>
              <a:headEnd len="sm" w="sm" type="none"/>
              <a:tailEnd len="sm" w="sm" type="none"/>
            </a:ln>
          </p:spPr>
        </p:cxnSp>
        <p:cxnSp>
          <p:nvCxnSpPr>
            <p:cNvPr id="947" name="Google Shape;947;p32"/>
            <p:cNvCxnSpPr>
              <a:stCxn id="919" idx="7"/>
              <a:endCxn id="836" idx="1"/>
            </p:cNvCxnSpPr>
            <p:nvPr/>
          </p:nvCxnSpPr>
          <p:spPr>
            <a:xfrm rot="10800000">
              <a:off x="1448345" y="3777508"/>
              <a:ext cx="715500" cy="1455600"/>
            </a:xfrm>
            <a:prstGeom prst="straightConnector1">
              <a:avLst/>
            </a:prstGeom>
            <a:noFill/>
            <a:ln cap="flat" cmpd="sng" w="9525">
              <a:solidFill>
                <a:schemeClr val="lt1"/>
              </a:solidFill>
              <a:prstDash val="solid"/>
              <a:round/>
              <a:headEnd len="sm" w="sm" type="none"/>
              <a:tailEnd len="sm" w="sm" type="none"/>
            </a:ln>
          </p:spPr>
        </p:cxnSp>
      </p:grpSp>
      <p:grpSp>
        <p:nvGrpSpPr>
          <p:cNvPr id="948" name="Google Shape;948;p32"/>
          <p:cNvGrpSpPr/>
          <p:nvPr/>
        </p:nvGrpSpPr>
        <p:grpSpPr>
          <a:xfrm>
            <a:off x="4423205" y="209639"/>
            <a:ext cx="654139" cy="656036"/>
            <a:chOff x="5833678" y="585323"/>
            <a:chExt cx="790500" cy="790500"/>
          </a:xfrm>
        </p:grpSpPr>
        <p:sp>
          <p:nvSpPr>
            <p:cNvPr id="949" name="Google Shape;949;p32"/>
            <p:cNvSpPr/>
            <p:nvPr/>
          </p:nvSpPr>
          <p:spPr>
            <a:xfrm>
              <a:off x="5833678" y="585323"/>
              <a:ext cx="790500" cy="790500"/>
            </a:xfrm>
            <a:prstGeom prst="arc">
              <a:avLst>
                <a:gd fmla="val 5614108" name="adj1"/>
                <a:gd fmla="val 16174202" name="adj2"/>
              </a:avLst>
            </a:prstGeom>
            <a:noFill/>
            <a:ln cap="flat" cmpd="sng" w="25400">
              <a:solidFill>
                <a:schemeClr val="lt1"/>
              </a:solidFill>
              <a:prstDash val="solid"/>
              <a:round/>
              <a:headEnd len="med" w="med" type="oval"/>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50" name="Google Shape;950;p32"/>
            <p:cNvSpPr/>
            <p:nvPr/>
          </p:nvSpPr>
          <p:spPr>
            <a:xfrm>
              <a:off x="5907909" y="658049"/>
              <a:ext cx="645000" cy="6450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951" name="Google Shape;951;p32"/>
          <p:cNvSpPr txBox="1"/>
          <p:nvPr/>
        </p:nvSpPr>
        <p:spPr>
          <a:xfrm>
            <a:off x="4423000" y="335255"/>
            <a:ext cx="593700" cy="369300"/>
          </a:xfrm>
          <a:prstGeom prst="rect">
            <a:avLst/>
          </a:prstGeom>
          <a:noFill/>
          <a:ln>
            <a:noFill/>
          </a:ln>
        </p:spPr>
        <p:txBody>
          <a:bodyPr anchorCtr="0" anchor="ctr" bIns="45700" lIns="81000" spcFirstLastPara="1" rIns="81000"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Arial"/>
                <a:ea typeface="Arial"/>
                <a:cs typeface="Arial"/>
                <a:sym typeface="Arial"/>
              </a:rPr>
              <a:t>1</a:t>
            </a:r>
            <a:endParaRPr b="1" i="0" sz="1800" u="none" cap="none" strike="noStrike">
              <a:solidFill>
                <a:schemeClr val="dk1"/>
              </a:solidFill>
              <a:latin typeface="Arial"/>
              <a:ea typeface="Arial"/>
              <a:cs typeface="Arial"/>
              <a:sym typeface="Arial"/>
            </a:endParaRPr>
          </a:p>
        </p:txBody>
      </p:sp>
      <p:sp>
        <p:nvSpPr>
          <p:cNvPr id="952" name="Google Shape;952;p32"/>
          <p:cNvSpPr txBox="1"/>
          <p:nvPr/>
        </p:nvSpPr>
        <p:spPr>
          <a:xfrm>
            <a:off x="4021682" y="1908290"/>
            <a:ext cx="593700" cy="369300"/>
          </a:xfrm>
          <a:prstGeom prst="rect">
            <a:avLst/>
          </a:prstGeom>
          <a:noFill/>
          <a:ln>
            <a:noFill/>
          </a:ln>
        </p:spPr>
        <p:txBody>
          <a:bodyPr anchorCtr="0" anchor="ctr" bIns="45700" lIns="81000" spcFirstLastPara="1" rIns="81000" wrap="square" tIns="45700">
            <a:sp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3"/>
              </a:solidFill>
              <a:latin typeface="Arial"/>
              <a:ea typeface="Arial"/>
              <a:cs typeface="Arial"/>
              <a:sym typeface="Arial"/>
            </a:endParaRPr>
          </a:p>
        </p:txBody>
      </p:sp>
      <p:sp>
        <p:nvSpPr>
          <p:cNvPr id="953" name="Google Shape;953;p32"/>
          <p:cNvSpPr txBox="1"/>
          <p:nvPr/>
        </p:nvSpPr>
        <p:spPr>
          <a:xfrm>
            <a:off x="1195624" y="1920322"/>
            <a:ext cx="2356800" cy="6915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4100"/>
              <a:buFont typeface="Arial"/>
              <a:buNone/>
            </a:pPr>
            <a:r>
              <a:rPr b="1" i="0" lang="en" sz="4100" u="none" cap="none" strike="noStrike">
                <a:solidFill>
                  <a:schemeClr val="dk1"/>
                </a:solidFill>
                <a:latin typeface="Balthazar"/>
                <a:ea typeface="Balthazar"/>
                <a:cs typeface="Balthazar"/>
                <a:sym typeface="Balthazar"/>
              </a:rPr>
              <a:t>PLAN</a:t>
            </a:r>
            <a:endParaRPr b="1" i="0" sz="4100" u="none" cap="none" strike="noStrike">
              <a:solidFill>
                <a:schemeClr val="dk1"/>
              </a:solidFill>
              <a:latin typeface="Balthazar"/>
              <a:ea typeface="Balthazar"/>
              <a:cs typeface="Balthazar"/>
              <a:sym typeface="Balthazar"/>
            </a:endParaRPr>
          </a:p>
        </p:txBody>
      </p:sp>
      <p:grpSp>
        <p:nvGrpSpPr>
          <p:cNvPr id="954" name="Google Shape;954;p32"/>
          <p:cNvGrpSpPr/>
          <p:nvPr/>
        </p:nvGrpSpPr>
        <p:grpSpPr>
          <a:xfrm>
            <a:off x="4404330" y="1766700"/>
            <a:ext cx="630898" cy="715561"/>
            <a:chOff x="5833678" y="1552456"/>
            <a:chExt cx="790500" cy="790500"/>
          </a:xfrm>
        </p:grpSpPr>
        <p:sp>
          <p:nvSpPr>
            <p:cNvPr id="955" name="Google Shape;955;p32"/>
            <p:cNvSpPr/>
            <p:nvPr/>
          </p:nvSpPr>
          <p:spPr>
            <a:xfrm>
              <a:off x="5833678" y="1552456"/>
              <a:ext cx="790500" cy="790500"/>
            </a:xfrm>
            <a:prstGeom prst="arc">
              <a:avLst>
                <a:gd fmla="val 5614108" name="adj1"/>
                <a:gd fmla="val 16174202" name="adj2"/>
              </a:avLst>
            </a:prstGeom>
            <a:noFill/>
            <a:ln cap="flat" cmpd="sng" w="25400">
              <a:solidFill>
                <a:schemeClr val="lt1"/>
              </a:solidFill>
              <a:prstDash val="solid"/>
              <a:round/>
              <a:headEnd len="med" w="med" type="oval"/>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56" name="Google Shape;956;p32"/>
            <p:cNvSpPr/>
            <p:nvPr/>
          </p:nvSpPr>
          <p:spPr>
            <a:xfrm>
              <a:off x="5852437" y="1623231"/>
              <a:ext cx="738000" cy="6459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Calibri"/>
                  <a:ea typeface="Calibri"/>
                  <a:cs typeface="Calibri"/>
                  <a:sym typeface="Calibri"/>
                </a:rPr>
                <a:t>3</a:t>
              </a:r>
              <a:endParaRPr b="1" i="0" sz="1800" u="none" cap="none" strike="noStrike">
                <a:solidFill>
                  <a:schemeClr val="dk1"/>
                </a:solidFill>
                <a:latin typeface="Calibri"/>
                <a:ea typeface="Calibri"/>
                <a:cs typeface="Calibri"/>
                <a:sym typeface="Calibri"/>
              </a:endParaRPr>
            </a:p>
          </p:txBody>
        </p:sp>
      </p:grpSp>
      <p:grpSp>
        <p:nvGrpSpPr>
          <p:cNvPr id="957" name="Google Shape;957;p32"/>
          <p:cNvGrpSpPr/>
          <p:nvPr/>
        </p:nvGrpSpPr>
        <p:grpSpPr>
          <a:xfrm>
            <a:off x="4327081" y="3501510"/>
            <a:ext cx="730185" cy="677379"/>
            <a:chOff x="5833678" y="1552456"/>
            <a:chExt cx="790500" cy="790500"/>
          </a:xfrm>
        </p:grpSpPr>
        <p:sp>
          <p:nvSpPr>
            <p:cNvPr id="958" name="Google Shape;958;p32"/>
            <p:cNvSpPr/>
            <p:nvPr/>
          </p:nvSpPr>
          <p:spPr>
            <a:xfrm>
              <a:off x="5833678" y="1552456"/>
              <a:ext cx="790500" cy="790500"/>
            </a:xfrm>
            <a:prstGeom prst="arc">
              <a:avLst>
                <a:gd fmla="val 5614108" name="adj1"/>
                <a:gd fmla="val 16174202" name="adj2"/>
              </a:avLst>
            </a:prstGeom>
            <a:noFill/>
            <a:ln cap="flat" cmpd="sng" w="25400">
              <a:solidFill>
                <a:schemeClr val="lt1"/>
              </a:solidFill>
              <a:prstDash val="solid"/>
              <a:round/>
              <a:headEnd len="med" w="med" type="oval"/>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59" name="Google Shape;959;p32"/>
            <p:cNvSpPr/>
            <p:nvPr/>
          </p:nvSpPr>
          <p:spPr>
            <a:xfrm>
              <a:off x="5907909" y="1625182"/>
              <a:ext cx="645000" cy="6450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Arial"/>
                  <a:ea typeface="Arial"/>
                  <a:cs typeface="Arial"/>
                  <a:sym typeface="Arial"/>
                </a:rPr>
                <a:t>5</a:t>
              </a:r>
              <a:endParaRPr b="1" i="0" sz="1800" u="none" cap="none" strike="noStrike">
                <a:solidFill>
                  <a:schemeClr val="dk1"/>
                </a:solidFill>
                <a:latin typeface="Arial"/>
                <a:ea typeface="Arial"/>
                <a:cs typeface="Arial"/>
                <a:sym typeface="Arial"/>
              </a:endParaRPr>
            </a:p>
          </p:txBody>
        </p:sp>
      </p:grpSp>
      <p:grpSp>
        <p:nvGrpSpPr>
          <p:cNvPr id="960" name="Google Shape;960;p32"/>
          <p:cNvGrpSpPr/>
          <p:nvPr/>
        </p:nvGrpSpPr>
        <p:grpSpPr>
          <a:xfrm>
            <a:off x="4419341" y="987058"/>
            <a:ext cx="681648" cy="638803"/>
            <a:chOff x="5833678" y="585323"/>
            <a:chExt cx="790500" cy="790500"/>
          </a:xfrm>
        </p:grpSpPr>
        <p:sp>
          <p:nvSpPr>
            <p:cNvPr id="961" name="Google Shape;961;p32"/>
            <p:cNvSpPr/>
            <p:nvPr/>
          </p:nvSpPr>
          <p:spPr>
            <a:xfrm>
              <a:off x="5833678" y="585323"/>
              <a:ext cx="790500" cy="790500"/>
            </a:xfrm>
            <a:prstGeom prst="arc">
              <a:avLst>
                <a:gd fmla="val 5614108" name="adj1"/>
                <a:gd fmla="val 16174202" name="adj2"/>
              </a:avLst>
            </a:prstGeom>
            <a:noFill/>
            <a:ln cap="flat" cmpd="sng" w="25400">
              <a:solidFill>
                <a:schemeClr val="lt1"/>
              </a:solidFill>
              <a:prstDash val="solid"/>
              <a:round/>
              <a:headEnd len="med" w="med" type="oval"/>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62" name="Google Shape;962;p32"/>
            <p:cNvSpPr/>
            <p:nvPr/>
          </p:nvSpPr>
          <p:spPr>
            <a:xfrm>
              <a:off x="5907909" y="658049"/>
              <a:ext cx="645000" cy="6450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963" name="Google Shape;963;p32"/>
          <p:cNvSpPr txBox="1"/>
          <p:nvPr/>
        </p:nvSpPr>
        <p:spPr>
          <a:xfrm>
            <a:off x="4463400" y="1114324"/>
            <a:ext cx="593700" cy="369300"/>
          </a:xfrm>
          <a:prstGeom prst="rect">
            <a:avLst/>
          </a:prstGeom>
          <a:noFill/>
          <a:ln>
            <a:noFill/>
          </a:ln>
        </p:spPr>
        <p:txBody>
          <a:bodyPr anchorCtr="0" anchor="ctr" bIns="45700" lIns="81000" spcFirstLastPara="1" rIns="81000"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Arial"/>
                <a:ea typeface="Arial"/>
                <a:cs typeface="Arial"/>
                <a:sym typeface="Arial"/>
              </a:rPr>
              <a:t>2</a:t>
            </a:r>
            <a:endParaRPr b="1" i="0" sz="1800" u="none" cap="none" strike="noStrike">
              <a:solidFill>
                <a:schemeClr val="dk1"/>
              </a:solidFill>
              <a:latin typeface="Arial"/>
              <a:ea typeface="Arial"/>
              <a:cs typeface="Arial"/>
              <a:sym typeface="Arial"/>
            </a:endParaRPr>
          </a:p>
        </p:txBody>
      </p:sp>
      <p:grpSp>
        <p:nvGrpSpPr>
          <p:cNvPr id="964" name="Google Shape;964;p32"/>
          <p:cNvGrpSpPr/>
          <p:nvPr/>
        </p:nvGrpSpPr>
        <p:grpSpPr>
          <a:xfrm>
            <a:off x="4369238" y="2625902"/>
            <a:ext cx="643704" cy="717063"/>
            <a:chOff x="5833678" y="1552456"/>
            <a:chExt cx="790500" cy="790500"/>
          </a:xfrm>
        </p:grpSpPr>
        <p:sp>
          <p:nvSpPr>
            <p:cNvPr id="965" name="Google Shape;965;p32"/>
            <p:cNvSpPr/>
            <p:nvPr/>
          </p:nvSpPr>
          <p:spPr>
            <a:xfrm>
              <a:off x="5833678" y="1552456"/>
              <a:ext cx="790500" cy="790500"/>
            </a:xfrm>
            <a:prstGeom prst="arc">
              <a:avLst>
                <a:gd fmla="val 5614108" name="adj1"/>
                <a:gd fmla="val 16174202" name="adj2"/>
              </a:avLst>
            </a:prstGeom>
            <a:noFill/>
            <a:ln cap="flat" cmpd="sng" w="25400">
              <a:solidFill>
                <a:schemeClr val="lt1"/>
              </a:solidFill>
              <a:prstDash val="solid"/>
              <a:round/>
              <a:headEnd len="med" w="med" type="oval"/>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66" name="Google Shape;966;p32"/>
            <p:cNvSpPr/>
            <p:nvPr/>
          </p:nvSpPr>
          <p:spPr>
            <a:xfrm>
              <a:off x="5852437" y="1623231"/>
              <a:ext cx="738000" cy="6459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Calibri"/>
                  <a:ea typeface="Calibri"/>
                  <a:cs typeface="Calibri"/>
                  <a:sym typeface="Calibri"/>
                </a:rPr>
                <a:t>4</a:t>
              </a:r>
              <a:endParaRPr b="1" i="0" sz="1800" u="none" cap="none" strike="noStrike">
                <a:solidFill>
                  <a:schemeClr val="dk1"/>
                </a:solidFill>
                <a:latin typeface="Calibri"/>
                <a:ea typeface="Calibri"/>
                <a:cs typeface="Calibri"/>
                <a:sym typeface="Calibri"/>
              </a:endParaRPr>
            </a:p>
          </p:txBody>
        </p:sp>
      </p:grpSp>
      <p:grpSp>
        <p:nvGrpSpPr>
          <p:cNvPr id="967" name="Google Shape;967;p32"/>
          <p:cNvGrpSpPr/>
          <p:nvPr/>
        </p:nvGrpSpPr>
        <p:grpSpPr>
          <a:xfrm>
            <a:off x="4318678" y="4274231"/>
            <a:ext cx="730185" cy="677379"/>
            <a:chOff x="5833678" y="1552456"/>
            <a:chExt cx="790500" cy="790500"/>
          </a:xfrm>
        </p:grpSpPr>
        <p:sp>
          <p:nvSpPr>
            <p:cNvPr id="968" name="Google Shape;968;p32"/>
            <p:cNvSpPr/>
            <p:nvPr/>
          </p:nvSpPr>
          <p:spPr>
            <a:xfrm>
              <a:off x="5833678" y="1552456"/>
              <a:ext cx="790500" cy="790500"/>
            </a:xfrm>
            <a:prstGeom prst="arc">
              <a:avLst>
                <a:gd fmla="val 5614108" name="adj1"/>
                <a:gd fmla="val 16174202" name="adj2"/>
              </a:avLst>
            </a:prstGeom>
            <a:noFill/>
            <a:ln cap="flat" cmpd="sng" w="25400">
              <a:solidFill>
                <a:schemeClr val="lt1"/>
              </a:solidFill>
              <a:prstDash val="solid"/>
              <a:round/>
              <a:headEnd len="med" w="med" type="oval"/>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69" name="Google Shape;969;p32"/>
            <p:cNvSpPr/>
            <p:nvPr/>
          </p:nvSpPr>
          <p:spPr>
            <a:xfrm>
              <a:off x="5907909" y="1625182"/>
              <a:ext cx="645000" cy="6450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Arial"/>
                  <a:ea typeface="Arial"/>
                  <a:cs typeface="Arial"/>
                  <a:sym typeface="Arial"/>
                </a:rPr>
                <a:t>6</a:t>
              </a:r>
              <a:endParaRPr b="1" i="0" sz="1800" u="none" cap="none" strike="noStrike">
                <a:solidFill>
                  <a:schemeClr val="dk1"/>
                </a:solidFill>
                <a:latin typeface="Arial"/>
                <a:ea typeface="Arial"/>
                <a:cs typeface="Arial"/>
                <a:sym typeface="Arial"/>
              </a:endParaRPr>
            </a:p>
          </p:txBody>
        </p:sp>
      </p:grpSp>
      <p:sp>
        <p:nvSpPr>
          <p:cNvPr id="970" name="Google Shape;970;p32"/>
          <p:cNvSpPr txBox="1"/>
          <p:nvPr/>
        </p:nvSpPr>
        <p:spPr>
          <a:xfrm>
            <a:off x="5200000" y="275255"/>
            <a:ext cx="3650100" cy="489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50"/>
              <a:buFont typeface="Arial"/>
              <a:buNone/>
            </a:pPr>
            <a:r>
              <a:rPr b="1" i="0" lang="en" sz="1250" u="none" cap="none" strike="noStrike">
                <a:solidFill>
                  <a:schemeClr val="dk1"/>
                </a:solidFill>
                <a:latin typeface="Times New Roman"/>
                <a:ea typeface="Times New Roman"/>
                <a:cs typeface="Times New Roman"/>
                <a:sym typeface="Times New Roman"/>
              </a:rPr>
              <a:t>Contexte et problème</a:t>
            </a:r>
            <a:endParaRPr>
              <a:solidFill>
                <a:schemeClr val="dk1"/>
              </a:solidFill>
            </a:endParaRPr>
          </a:p>
        </p:txBody>
      </p:sp>
      <p:sp>
        <p:nvSpPr>
          <p:cNvPr id="971" name="Google Shape;971;p32"/>
          <p:cNvSpPr txBox="1"/>
          <p:nvPr/>
        </p:nvSpPr>
        <p:spPr>
          <a:xfrm>
            <a:off x="5200000" y="1054324"/>
            <a:ext cx="3650100" cy="489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50"/>
              <a:buFont typeface="Arial"/>
              <a:buNone/>
            </a:pPr>
            <a:r>
              <a:rPr b="1" i="0" lang="en" sz="1250" u="none" cap="none" strike="noStrike">
                <a:solidFill>
                  <a:schemeClr val="dk1"/>
                </a:solidFill>
                <a:latin typeface="Times New Roman"/>
                <a:ea typeface="Times New Roman"/>
                <a:cs typeface="Times New Roman"/>
                <a:sym typeface="Times New Roman"/>
              </a:rPr>
              <a:t>État de l'art</a:t>
            </a:r>
            <a:endParaRPr>
              <a:solidFill>
                <a:schemeClr val="dk1"/>
              </a:solidFill>
            </a:endParaRPr>
          </a:p>
        </p:txBody>
      </p:sp>
      <p:sp>
        <p:nvSpPr>
          <p:cNvPr id="972" name="Google Shape;972;p32"/>
          <p:cNvSpPr txBox="1"/>
          <p:nvPr/>
        </p:nvSpPr>
        <p:spPr>
          <a:xfrm>
            <a:off x="5200000" y="1833393"/>
            <a:ext cx="3650100" cy="489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50"/>
              <a:buFont typeface="Arial"/>
              <a:buNone/>
            </a:pPr>
            <a:r>
              <a:rPr b="1" i="0" lang="en" sz="1250" u="none" cap="none" strike="noStrike">
                <a:solidFill>
                  <a:schemeClr val="dk1"/>
                </a:solidFill>
                <a:latin typeface="Times New Roman"/>
                <a:ea typeface="Times New Roman"/>
                <a:cs typeface="Times New Roman"/>
                <a:sym typeface="Times New Roman"/>
              </a:rPr>
              <a:t>Verrou et positionnement</a:t>
            </a:r>
            <a:endParaRPr>
              <a:solidFill>
                <a:schemeClr val="dk1"/>
              </a:solidFill>
            </a:endParaRPr>
          </a:p>
        </p:txBody>
      </p:sp>
      <p:sp>
        <p:nvSpPr>
          <p:cNvPr id="973" name="Google Shape;973;p32"/>
          <p:cNvSpPr txBox="1"/>
          <p:nvPr/>
        </p:nvSpPr>
        <p:spPr>
          <a:xfrm>
            <a:off x="5200000" y="2612462"/>
            <a:ext cx="3650100" cy="489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50"/>
              <a:buFont typeface="Arial"/>
              <a:buNone/>
            </a:pPr>
            <a:r>
              <a:rPr b="1" i="0" lang="en" sz="1250" u="none" cap="none" strike="noStrike">
                <a:solidFill>
                  <a:schemeClr val="dk1"/>
                </a:solidFill>
                <a:latin typeface="Times New Roman"/>
                <a:ea typeface="Times New Roman"/>
                <a:cs typeface="Times New Roman"/>
                <a:sym typeface="Times New Roman"/>
              </a:rPr>
              <a:t>La chaîne proposée</a:t>
            </a:r>
            <a:endParaRPr>
              <a:solidFill>
                <a:schemeClr val="dk1"/>
              </a:solidFill>
            </a:endParaRPr>
          </a:p>
        </p:txBody>
      </p:sp>
      <p:sp>
        <p:nvSpPr>
          <p:cNvPr id="974" name="Google Shape;974;p32"/>
          <p:cNvSpPr txBox="1"/>
          <p:nvPr/>
        </p:nvSpPr>
        <p:spPr>
          <a:xfrm>
            <a:off x="5200000" y="3595256"/>
            <a:ext cx="3650100" cy="489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50"/>
              <a:buFont typeface="Arial"/>
              <a:buNone/>
            </a:pPr>
            <a:r>
              <a:rPr b="1" lang="en" sz="1250">
                <a:solidFill>
                  <a:schemeClr val="dk1"/>
                </a:solidFill>
                <a:latin typeface="Times New Roman"/>
                <a:ea typeface="Times New Roman"/>
                <a:cs typeface="Times New Roman"/>
                <a:sym typeface="Times New Roman"/>
              </a:rPr>
              <a:t>D</a:t>
            </a:r>
            <a:r>
              <a:rPr b="1" i="0" lang="en" sz="1250" u="none" cap="none" strike="noStrike">
                <a:solidFill>
                  <a:schemeClr val="dk1"/>
                </a:solidFill>
                <a:latin typeface="Times New Roman"/>
                <a:ea typeface="Times New Roman"/>
                <a:cs typeface="Times New Roman"/>
                <a:sym typeface="Times New Roman"/>
              </a:rPr>
              <a:t>onnées et évaluation</a:t>
            </a:r>
            <a:endParaRPr>
              <a:solidFill>
                <a:schemeClr val="dk1"/>
              </a:solidFill>
            </a:endParaRPr>
          </a:p>
        </p:txBody>
      </p:sp>
      <p:sp>
        <p:nvSpPr>
          <p:cNvPr id="975" name="Google Shape;975;p32"/>
          <p:cNvSpPr txBox="1"/>
          <p:nvPr/>
        </p:nvSpPr>
        <p:spPr>
          <a:xfrm>
            <a:off x="5200000" y="4367963"/>
            <a:ext cx="3650100" cy="489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50"/>
              <a:buFont typeface="Arial"/>
              <a:buNone/>
            </a:pPr>
            <a:r>
              <a:rPr b="1" lang="en" sz="1250">
                <a:solidFill>
                  <a:schemeClr val="dk1"/>
                </a:solidFill>
                <a:latin typeface="Times New Roman"/>
                <a:ea typeface="Times New Roman"/>
                <a:cs typeface="Times New Roman"/>
                <a:sym typeface="Times New Roman"/>
              </a:rPr>
              <a:t>R</a:t>
            </a:r>
            <a:r>
              <a:rPr b="1" i="0" lang="en" sz="1250" u="none" cap="none" strike="noStrike">
                <a:solidFill>
                  <a:schemeClr val="dk1"/>
                </a:solidFill>
                <a:latin typeface="Times New Roman"/>
                <a:ea typeface="Times New Roman"/>
                <a:cs typeface="Times New Roman"/>
                <a:sym typeface="Times New Roman"/>
              </a:rPr>
              <a:t>ecalage et intégration</a:t>
            </a:r>
            <a:endParaRPr>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9" name="Shape 979"/>
        <p:cNvGrpSpPr/>
        <p:nvPr/>
      </p:nvGrpSpPr>
      <p:grpSpPr>
        <a:xfrm>
          <a:off x="0" y="0"/>
          <a:ext cx="0" cy="0"/>
          <a:chOff x="0" y="0"/>
          <a:chExt cx="0" cy="0"/>
        </a:xfrm>
      </p:grpSpPr>
      <p:sp>
        <p:nvSpPr>
          <p:cNvPr id="980" name="Google Shape;980;p33"/>
          <p:cNvSpPr txBox="1"/>
          <p:nvPr>
            <p:ph idx="1" type="body"/>
          </p:nvPr>
        </p:nvSpPr>
        <p:spPr>
          <a:xfrm>
            <a:off x="1293661" y="1988820"/>
            <a:ext cx="6556677" cy="113157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 sz="3200">
                <a:solidFill>
                  <a:schemeClr val="dk1"/>
                </a:solidFill>
                <a:latin typeface="Times New Roman"/>
                <a:ea typeface="Times New Roman"/>
                <a:cs typeface="Times New Roman"/>
                <a:sym typeface="Times New Roman"/>
              </a:rPr>
              <a:t>Contexte et problème</a:t>
            </a:r>
            <a:endParaRPr>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4" name="Shape 984"/>
        <p:cNvGrpSpPr/>
        <p:nvPr/>
      </p:nvGrpSpPr>
      <p:grpSpPr>
        <a:xfrm>
          <a:off x="0" y="0"/>
          <a:ext cx="0" cy="0"/>
          <a:chOff x="0" y="0"/>
          <a:chExt cx="0" cy="0"/>
        </a:xfrm>
      </p:grpSpPr>
      <p:sp>
        <p:nvSpPr>
          <p:cNvPr id="985" name="Google Shape;985;p34"/>
          <p:cNvSpPr txBox="1"/>
          <p:nvPr>
            <p:ph idx="4294967295" type="title"/>
          </p:nvPr>
        </p:nvSpPr>
        <p:spPr>
          <a:xfrm>
            <a:off x="154050" y="183256"/>
            <a:ext cx="8835975" cy="992700"/>
          </a:xfrm>
          <a:prstGeom prst="rect">
            <a:avLst/>
          </a:prstGeom>
          <a:solidFill>
            <a:srgbClr val="B1CDFB"/>
          </a:solidFill>
          <a:ln>
            <a:noFill/>
          </a:ln>
        </p:spPr>
        <p:txBody>
          <a:bodyPr anchorCtr="0" anchor="ctr" bIns="182875" lIns="182875" spcFirstLastPara="1" rIns="182875" wrap="square" tIns="182875">
            <a:normAutofit/>
          </a:bodyPr>
          <a:lstStyle/>
          <a:p>
            <a:pPr indent="0" lvl="0" marL="0" rtl="0" algn="ctr">
              <a:lnSpc>
                <a:spcPct val="90000"/>
              </a:lnSpc>
              <a:spcBef>
                <a:spcPts val="0"/>
              </a:spcBef>
              <a:spcAft>
                <a:spcPts val="0"/>
              </a:spcAft>
              <a:buSzPts val="3300"/>
              <a:buNone/>
            </a:pPr>
            <a:r>
              <a:rPr b="1" lang="en" sz="2100">
                <a:solidFill>
                  <a:srgbClr val="262626"/>
                </a:solidFill>
                <a:latin typeface="Times New Roman"/>
                <a:ea typeface="Times New Roman"/>
                <a:cs typeface="Times New Roman"/>
                <a:sym typeface="Times New Roman"/>
              </a:rPr>
              <a:t>Contexte clinique</a:t>
            </a:r>
            <a:endParaRPr/>
          </a:p>
        </p:txBody>
      </p:sp>
      <p:sp>
        <p:nvSpPr>
          <p:cNvPr id="986" name="Google Shape;986;p34"/>
          <p:cNvSpPr/>
          <p:nvPr/>
        </p:nvSpPr>
        <p:spPr>
          <a:xfrm>
            <a:off x="7830150" y="93500"/>
            <a:ext cx="1159800" cy="11865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7" name="Google Shape;987;p34"/>
          <p:cNvSpPr/>
          <p:nvPr/>
        </p:nvSpPr>
        <p:spPr>
          <a:xfrm>
            <a:off x="7936500" y="190400"/>
            <a:ext cx="947100" cy="9927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8" name="Google Shape;988;p34"/>
          <p:cNvSpPr/>
          <p:nvPr/>
        </p:nvSpPr>
        <p:spPr>
          <a:xfrm>
            <a:off x="8765725" y="501950"/>
            <a:ext cx="614249" cy="337200"/>
          </a:xfrm>
          <a:prstGeom prst="ellipse">
            <a:avLst/>
          </a:prstGeom>
          <a:solidFill>
            <a:schemeClr val="lt1"/>
          </a:solidFill>
          <a:ln cap="flat" cmpd="sng" w="9525">
            <a:solidFill>
              <a:srgbClr val="9FC5E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07</a:t>
            </a:r>
            <a:endParaRPr b="0" i="0" sz="1400" u="none" cap="none" strike="noStrike">
              <a:solidFill>
                <a:srgbClr val="000000"/>
              </a:solidFill>
              <a:latin typeface="Arial"/>
              <a:ea typeface="Arial"/>
              <a:cs typeface="Arial"/>
              <a:sym typeface="Arial"/>
            </a:endParaRPr>
          </a:p>
        </p:txBody>
      </p:sp>
      <p:pic>
        <p:nvPicPr>
          <p:cNvPr descr="Une image contenant personne, sourire, blanc, pose  Description générée automatiquement" id="989" name="Google Shape;989;p34"/>
          <p:cNvPicPr preferRelativeResize="0"/>
          <p:nvPr/>
        </p:nvPicPr>
        <p:blipFill rotWithShape="1">
          <a:blip r:embed="rId3">
            <a:alphaModFix/>
          </a:blip>
          <a:srcRect b="0" l="0" r="0" t="0"/>
          <a:stretch/>
        </p:blipFill>
        <p:spPr>
          <a:xfrm>
            <a:off x="8006453" y="285136"/>
            <a:ext cx="770513" cy="770513"/>
          </a:xfrm>
          <a:prstGeom prst="rect">
            <a:avLst/>
          </a:prstGeom>
          <a:noFill/>
          <a:ln>
            <a:noFill/>
          </a:ln>
        </p:spPr>
      </p:pic>
      <p:sp>
        <p:nvSpPr>
          <p:cNvPr id="990" name="Google Shape;990;p34"/>
          <p:cNvSpPr txBox="1"/>
          <p:nvPr/>
        </p:nvSpPr>
        <p:spPr>
          <a:xfrm>
            <a:off x="372800" y="1257975"/>
            <a:ext cx="8300100" cy="1411500"/>
          </a:xfrm>
          <a:prstGeom prst="rect">
            <a:avLst/>
          </a:prstGeom>
          <a:noFill/>
          <a:ln>
            <a:noFill/>
          </a:ln>
        </p:spPr>
        <p:txBody>
          <a:bodyPr anchorCtr="0" anchor="t" bIns="0" lIns="0" spcFirstLastPara="1" rIns="0" wrap="square" tIns="0">
            <a:noAutofit/>
          </a:bodyPr>
          <a:lstStyle/>
          <a:p>
            <a:pPr indent="-285750" lvl="0" marL="285750" marR="0" rtl="0" algn="l">
              <a:lnSpc>
                <a:spcPct val="100000"/>
              </a:lnSpc>
              <a:spcBef>
                <a:spcPts val="0"/>
              </a:spcBef>
              <a:spcAft>
                <a:spcPts val="0"/>
              </a:spcAft>
              <a:buClr>
                <a:srgbClr val="2E5E9E"/>
              </a:buClr>
              <a:buSzPts val="1105"/>
              <a:buFont typeface="Arial"/>
              <a:buChar char="•"/>
            </a:pPr>
            <a:r>
              <a:rPr b="0" i="0" lang="en" sz="1300" u="none" cap="none" strike="noStrike">
                <a:solidFill>
                  <a:srgbClr val="262626"/>
                </a:solidFill>
                <a:latin typeface="Times New Roman"/>
                <a:ea typeface="Times New Roman"/>
                <a:cs typeface="Times New Roman"/>
                <a:sym typeface="Times New Roman"/>
              </a:rPr>
              <a:t>La rétinopathie diabétique est une complication fréquente du diabète et l'une des principales causes de </a:t>
            </a:r>
            <a:r>
              <a:rPr b="1" i="0" lang="en" sz="1300" u="none" cap="none" strike="noStrike">
                <a:solidFill>
                  <a:srgbClr val="262626"/>
                </a:solidFill>
                <a:latin typeface="Times New Roman"/>
                <a:ea typeface="Times New Roman"/>
                <a:cs typeface="Times New Roman"/>
                <a:sym typeface="Times New Roman"/>
              </a:rPr>
              <a:t>cécité évitable</a:t>
            </a:r>
            <a:r>
              <a:rPr b="0" i="0" lang="en" sz="1300" u="none" cap="none" strike="noStrike">
                <a:solidFill>
                  <a:srgbClr val="262626"/>
                </a:solidFill>
                <a:latin typeface="Times New Roman"/>
                <a:ea typeface="Times New Roman"/>
                <a:cs typeface="Times New Roman"/>
                <a:sym typeface="Times New Roman"/>
              </a:rPr>
              <a:t>.</a:t>
            </a:r>
            <a:endParaRPr/>
          </a:p>
          <a:p>
            <a:pPr indent="-285750" lvl="0" marL="285750" marR="0" rtl="0" algn="l">
              <a:lnSpc>
                <a:spcPct val="100000"/>
              </a:lnSpc>
              <a:spcBef>
                <a:spcPts val="620"/>
              </a:spcBef>
              <a:spcAft>
                <a:spcPts val="0"/>
              </a:spcAft>
              <a:buClr>
                <a:srgbClr val="2E5E9E"/>
              </a:buClr>
              <a:buSzPts val="1105"/>
              <a:buFont typeface="Arial"/>
              <a:buChar char="•"/>
            </a:pPr>
            <a:r>
              <a:rPr b="0" i="0" lang="en" sz="1300" u="none" cap="none" strike="noStrike">
                <a:solidFill>
                  <a:srgbClr val="262626"/>
                </a:solidFill>
                <a:latin typeface="Times New Roman"/>
                <a:ea typeface="Times New Roman"/>
                <a:cs typeface="Times New Roman"/>
                <a:sym typeface="Times New Roman"/>
              </a:rPr>
              <a:t>La photographie du fond d'œil est la technique de référence non invasive, peu coûteuse, déployable hors du cabinet d'ophtalmologie.</a:t>
            </a:r>
            <a:endParaRPr/>
          </a:p>
          <a:p>
            <a:pPr indent="-285750" lvl="0" marL="285750" marR="0" rtl="0" algn="l">
              <a:lnSpc>
                <a:spcPct val="100000"/>
              </a:lnSpc>
              <a:spcBef>
                <a:spcPts val="620"/>
              </a:spcBef>
              <a:spcAft>
                <a:spcPts val="0"/>
              </a:spcAft>
              <a:buClr>
                <a:srgbClr val="2E5E9E"/>
              </a:buClr>
              <a:buSzPts val="1105"/>
              <a:buFont typeface="Arial"/>
              <a:buChar char="•"/>
            </a:pPr>
            <a:r>
              <a:rPr b="0" i="0" lang="en" sz="1300" u="none" cap="none" strike="noStrike">
                <a:solidFill>
                  <a:srgbClr val="262626"/>
                </a:solidFill>
                <a:latin typeface="Times New Roman"/>
                <a:ea typeface="Times New Roman"/>
                <a:cs typeface="Times New Roman"/>
                <a:sym typeface="Times New Roman"/>
              </a:rPr>
              <a:t>En pratique, l'ophtalmologiste compare à l'œil deux photographies prises à des mois d'intervalle, cadrées et éclairées différemment.</a:t>
            </a:r>
            <a:endParaRPr/>
          </a:p>
          <a:p>
            <a:pPr indent="-285750" lvl="0" marL="285750" marR="0" rtl="0" algn="l">
              <a:lnSpc>
                <a:spcPct val="100000"/>
              </a:lnSpc>
              <a:spcBef>
                <a:spcPts val="620"/>
              </a:spcBef>
              <a:spcAft>
                <a:spcPts val="0"/>
              </a:spcAft>
              <a:buClr>
                <a:srgbClr val="2E5E9E"/>
              </a:buClr>
              <a:buSzPts val="1105"/>
              <a:buFont typeface="Arial"/>
              <a:buChar char="•"/>
            </a:pPr>
            <a:r>
              <a:rPr b="0" i="0" lang="en" sz="1300" u="none" cap="none" strike="noStrike">
                <a:solidFill>
                  <a:srgbClr val="262626"/>
                </a:solidFill>
                <a:latin typeface="Times New Roman"/>
                <a:ea typeface="Times New Roman"/>
                <a:cs typeface="Times New Roman"/>
                <a:sym typeface="Times New Roman"/>
              </a:rPr>
              <a:t>Les lésions recherchées</a:t>
            </a:r>
            <a:r>
              <a:rPr lang="en" sz="1300">
                <a:solidFill>
                  <a:srgbClr val="262626"/>
                </a:solidFill>
                <a:latin typeface="Times New Roman"/>
                <a:ea typeface="Times New Roman"/>
                <a:cs typeface="Times New Roman"/>
                <a:sym typeface="Times New Roman"/>
              </a:rPr>
              <a:t> :</a:t>
            </a:r>
            <a:r>
              <a:rPr b="0" i="0" lang="en" sz="1300" u="none" cap="none" strike="noStrike">
                <a:solidFill>
                  <a:srgbClr val="262626"/>
                </a:solidFill>
                <a:latin typeface="Times New Roman"/>
                <a:ea typeface="Times New Roman"/>
                <a:cs typeface="Times New Roman"/>
                <a:sym typeface="Times New Roman"/>
              </a:rPr>
              <a:t> microanévrismes, hémorragies punctiformes occupent </a:t>
            </a:r>
            <a:r>
              <a:rPr b="1" i="0" lang="en" sz="1300" u="none" cap="none" strike="noStrike">
                <a:solidFill>
                  <a:srgbClr val="262626"/>
                </a:solidFill>
                <a:latin typeface="Times New Roman"/>
                <a:ea typeface="Times New Roman"/>
                <a:cs typeface="Times New Roman"/>
                <a:sym typeface="Times New Roman"/>
              </a:rPr>
              <a:t>quelques pixels</a:t>
            </a:r>
            <a:r>
              <a:rPr b="0" i="0" lang="en" sz="1300" u="none" cap="none" strike="noStrike">
                <a:solidFill>
                  <a:srgbClr val="262626"/>
                </a:solidFill>
                <a:latin typeface="Times New Roman"/>
                <a:ea typeface="Times New Roman"/>
                <a:cs typeface="Times New Roman"/>
                <a:sym typeface="Times New Roman"/>
              </a:rPr>
              <a:t>.</a:t>
            </a:r>
            <a:endParaRPr/>
          </a:p>
        </p:txBody>
      </p:sp>
      <p:pic>
        <p:nvPicPr>
          <p:cNvPr id="991" name="Google Shape;991;p34"/>
          <p:cNvPicPr preferRelativeResize="0"/>
          <p:nvPr/>
        </p:nvPicPr>
        <p:blipFill>
          <a:blip r:embed="rId4">
            <a:alphaModFix/>
          </a:blip>
          <a:stretch>
            <a:fillRect/>
          </a:stretch>
        </p:blipFill>
        <p:spPr>
          <a:xfrm>
            <a:off x="1672575" y="2751500"/>
            <a:ext cx="5209324" cy="21301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5" name="Shape 995"/>
        <p:cNvGrpSpPr/>
        <p:nvPr/>
      </p:nvGrpSpPr>
      <p:grpSpPr>
        <a:xfrm>
          <a:off x="0" y="0"/>
          <a:ext cx="0" cy="0"/>
          <a:chOff x="0" y="0"/>
          <a:chExt cx="0" cy="0"/>
        </a:xfrm>
      </p:grpSpPr>
      <p:sp>
        <p:nvSpPr>
          <p:cNvPr id="996" name="Google Shape;996;p35"/>
          <p:cNvSpPr txBox="1"/>
          <p:nvPr>
            <p:ph idx="4294967295" type="title"/>
          </p:nvPr>
        </p:nvSpPr>
        <p:spPr>
          <a:xfrm>
            <a:off x="154050" y="183256"/>
            <a:ext cx="8835975" cy="992700"/>
          </a:xfrm>
          <a:prstGeom prst="rect">
            <a:avLst/>
          </a:prstGeom>
          <a:solidFill>
            <a:srgbClr val="B1CDFB"/>
          </a:solidFill>
          <a:ln>
            <a:noFill/>
          </a:ln>
        </p:spPr>
        <p:txBody>
          <a:bodyPr anchorCtr="0" anchor="ctr" bIns="182875" lIns="182875" spcFirstLastPara="1" rIns="182875" wrap="square" tIns="182875">
            <a:normAutofit/>
          </a:bodyPr>
          <a:lstStyle/>
          <a:p>
            <a:pPr indent="0" lvl="0" marL="0" rtl="0" algn="ctr">
              <a:lnSpc>
                <a:spcPct val="90000"/>
              </a:lnSpc>
              <a:spcBef>
                <a:spcPts val="0"/>
              </a:spcBef>
              <a:spcAft>
                <a:spcPts val="0"/>
              </a:spcAft>
              <a:buSzPts val="3300"/>
              <a:buNone/>
            </a:pPr>
            <a:r>
              <a:rPr b="1" lang="en" sz="2100">
                <a:solidFill>
                  <a:srgbClr val="262626"/>
                </a:solidFill>
                <a:latin typeface="Times New Roman"/>
                <a:ea typeface="Times New Roman"/>
                <a:cs typeface="Times New Roman"/>
                <a:sym typeface="Times New Roman"/>
              </a:rPr>
              <a:t>Deux problèmes indissociables</a:t>
            </a:r>
            <a:endParaRPr/>
          </a:p>
        </p:txBody>
      </p:sp>
      <p:sp>
        <p:nvSpPr>
          <p:cNvPr id="997" name="Google Shape;997;p35"/>
          <p:cNvSpPr/>
          <p:nvPr/>
        </p:nvSpPr>
        <p:spPr>
          <a:xfrm>
            <a:off x="7830150" y="93500"/>
            <a:ext cx="1159800" cy="11865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8" name="Google Shape;998;p35"/>
          <p:cNvSpPr/>
          <p:nvPr/>
        </p:nvSpPr>
        <p:spPr>
          <a:xfrm>
            <a:off x="7936500" y="190400"/>
            <a:ext cx="947100" cy="9927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9" name="Google Shape;999;p35"/>
          <p:cNvSpPr/>
          <p:nvPr/>
        </p:nvSpPr>
        <p:spPr>
          <a:xfrm>
            <a:off x="8765725" y="501950"/>
            <a:ext cx="614249" cy="337200"/>
          </a:xfrm>
          <a:prstGeom prst="ellipse">
            <a:avLst/>
          </a:prstGeom>
          <a:solidFill>
            <a:schemeClr val="lt1"/>
          </a:solidFill>
          <a:ln cap="flat" cmpd="sng" w="9525">
            <a:solidFill>
              <a:srgbClr val="9FC5E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08</a:t>
            </a:r>
            <a:endParaRPr b="0" i="0" sz="1400" u="none" cap="none" strike="noStrike">
              <a:solidFill>
                <a:srgbClr val="000000"/>
              </a:solidFill>
              <a:latin typeface="Arial"/>
              <a:ea typeface="Arial"/>
              <a:cs typeface="Arial"/>
              <a:sym typeface="Arial"/>
            </a:endParaRPr>
          </a:p>
        </p:txBody>
      </p:sp>
      <p:pic>
        <p:nvPicPr>
          <p:cNvPr descr="Une image contenant personne, sourire, blanc, pose  Description générée automatiquement" id="1000" name="Google Shape;1000;p35"/>
          <p:cNvPicPr preferRelativeResize="0"/>
          <p:nvPr/>
        </p:nvPicPr>
        <p:blipFill rotWithShape="1">
          <a:blip r:embed="rId3">
            <a:alphaModFix/>
          </a:blip>
          <a:srcRect b="0" l="0" r="0" t="0"/>
          <a:stretch/>
        </p:blipFill>
        <p:spPr>
          <a:xfrm>
            <a:off x="8006453" y="285136"/>
            <a:ext cx="770513" cy="770513"/>
          </a:xfrm>
          <a:prstGeom prst="rect">
            <a:avLst/>
          </a:prstGeom>
          <a:noFill/>
          <a:ln>
            <a:noFill/>
          </a:ln>
        </p:spPr>
      </p:pic>
      <p:sp>
        <p:nvSpPr>
          <p:cNvPr id="1001" name="Google Shape;1001;p35"/>
          <p:cNvSpPr txBox="1"/>
          <p:nvPr/>
        </p:nvSpPr>
        <p:spPr>
          <a:xfrm>
            <a:off x="420000" y="1340000"/>
            <a:ext cx="8289000" cy="1306200"/>
          </a:xfrm>
          <a:prstGeom prst="rect">
            <a:avLst/>
          </a:prstGeom>
          <a:noFill/>
          <a:ln>
            <a:noFill/>
          </a:ln>
        </p:spPr>
        <p:txBody>
          <a:bodyPr anchorCtr="0" anchor="t" bIns="0" lIns="0" spcFirstLastPara="1" rIns="0" wrap="square" tIns="0">
            <a:noAutofit/>
          </a:bodyPr>
          <a:lstStyle/>
          <a:p>
            <a:pPr indent="-285750" lvl="0" marL="285750" marR="0" rtl="0" algn="l">
              <a:lnSpc>
                <a:spcPct val="100000"/>
              </a:lnSpc>
              <a:spcBef>
                <a:spcPts val="0"/>
              </a:spcBef>
              <a:spcAft>
                <a:spcPts val="0"/>
              </a:spcAft>
              <a:buClr>
                <a:srgbClr val="2E5E9E"/>
              </a:buClr>
              <a:buSzPts val="1105"/>
              <a:buFont typeface="Arial"/>
              <a:buChar char="•"/>
            </a:pPr>
            <a:r>
              <a:rPr b="1" i="0" lang="en" sz="1300" u="none" cap="none" strike="noStrike">
                <a:solidFill>
                  <a:srgbClr val="262626"/>
                </a:solidFill>
                <a:latin typeface="Times New Roman"/>
                <a:ea typeface="Times New Roman"/>
                <a:cs typeface="Times New Roman"/>
                <a:sym typeface="Times New Roman"/>
              </a:rPr>
              <a:t>Recalage géométrique</a:t>
            </a:r>
            <a:r>
              <a:rPr b="0" i="0" lang="en" sz="1300" u="none" cap="none" strike="noStrike">
                <a:solidFill>
                  <a:srgbClr val="262626"/>
                </a:solidFill>
                <a:latin typeface="Times New Roman"/>
                <a:ea typeface="Times New Roman"/>
                <a:cs typeface="Times New Roman"/>
                <a:sym typeface="Times New Roman"/>
              </a:rPr>
              <a:t> </a:t>
            </a:r>
            <a:r>
              <a:rPr lang="en" sz="1300">
                <a:solidFill>
                  <a:srgbClr val="262626"/>
                </a:solidFill>
                <a:latin typeface="Times New Roman"/>
                <a:ea typeface="Times New Roman"/>
                <a:cs typeface="Times New Roman"/>
                <a:sym typeface="Times New Roman"/>
              </a:rPr>
              <a:t>:</a:t>
            </a:r>
            <a:r>
              <a:rPr b="0" i="0" lang="en" sz="1300" u="none" cap="none" strike="noStrike">
                <a:solidFill>
                  <a:srgbClr val="262626"/>
                </a:solidFill>
                <a:latin typeface="Times New Roman"/>
                <a:ea typeface="Times New Roman"/>
                <a:cs typeface="Times New Roman"/>
                <a:sym typeface="Times New Roman"/>
              </a:rPr>
              <a:t> ramener les deux acquisitions dans un même repère spatial.</a:t>
            </a:r>
            <a:endParaRPr/>
          </a:p>
          <a:p>
            <a:pPr indent="-285750" lvl="0" marL="285750" marR="0" rtl="0" algn="l">
              <a:lnSpc>
                <a:spcPct val="100000"/>
              </a:lnSpc>
              <a:spcBef>
                <a:spcPts val="620"/>
              </a:spcBef>
              <a:spcAft>
                <a:spcPts val="0"/>
              </a:spcAft>
              <a:buClr>
                <a:srgbClr val="2E5E9E"/>
              </a:buClr>
              <a:buSzPts val="1105"/>
              <a:buFont typeface="Arial"/>
              <a:buChar char="•"/>
            </a:pPr>
            <a:r>
              <a:rPr b="1" i="0" lang="en" sz="1300" u="none" cap="none" strike="noStrike">
                <a:solidFill>
                  <a:srgbClr val="262626"/>
                </a:solidFill>
                <a:latin typeface="Times New Roman"/>
                <a:ea typeface="Times New Roman"/>
                <a:cs typeface="Times New Roman"/>
                <a:sym typeface="Times New Roman"/>
              </a:rPr>
              <a:t>Détection des changements</a:t>
            </a:r>
            <a:r>
              <a:rPr b="0" i="0" lang="en" sz="1300" u="none" cap="none" strike="noStrike">
                <a:solidFill>
                  <a:srgbClr val="262626"/>
                </a:solidFill>
                <a:latin typeface="Times New Roman"/>
                <a:ea typeface="Times New Roman"/>
                <a:cs typeface="Times New Roman"/>
                <a:sym typeface="Times New Roman"/>
              </a:rPr>
              <a:t> </a:t>
            </a:r>
            <a:r>
              <a:rPr lang="en" sz="1300">
                <a:solidFill>
                  <a:srgbClr val="262626"/>
                </a:solidFill>
                <a:latin typeface="Times New Roman"/>
                <a:ea typeface="Times New Roman"/>
                <a:cs typeface="Times New Roman"/>
                <a:sym typeface="Times New Roman"/>
              </a:rPr>
              <a:t>:</a:t>
            </a:r>
            <a:r>
              <a:rPr b="0" i="0" lang="en" sz="1300" u="none" cap="none" strike="noStrike">
                <a:solidFill>
                  <a:srgbClr val="262626"/>
                </a:solidFill>
                <a:latin typeface="Times New Roman"/>
                <a:ea typeface="Times New Roman"/>
                <a:cs typeface="Times New Roman"/>
                <a:sym typeface="Times New Roman"/>
              </a:rPr>
              <a:t> identifier les lésions apparues, persistantes ou disparues.</a:t>
            </a:r>
            <a:endParaRPr/>
          </a:p>
          <a:p>
            <a:pPr indent="-285750" lvl="0" marL="285750" marR="0" rtl="0" algn="l">
              <a:lnSpc>
                <a:spcPct val="100000"/>
              </a:lnSpc>
              <a:spcBef>
                <a:spcPts val="620"/>
              </a:spcBef>
              <a:spcAft>
                <a:spcPts val="0"/>
              </a:spcAft>
              <a:buClr>
                <a:srgbClr val="2E5E9E"/>
              </a:buClr>
              <a:buSzPts val="1105"/>
              <a:buFont typeface="Arial"/>
              <a:buChar char="•"/>
            </a:pPr>
            <a:r>
              <a:rPr b="1" i="0" lang="en" sz="1300" u="none" cap="none" strike="noStrike">
                <a:solidFill>
                  <a:srgbClr val="262626"/>
                </a:solidFill>
                <a:latin typeface="Times New Roman"/>
                <a:ea typeface="Times New Roman"/>
                <a:cs typeface="Times New Roman"/>
                <a:sym typeface="Times New Roman"/>
              </a:rPr>
              <a:t>La difficulté</a:t>
            </a:r>
            <a:r>
              <a:rPr b="0" i="0" lang="en" sz="1300" u="none" cap="none" strike="noStrike">
                <a:solidFill>
                  <a:srgbClr val="262626"/>
                </a:solidFill>
                <a:latin typeface="Times New Roman"/>
                <a:ea typeface="Times New Roman"/>
                <a:cs typeface="Times New Roman"/>
                <a:sym typeface="Times New Roman"/>
              </a:rPr>
              <a:t> : une différence entre deux pixels ne signifie pas qu'une lésion est apparue. Elle peut venir d'un déplacement de la caméra, d'un changement d'éclairage ou d'un défaut de qualité de la prise de vue.</a:t>
            </a:r>
            <a:endParaRPr/>
          </a:p>
          <a:p>
            <a:pPr indent="-285750" lvl="0" marL="285750" marR="0" rtl="0" algn="l">
              <a:lnSpc>
                <a:spcPct val="100000"/>
              </a:lnSpc>
              <a:spcBef>
                <a:spcPts val="620"/>
              </a:spcBef>
              <a:spcAft>
                <a:spcPts val="0"/>
              </a:spcAft>
              <a:buClr>
                <a:srgbClr val="2E5E9E"/>
              </a:buClr>
              <a:buSzPts val="1105"/>
              <a:buFont typeface="Arial"/>
              <a:buChar char="•"/>
            </a:pPr>
            <a:r>
              <a:rPr b="0" i="0" lang="en" sz="1300" u="none" cap="none" strike="noStrike">
                <a:solidFill>
                  <a:srgbClr val="262626"/>
                </a:solidFill>
                <a:latin typeface="Times New Roman"/>
                <a:ea typeface="Times New Roman"/>
                <a:cs typeface="Times New Roman"/>
                <a:sym typeface="Times New Roman"/>
              </a:rPr>
              <a:t>Ces deux problèmes ont été largement étudiés mais, pour l'essentiel, </a:t>
            </a:r>
            <a:r>
              <a:rPr b="1" i="0" lang="en" sz="1300" u="none" cap="none" strike="noStrike">
                <a:solidFill>
                  <a:srgbClr val="262626"/>
                </a:solidFill>
                <a:latin typeface="Times New Roman"/>
                <a:ea typeface="Times New Roman"/>
                <a:cs typeface="Times New Roman"/>
                <a:sym typeface="Times New Roman"/>
              </a:rPr>
              <a:t>séparément</a:t>
            </a:r>
            <a:r>
              <a:rPr b="0" i="0" lang="en" sz="1300" u="none" cap="none" strike="noStrike">
                <a:solidFill>
                  <a:srgbClr val="262626"/>
                </a:solidFill>
                <a:latin typeface="Times New Roman"/>
                <a:ea typeface="Times New Roman"/>
                <a:cs typeface="Times New Roman"/>
                <a:sym typeface="Times New Roman"/>
              </a:rPr>
              <a:t>.</a:t>
            </a:r>
            <a:endParaRPr/>
          </a:p>
        </p:txBody>
      </p:sp>
      <p:pic>
        <p:nvPicPr>
          <p:cNvPr id="1002" name="Google Shape;1002;p35"/>
          <p:cNvPicPr preferRelativeResize="0"/>
          <p:nvPr/>
        </p:nvPicPr>
        <p:blipFill>
          <a:blip r:embed="rId4">
            <a:alphaModFix/>
          </a:blip>
          <a:stretch>
            <a:fillRect/>
          </a:stretch>
        </p:blipFill>
        <p:spPr>
          <a:xfrm>
            <a:off x="6010013" y="2646200"/>
            <a:ext cx="2114525" cy="1913150"/>
          </a:xfrm>
          <a:prstGeom prst="rect">
            <a:avLst/>
          </a:prstGeom>
          <a:noFill/>
          <a:ln>
            <a:noFill/>
          </a:ln>
        </p:spPr>
      </p:pic>
      <p:pic>
        <p:nvPicPr>
          <p:cNvPr id="1003" name="Google Shape;1003;p35"/>
          <p:cNvPicPr preferRelativeResize="0"/>
          <p:nvPr/>
        </p:nvPicPr>
        <p:blipFill>
          <a:blip r:embed="rId5">
            <a:alphaModFix/>
          </a:blip>
          <a:stretch>
            <a:fillRect/>
          </a:stretch>
        </p:blipFill>
        <p:spPr>
          <a:xfrm>
            <a:off x="154050" y="2646200"/>
            <a:ext cx="4276015" cy="2192500"/>
          </a:xfrm>
          <a:prstGeom prst="rect">
            <a:avLst/>
          </a:prstGeom>
          <a:noFill/>
          <a:ln>
            <a:noFill/>
          </a:ln>
        </p:spPr>
      </p:pic>
      <p:sp>
        <p:nvSpPr>
          <p:cNvPr id="1004" name="Google Shape;1004;p35"/>
          <p:cNvSpPr txBox="1"/>
          <p:nvPr/>
        </p:nvSpPr>
        <p:spPr>
          <a:xfrm>
            <a:off x="5977213" y="4559350"/>
            <a:ext cx="2180100" cy="15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1"/>
                </a:solidFill>
                <a:latin typeface="Calibri"/>
                <a:ea typeface="Calibri"/>
                <a:cs typeface="Calibri"/>
                <a:sym typeface="Calibri"/>
              </a:rPr>
              <a:t>Figure 3: Recalage</a:t>
            </a:r>
            <a:endParaRPr sz="9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8" name="Shape 1008"/>
        <p:cNvGrpSpPr/>
        <p:nvPr/>
      </p:nvGrpSpPr>
      <p:grpSpPr>
        <a:xfrm>
          <a:off x="0" y="0"/>
          <a:ext cx="0" cy="0"/>
          <a:chOff x="0" y="0"/>
          <a:chExt cx="0" cy="0"/>
        </a:xfrm>
      </p:grpSpPr>
      <p:sp>
        <p:nvSpPr>
          <p:cNvPr id="1009" name="Google Shape;1009;p36"/>
          <p:cNvSpPr txBox="1"/>
          <p:nvPr/>
        </p:nvSpPr>
        <p:spPr>
          <a:xfrm>
            <a:off x="154050" y="183256"/>
            <a:ext cx="8835975" cy="992700"/>
          </a:xfrm>
          <a:prstGeom prst="rect">
            <a:avLst/>
          </a:prstGeom>
          <a:solidFill>
            <a:srgbClr val="B1CDFB"/>
          </a:solidFill>
          <a:ln>
            <a:noFill/>
          </a:ln>
        </p:spPr>
        <p:txBody>
          <a:bodyPr anchorCtr="0" anchor="ctr" bIns="182875" lIns="182875" spcFirstLastPara="1" rIns="182875" wrap="square" tIns="182875">
            <a:normAutofit/>
          </a:bodyPr>
          <a:lstStyle/>
          <a:p>
            <a:pPr indent="0" lvl="0" marL="0" marR="0" rtl="0" algn="ctr">
              <a:lnSpc>
                <a:spcPct val="90000"/>
              </a:lnSpc>
              <a:spcBef>
                <a:spcPts val="0"/>
              </a:spcBef>
              <a:spcAft>
                <a:spcPts val="0"/>
              </a:spcAft>
              <a:buClr>
                <a:srgbClr val="000000"/>
              </a:buClr>
              <a:buSzPts val="2100"/>
              <a:buFont typeface="Arial"/>
              <a:buNone/>
            </a:pPr>
            <a:r>
              <a:rPr b="1" i="0" lang="en" sz="2100" u="none" cap="none" strike="noStrike">
                <a:solidFill>
                  <a:srgbClr val="262626"/>
                </a:solidFill>
                <a:latin typeface="Times New Roman"/>
                <a:ea typeface="Times New Roman"/>
                <a:cs typeface="Times New Roman"/>
                <a:sym typeface="Times New Roman"/>
              </a:rPr>
              <a:t>Problème </a:t>
            </a:r>
            <a:r>
              <a:rPr b="1" lang="en" sz="2100">
                <a:solidFill>
                  <a:srgbClr val="262626"/>
                </a:solidFill>
                <a:latin typeface="Times New Roman"/>
                <a:ea typeface="Times New Roman"/>
                <a:cs typeface="Times New Roman"/>
                <a:sym typeface="Times New Roman"/>
              </a:rPr>
              <a:t>à résoudre </a:t>
            </a:r>
            <a:r>
              <a:rPr b="1" i="0" lang="en" sz="2100" u="none" cap="none" strike="noStrike">
                <a:solidFill>
                  <a:srgbClr val="262626"/>
                </a:solidFill>
                <a:latin typeface="Times New Roman"/>
                <a:ea typeface="Times New Roman"/>
                <a:cs typeface="Times New Roman"/>
                <a:sym typeface="Times New Roman"/>
              </a:rPr>
              <a:t>et question de recherche</a:t>
            </a:r>
            <a:endParaRPr/>
          </a:p>
        </p:txBody>
      </p:sp>
      <p:sp>
        <p:nvSpPr>
          <p:cNvPr id="1010" name="Google Shape;1010;p36"/>
          <p:cNvSpPr/>
          <p:nvPr/>
        </p:nvSpPr>
        <p:spPr>
          <a:xfrm>
            <a:off x="7936500" y="190400"/>
            <a:ext cx="947100" cy="9927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1" name="Google Shape;1011;p36"/>
          <p:cNvSpPr/>
          <p:nvPr/>
        </p:nvSpPr>
        <p:spPr>
          <a:xfrm>
            <a:off x="8765725" y="501950"/>
            <a:ext cx="614249" cy="337200"/>
          </a:xfrm>
          <a:prstGeom prst="ellipse">
            <a:avLst/>
          </a:prstGeom>
          <a:solidFill>
            <a:schemeClr val="lt1"/>
          </a:solidFill>
          <a:ln cap="flat" cmpd="sng" w="9525">
            <a:solidFill>
              <a:srgbClr val="9FC5E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09</a:t>
            </a:r>
            <a:endParaRPr b="0" i="0" sz="1400" u="none" cap="none" strike="noStrike">
              <a:solidFill>
                <a:srgbClr val="000000"/>
              </a:solidFill>
              <a:latin typeface="Arial"/>
              <a:ea typeface="Arial"/>
              <a:cs typeface="Arial"/>
              <a:sym typeface="Arial"/>
            </a:endParaRPr>
          </a:p>
        </p:txBody>
      </p:sp>
      <p:pic>
        <p:nvPicPr>
          <p:cNvPr descr="Une image contenant personne, sourire, blanc, pose  Description générée automatiquement" id="1012" name="Google Shape;1012;p36"/>
          <p:cNvPicPr preferRelativeResize="0"/>
          <p:nvPr/>
        </p:nvPicPr>
        <p:blipFill rotWithShape="1">
          <a:blip r:embed="rId3">
            <a:alphaModFix/>
          </a:blip>
          <a:srcRect b="0" l="0" r="0" t="0"/>
          <a:stretch/>
        </p:blipFill>
        <p:spPr>
          <a:xfrm>
            <a:off x="8006453" y="285136"/>
            <a:ext cx="770513" cy="770513"/>
          </a:xfrm>
          <a:prstGeom prst="rect">
            <a:avLst/>
          </a:prstGeom>
          <a:noFill/>
          <a:ln>
            <a:noFill/>
          </a:ln>
        </p:spPr>
      </p:pic>
      <p:sp>
        <p:nvSpPr>
          <p:cNvPr id="1013" name="Google Shape;1013;p36"/>
          <p:cNvSpPr txBox="1"/>
          <p:nvPr/>
        </p:nvSpPr>
        <p:spPr>
          <a:xfrm>
            <a:off x="420000" y="1340000"/>
            <a:ext cx="8300000" cy="3350000"/>
          </a:xfrm>
          <a:prstGeom prst="rect">
            <a:avLst/>
          </a:prstGeom>
          <a:noFill/>
          <a:ln>
            <a:noFill/>
          </a:ln>
        </p:spPr>
        <p:txBody>
          <a:bodyPr anchorCtr="0" anchor="t" bIns="0" lIns="0" spcFirstLastPara="1" rIns="0" wrap="square" tIns="0">
            <a:noAutofit/>
          </a:bodyPr>
          <a:lstStyle/>
          <a:p>
            <a:pPr indent="-285750" lvl="0" marL="285750" marR="0" rtl="0" algn="l">
              <a:lnSpc>
                <a:spcPct val="100000"/>
              </a:lnSpc>
              <a:spcBef>
                <a:spcPts val="0"/>
              </a:spcBef>
              <a:spcAft>
                <a:spcPts val="0"/>
              </a:spcAft>
              <a:buClr>
                <a:srgbClr val="2E5E9E"/>
              </a:buClr>
              <a:buSzPts val="1105"/>
              <a:buFont typeface="Arial"/>
              <a:buChar char="•"/>
            </a:pPr>
            <a:r>
              <a:rPr b="0" i="0" lang="en" sz="1300" u="none" cap="none" strike="noStrike">
                <a:solidFill>
                  <a:srgbClr val="262626"/>
                </a:solidFill>
                <a:latin typeface="Times New Roman"/>
                <a:ea typeface="Times New Roman"/>
                <a:cs typeface="Times New Roman"/>
                <a:sym typeface="Times New Roman"/>
              </a:rPr>
              <a:t>Aligner automatiquement deux fonds d'œil d'un même patient pris à des visites différentes, puis signaler les lésions apparues ou disparues.</a:t>
            </a:r>
            <a:endParaRPr/>
          </a:p>
          <a:p>
            <a:pPr indent="-285750" lvl="0" marL="285750" marR="0" rtl="0" algn="l">
              <a:lnSpc>
                <a:spcPct val="100000"/>
              </a:lnSpc>
              <a:spcBef>
                <a:spcPts val="600"/>
              </a:spcBef>
              <a:spcAft>
                <a:spcPts val="0"/>
              </a:spcAft>
              <a:buClr>
                <a:srgbClr val="2E5E9E"/>
              </a:buClr>
              <a:buSzPts val="1105"/>
              <a:buFont typeface="Arial"/>
              <a:buChar char="•"/>
            </a:pPr>
            <a:r>
              <a:rPr b="0" i="0" lang="en" sz="1300" u="none" cap="none" strike="noStrike">
                <a:solidFill>
                  <a:srgbClr val="262626"/>
                </a:solidFill>
                <a:latin typeface="Times New Roman"/>
                <a:ea typeface="Times New Roman"/>
                <a:cs typeface="Times New Roman"/>
                <a:sym typeface="Times New Roman"/>
              </a:rPr>
              <a:t>Trois contraintes : méthode </a:t>
            </a:r>
            <a:r>
              <a:rPr b="1" i="0" lang="en" sz="1300" u="none" cap="none" strike="noStrike">
                <a:solidFill>
                  <a:srgbClr val="262626"/>
                </a:solidFill>
                <a:latin typeface="Times New Roman"/>
                <a:ea typeface="Times New Roman"/>
                <a:cs typeface="Times New Roman"/>
                <a:sym typeface="Times New Roman"/>
              </a:rPr>
              <a:t>explicable</a:t>
            </a:r>
            <a:r>
              <a:rPr b="0" i="0" lang="en" sz="1300" u="none" cap="none" strike="noStrike">
                <a:solidFill>
                  <a:srgbClr val="262626"/>
                </a:solidFill>
                <a:latin typeface="Times New Roman"/>
                <a:ea typeface="Times New Roman"/>
                <a:cs typeface="Times New Roman"/>
                <a:sym typeface="Times New Roman"/>
              </a:rPr>
              <a:t>, </a:t>
            </a:r>
            <a:r>
              <a:rPr b="1" i="0" lang="en" sz="1300" u="none" cap="none" strike="noStrike">
                <a:solidFill>
                  <a:srgbClr val="262626"/>
                </a:solidFill>
                <a:latin typeface="Times New Roman"/>
                <a:ea typeface="Times New Roman"/>
                <a:cs typeface="Times New Roman"/>
                <a:sym typeface="Times New Roman"/>
              </a:rPr>
              <a:t>sans apprentissage</a:t>
            </a:r>
            <a:r>
              <a:rPr b="0" i="0" lang="en" sz="1300" u="none" cap="none" strike="noStrike">
                <a:solidFill>
                  <a:srgbClr val="262626"/>
                </a:solidFill>
                <a:latin typeface="Times New Roman"/>
                <a:ea typeface="Times New Roman"/>
                <a:cs typeface="Times New Roman"/>
                <a:sym typeface="Times New Roman"/>
              </a:rPr>
              <a:t>, exécutable sur un </a:t>
            </a:r>
            <a:r>
              <a:rPr b="1" i="0" lang="en" sz="1300" u="none" cap="none" strike="noStrike">
                <a:solidFill>
                  <a:srgbClr val="262626"/>
                </a:solidFill>
                <a:latin typeface="Times New Roman"/>
                <a:ea typeface="Times New Roman"/>
                <a:cs typeface="Times New Roman"/>
                <a:sym typeface="Times New Roman"/>
              </a:rPr>
              <a:t>simple ordinateur</a:t>
            </a:r>
            <a:r>
              <a:rPr b="0" i="0" lang="en" sz="1300" u="none" cap="none" strike="noStrike">
                <a:solidFill>
                  <a:srgbClr val="262626"/>
                </a:solidFill>
                <a:latin typeface="Times New Roman"/>
                <a:ea typeface="Times New Roman"/>
                <a:cs typeface="Times New Roman"/>
                <a:sym typeface="Times New Roman"/>
              </a:rPr>
              <a:t>.</a:t>
            </a:r>
            <a:endParaRPr/>
          </a:p>
          <a:p>
            <a:pPr indent="0" lvl="0" marL="0" marR="0" rtl="0" algn="l">
              <a:lnSpc>
                <a:spcPct val="100000"/>
              </a:lnSpc>
              <a:spcBef>
                <a:spcPts val="600"/>
              </a:spcBef>
              <a:spcAft>
                <a:spcPts val="0"/>
              </a:spcAft>
              <a:buClr>
                <a:srgbClr val="000000"/>
              </a:buClr>
              <a:buSzPts val="1300"/>
              <a:buFont typeface="Arial"/>
              <a:buNone/>
            </a:pPr>
            <a:r>
              <a:rPr b="1" i="0" lang="en" sz="1300" u="none" cap="none" strike="noStrike">
                <a:solidFill>
                  <a:srgbClr val="262626"/>
                </a:solidFill>
                <a:latin typeface="Times New Roman"/>
                <a:ea typeface="Times New Roman"/>
                <a:cs typeface="Times New Roman"/>
                <a:sym typeface="Times New Roman"/>
              </a:rPr>
              <a:t>Question de recherche</a:t>
            </a:r>
            <a:endParaRPr/>
          </a:p>
          <a:p>
            <a:pPr indent="0" lvl="0" marL="285750" marR="0" rtl="0" algn="l">
              <a:lnSpc>
                <a:spcPct val="100000"/>
              </a:lnSpc>
              <a:spcBef>
                <a:spcPts val="200"/>
              </a:spcBef>
              <a:spcAft>
                <a:spcPts val="0"/>
              </a:spcAft>
              <a:buClr>
                <a:srgbClr val="000000"/>
              </a:buClr>
              <a:buSzPts val="1300"/>
              <a:buFont typeface="Arial"/>
              <a:buNone/>
            </a:pPr>
            <a:r>
              <a:rPr b="1" i="0" lang="en" sz="1300" u="none" cap="none" strike="noStrike">
                <a:solidFill>
                  <a:srgbClr val="262626"/>
                </a:solidFill>
                <a:latin typeface="Times New Roman"/>
                <a:ea typeface="Times New Roman"/>
                <a:cs typeface="Times New Roman"/>
                <a:sym typeface="Times New Roman"/>
              </a:rPr>
              <a:t>Une chaîne de traitement classique fondée sur les bifurcations vasculaires, les moments de Zernike et RANSAC peut-elle recaler de façon robuste deux fonds d'œil pris à des visites différentes, et détecter de manière fiable les nouvelles lésions de rétinopathie diabétique ?</a:t>
            </a:r>
            <a:endParaRPr/>
          </a:p>
          <a:p>
            <a:pPr indent="-285750" lvl="0" marL="285750" marR="0" rtl="0" algn="l">
              <a:lnSpc>
                <a:spcPct val="100000"/>
              </a:lnSpc>
              <a:spcBef>
                <a:spcPts val="700"/>
              </a:spcBef>
              <a:spcAft>
                <a:spcPts val="0"/>
              </a:spcAft>
              <a:buClr>
                <a:srgbClr val="2E5E9E"/>
              </a:buClr>
              <a:buSzPts val="1105"/>
              <a:buFont typeface="Arial"/>
              <a:buChar char="•"/>
            </a:pPr>
            <a:r>
              <a:rPr b="0" i="0" lang="en" sz="1300" u="none" cap="none" strike="noStrike">
                <a:solidFill>
                  <a:srgbClr val="262626"/>
                </a:solidFill>
                <a:latin typeface="Times New Roman"/>
                <a:ea typeface="Times New Roman"/>
                <a:cs typeface="Times New Roman"/>
                <a:sym typeface="Times New Roman"/>
              </a:rPr>
              <a:t>C'est cette question que les</a:t>
            </a:r>
            <a:r>
              <a:rPr lang="en" sz="1300">
                <a:solidFill>
                  <a:srgbClr val="262626"/>
                </a:solidFill>
                <a:latin typeface="Times New Roman"/>
                <a:ea typeface="Times New Roman"/>
                <a:cs typeface="Times New Roman"/>
                <a:sym typeface="Times New Roman"/>
              </a:rPr>
              <a:t> </a:t>
            </a:r>
            <a:r>
              <a:rPr b="0" i="0" lang="en" sz="1300" u="none" cap="none" strike="noStrike">
                <a:solidFill>
                  <a:srgbClr val="262626"/>
                </a:solidFill>
                <a:latin typeface="Times New Roman"/>
                <a:ea typeface="Times New Roman"/>
                <a:cs typeface="Times New Roman"/>
                <a:sym typeface="Times New Roman"/>
              </a:rPr>
              <a:t>points d'avancement doivent trancher par des mesures chiffrées, et non par une appréciation visuelle de la superposition.</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7" name="Shape 1017"/>
        <p:cNvGrpSpPr/>
        <p:nvPr/>
      </p:nvGrpSpPr>
      <p:grpSpPr>
        <a:xfrm>
          <a:off x="0" y="0"/>
          <a:ext cx="0" cy="0"/>
          <a:chOff x="0" y="0"/>
          <a:chExt cx="0" cy="0"/>
        </a:xfrm>
      </p:grpSpPr>
      <p:sp>
        <p:nvSpPr>
          <p:cNvPr id="1018" name="Google Shape;1018;p37"/>
          <p:cNvSpPr txBox="1"/>
          <p:nvPr>
            <p:ph idx="1" type="body"/>
          </p:nvPr>
        </p:nvSpPr>
        <p:spPr>
          <a:xfrm>
            <a:off x="1293661" y="1988820"/>
            <a:ext cx="6556677" cy="113157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 sz="3200">
                <a:solidFill>
                  <a:schemeClr val="dk1"/>
                </a:solidFill>
                <a:latin typeface="Times New Roman"/>
                <a:ea typeface="Times New Roman"/>
                <a:cs typeface="Times New Roman"/>
                <a:sym typeface="Times New Roman"/>
              </a:rPr>
              <a:t>État de l'art</a:t>
            </a:r>
            <a:endParaRPr>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2" name="Shape 1022"/>
        <p:cNvGrpSpPr/>
        <p:nvPr/>
      </p:nvGrpSpPr>
      <p:grpSpPr>
        <a:xfrm>
          <a:off x="0" y="0"/>
          <a:ext cx="0" cy="0"/>
          <a:chOff x="0" y="0"/>
          <a:chExt cx="0" cy="0"/>
        </a:xfrm>
      </p:grpSpPr>
      <p:sp>
        <p:nvSpPr>
          <p:cNvPr id="1023" name="Google Shape;1023;p38"/>
          <p:cNvSpPr txBox="1"/>
          <p:nvPr>
            <p:ph idx="4294967295" type="title"/>
          </p:nvPr>
        </p:nvSpPr>
        <p:spPr>
          <a:xfrm>
            <a:off x="154050" y="183256"/>
            <a:ext cx="8835900" cy="992700"/>
          </a:xfrm>
          <a:prstGeom prst="rect">
            <a:avLst/>
          </a:prstGeom>
          <a:solidFill>
            <a:srgbClr val="B1CDFB"/>
          </a:solidFill>
          <a:ln>
            <a:noFill/>
          </a:ln>
        </p:spPr>
        <p:txBody>
          <a:bodyPr anchorCtr="0" anchor="ctr" bIns="182875" lIns="182875" spcFirstLastPara="1" rIns="182875" wrap="square" tIns="182875">
            <a:normAutofit/>
          </a:bodyPr>
          <a:lstStyle/>
          <a:p>
            <a:pPr indent="0" lvl="0" marL="0" rtl="0" algn="ctr">
              <a:lnSpc>
                <a:spcPct val="90000"/>
              </a:lnSpc>
              <a:spcBef>
                <a:spcPts val="0"/>
              </a:spcBef>
              <a:spcAft>
                <a:spcPts val="0"/>
              </a:spcAft>
              <a:buSzPts val="3300"/>
              <a:buNone/>
            </a:pPr>
            <a:r>
              <a:rPr b="1" lang="en" sz="2100">
                <a:solidFill>
                  <a:srgbClr val="262626"/>
                </a:solidFill>
                <a:latin typeface="Times New Roman"/>
                <a:ea typeface="Times New Roman"/>
                <a:cs typeface="Times New Roman"/>
                <a:sym typeface="Times New Roman"/>
              </a:rPr>
              <a:t>Les familles de méthodes</a:t>
            </a:r>
            <a:endParaRPr/>
          </a:p>
        </p:txBody>
      </p:sp>
      <p:sp>
        <p:nvSpPr>
          <p:cNvPr id="1024" name="Google Shape;1024;p38"/>
          <p:cNvSpPr/>
          <p:nvPr/>
        </p:nvSpPr>
        <p:spPr>
          <a:xfrm>
            <a:off x="7830150" y="93500"/>
            <a:ext cx="1159800" cy="11865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5" name="Google Shape;1025;p38"/>
          <p:cNvSpPr/>
          <p:nvPr/>
        </p:nvSpPr>
        <p:spPr>
          <a:xfrm>
            <a:off x="7936500" y="190400"/>
            <a:ext cx="947100" cy="9927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6" name="Google Shape;1026;p38"/>
          <p:cNvSpPr/>
          <p:nvPr/>
        </p:nvSpPr>
        <p:spPr>
          <a:xfrm>
            <a:off x="8765725" y="501950"/>
            <a:ext cx="614249" cy="337200"/>
          </a:xfrm>
          <a:prstGeom prst="ellipse">
            <a:avLst/>
          </a:prstGeom>
          <a:solidFill>
            <a:schemeClr val="lt1"/>
          </a:solidFill>
          <a:ln cap="flat" cmpd="sng" w="9525">
            <a:solidFill>
              <a:srgbClr val="9FC5E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11</a:t>
            </a:r>
            <a:endParaRPr b="0" i="0" sz="1400" u="none" cap="none" strike="noStrike">
              <a:solidFill>
                <a:srgbClr val="000000"/>
              </a:solidFill>
              <a:latin typeface="Arial"/>
              <a:ea typeface="Arial"/>
              <a:cs typeface="Arial"/>
              <a:sym typeface="Arial"/>
            </a:endParaRPr>
          </a:p>
        </p:txBody>
      </p:sp>
      <p:pic>
        <p:nvPicPr>
          <p:cNvPr descr="Une image contenant personne, sourire, blanc, pose  Description générée automatiquement" id="1027" name="Google Shape;1027;p38"/>
          <p:cNvPicPr preferRelativeResize="0"/>
          <p:nvPr/>
        </p:nvPicPr>
        <p:blipFill rotWithShape="1">
          <a:blip r:embed="rId3">
            <a:alphaModFix/>
          </a:blip>
          <a:srcRect b="0" l="0" r="0" t="0"/>
          <a:stretch/>
        </p:blipFill>
        <p:spPr>
          <a:xfrm>
            <a:off x="8006453" y="285136"/>
            <a:ext cx="770513" cy="770513"/>
          </a:xfrm>
          <a:prstGeom prst="rect">
            <a:avLst/>
          </a:prstGeom>
          <a:noFill/>
          <a:ln>
            <a:noFill/>
          </a:ln>
        </p:spPr>
      </p:pic>
      <p:sp>
        <p:nvSpPr>
          <p:cNvPr id="1028" name="Google Shape;1028;p38"/>
          <p:cNvSpPr txBox="1"/>
          <p:nvPr/>
        </p:nvSpPr>
        <p:spPr>
          <a:xfrm>
            <a:off x="420000" y="1340000"/>
            <a:ext cx="8300000" cy="3350000"/>
          </a:xfrm>
          <a:prstGeom prst="rect">
            <a:avLst/>
          </a:prstGeom>
          <a:noFill/>
          <a:ln>
            <a:noFill/>
          </a:ln>
        </p:spPr>
        <p:txBody>
          <a:bodyPr anchorCtr="0" anchor="t" bIns="0" lIns="0" spcFirstLastPara="1" rIns="0" wrap="square" tIns="0">
            <a:noAutofit/>
          </a:bodyPr>
          <a:lstStyle/>
          <a:p>
            <a:pPr indent="-285750" lvl="0" marL="285750" marR="0" rtl="0" algn="l">
              <a:lnSpc>
                <a:spcPct val="100000"/>
              </a:lnSpc>
              <a:spcBef>
                <a:spcPts val="0"/>
              </a:spcBef>
              <a:spcAft>
                <a:spcPts val="0"/>
              </a:spcAft>
              <a:buClr>
                <a:srgbClr val="2E5E9E"/>
              </a:buClr>
              <a:buSzPts val="1105"/>
              <a:buFont typeface="Arial"/>
              <a:buChar char="•"/>
            </a:pPr>
            <a:r>
              <a:rPr b="1" i="0" lang="en" sz="1300" u="none" cap="none" strike="noStrike">
                <a:solidFill>
                  <a:srgbClr val="262626"/>
                </a:solidFill>
                <a:latin typeface="Times New Roman"/>
                <a:ea typeface="Times New Roman"/>
                <a:cs typeface="Times New Roman"/>
                <a:sym typeface="Times New Roman"/>
              </a:rPr>
              <a:t>Fondées sur les caractéristiques</a:t>
            </a:r>
            <a:r>
              <a:rPr b="0" i="0" lang="en" sz="1300" u="none" cap="none" strike="noStrike">
                <a:solidFill>
                  <a:srgbClr val="262626"/>
                </a:solidFill>
                <a:latin typeface="Times New Roman"/>
                <a:ea typeface="Times New Roman"/>
                <a:cs typeface="Times New Roman"/>
                <a:sym typeface="Times New Roman"/>
              </a:rPr>
              <a:t> </a:t>
            </a:r>
            <a:r>
              <a:rPr lang="en" sz="1300">
                <a:solidFill>
                  <a:srgbClr val="262626"/>
                </a:solidFill>
                <a:latin typeface="Times New Roman"/>
                <a:ea typeface="Times New Roman"/>
                <a:cs typeface="Times New Roman"/>
                <a:sym typeface="Times New Roman"/>
              </a:rPr>
              <a:t>:</a:t>
            </a:r>
            <a:r>
              <a:rPr b="0" i="0" lang="en" sz="1300" u="none" cap="none" strike="noStrike">
                <a:solidFill>
                  <a:srgbClr val="262626"/>
                </a:solidFill>
                <a:latin typeface="Times New Roman"/>
                <a:ea typeface="Times New Roman"/>
                <a:cs typeface="Times New Roman"/>
                <a:sym typeface="Times New Roman"/>
              </a:rPr>
              <a:t> points ou structures distinctives : bifurcations, croisements, contours.</a:t>
            </a:r>
            <a:endParaRPr/>
          </a:p>
          <a:p>
            <a:pPr indent="-285750" lvl="0" marL="285750" marR="0" rtl="0" algn="l">
              <a:lnSpc>
                <a:spcPct val="100000"/>
              </a:lnSpc>
              <a:spcBef>
                <a:spcPts val="620"/>
              </a:spcBef>
              <a:spcAft>
                <a:spcPts val="0"/>
              </a:spcAft>
              <a:buClr>
                <a:srgbClr val="2E5E9E"/>
              </a:buClr>
              <a:buSzPts val="1105"/>
              <a:buFont typeface="Arial"/>
              <a:buChar char="•"/>
            </a:pPr>
            <a:r>
              <a:rPr b="1" i="0" lang="en" sz="1300" u="none" cap="none" strike="noStrike">
                <a:solidFill>
                  <a:srgbClr val="262626"/>
                </a:solidFill>
                <a:latin typeface="Times New Roman"/>
                <a:ea typeface="Times New Roman"/>
                <a:cs typeface="Times New Roman"/>
                <a:sym typeface="Times New Roman"/>
              </a:rPr>
              <a:t>Fondées sur l'intensité</a:t>
            </a:r>
            <a:r>
              <a:rPr b="0" i="0" lang="en" sz="1300" u="none" cap="none" strike="noStrike">
                <a:solidFill>
                  <a:srgbClr val="262626"/>
                </a:solidFill>
                <a:latin typeface="Times New Roman"/>
                <a:ea typeface="Times New Roman"/>
                <a:cs typeface="Times New Roman"/>
                <a:sym typeface="Times New Roman"/>
              </a:rPr>
              <a:t> </a:t>
            </a:r>
            <a:r>
              <a:rPr lang="en" sz="1300">
                <a:solidFill>
                  <a:srgbClr val="262626"/>
                </a:solidFill>
                <a:latin typeface="Times New Roman"/>
                <a:ea typeface="Times New Roman"/>
                <a:cs typeface="Times New Roman"/>
                <a:sym typeface="Times New Roman"/>
              </a:rPr>
              <a:t>:</a:t>
            </a:r>
            <a:r>
              <a:rPr b="0" i="0" lang="en" sz="1300" u="none" cap="none" strike="noStrike">
                <a:solidFill>
                  <a:srgbClr val="262626"/>
                </a:solidFill>
                <a:latin typeface="Times New Roman"/>
                <a:ea typeface="Times New Roman"/>
                <a:cs typeface="Times New Roman"/>
                <a:sym typeface="Times New Roman"/>
              </a:rPr>
              <a:t> optimisation directe d'une mesure de similarité, sans extraction préalable de primitives.</a:t>
            </a:r>
            <a:endParaRPr/>
          </a:p>
          <a:p>
            <a:pPr indent="-285750" lvl="0" marL="285750" marR="0" rtl="0" algn="l">
              <a:lnSpc>
                <a:spcPct val="100000"/>
              </a:lnSpc>
              <a:spcBef>
                <a:spcPts val="620"/>
              </a:spcBef>
              <a:spcAft>
                <a:spcPts val="0"/>
              </a:spcAft>
              <a:buClr>
                <a:srgbClr val="2E5E9E"/>
              </a:buClr>
              <a:buSzPts val="1105"/>
              <a:buFont typeface="Arial"/>
              <a:buChar char="•"/>
            </a:pPr>
            <a:r>
              <a:rPr b="1" i="0" lang="en" sz="1300" u="none" cap="none" strike="noStrike">
                <a:solidFill>
                  <a:srgbClr val="262626"/>
                </a:solidFill>
                <a:latin typeface="Times New Roman"/>
                <a:ea typeface="Times New Roman"/>
                <a:cs typeface="Times New Roman"/>
                <a:sym typeface="Times New Roman"/>
              </a:rPr>
              <a:t>Hybrides</a:t>
            </a:r>
            <a:r>
              <a:rPr b="0" i="0" lang="en" sz="1300" u="none" cap="none" strike="noStrike">
                <a:solidFill>
                  <a:srgbClr val="262626"/>
                </a:solidFill>
                <a:latin typeface="Times New Roman"/>
                <a:ea typeface="Times New Roman"/>
                <a:cs typeface="Times New Roman"/>
                <a:sym typeface="Times New Roman"/>
              </a:rPr>
              <a:t> </a:t>
            </a:r>
            <a:r>
              <a:rPr lang="en" sz="1300">
                <a:solidFill>
                  <a:srgbClr val="262626"/>
                </a:solidFill>
                <a:latin typeface="Times New Roman"/>
                <a:ea typeface="Times New Roman"/>
                <a:cs typeface="Times New Roman"/>
                <a:sym typeface="Times New Roman"/>
              </a:rPr>
              <a:t>:</a:t>
            </a:r>
            <a:r>
              <a:rPr b="0" i="0" lang="en" sz="1300" u="none" cap="none" strike="noStrike">
                <a:solidFill>
                  <a:srgbClr val="262626"/>
                </a:solidFill>
                <a:latin typeface="Times New Roman"/>
                <a:ea typeface="Times New Roman"/>
                <a:cs typeface="Times New Roman"/>
                <a:sym typeface="Times New Roman"/>
              </a:rPr>
              <a:t> l'appariement de points donne une estimation initiale, que l'optimisation d'intensité vient affiner.</a:t>
            </a:r>
            <a:endParaRPr/>
          </a:p>
          <a:p>
            <a:pPr indent="-285750" lvl="0" marL="285750" marR="0" rtl="0" algn="l">
              <a:lnSpc>
                <a:spcPct val="100000"/>
              </a:lnSpc>
              <a:spcBef>
                <a:spcPts val="620"/>
              </a:spcBef>
              <a:spcAft>
                <a:spcPts val="0"/>
              </a:spcAft>
              <a:buClr>
                <a:srgbClr val="2E5E9E"/>
              </a:buClr>
              <a:buSzPts val="1105"/>
              <a:buFont typeface="Arial"/>
              <a:buChar char="•"/>
            </a:pPr>
            <a:r>
              <a:rPr b="1" i="0" lang="en" sz="1300" u="none" cap="none" strike="noStrike">
                <a:solidFill>
                  <a:srgbClr val="262626"/>
                </a:solidFill>
                <a:latin typeface="Times New Roman"/>
                <a:ea typeface="Times New Roman"/>
                <a:cs typeface="Times New Roman"/>
                <a:sym typeface="Times New Roman"/>
              </a:rPr>
              <a:t>Apprentissage profond</a:t>
            </a:r>
            <a:r>
              <a:rPr b="0" i="0" lang="en" sz="1300" u="none" cap="none" strike="noStrike">
                <a:solidFill>
                  <a:srgbClr val="262626"/>
                </a:solidFill>
                <a:latin typeface="Times New Roman"/>
                <a:ea typeface="Times New Roman"/>
                <a:cs typeface="Times New Roman"/>
                <a:sym typeface="Times New Roman"/>
              </a:rPr>
              <a:t> </a:t>
            </a:r>
            <a:r>
              <a:rPr lang="en" sz="1300">
                <a:solidFill>
                  <a:srgbClr val="262626"/>
                </a:solidFill>
                <a:latin typeface="Times New Roman"/>
                <a:ea typeface="Times New Roman"/>
                <a:cs typeface="Times New Roman"/>
                <a:sym typeface="Times New Roman"/>
              </a:rPr>
              <a:t>:</a:t>
            </a:r>
            <a:r>
              <a:rPr b="0" i="0" lang="en" sz="1300" u="none" cap="none" strike="noStrike">
                <a:solidFill>
                  <a:srgbClr val="262626"/>
                </a:solidFill>
                <a:latin typeface="Times New Roman"/>
                <a:ea typeface="Times New Roman"/>
                <a:cs typeface="Times New Roman"/>
                <a:sym typeface="Times New Roman"/>
              </a:rPr>
              <a:t> caractéristiques apprises et déformations non rigides.</a:t>
            </a:r>
            <a:endParaRPr/>
          </a:p>
          <a:p>
            <a:pPr indent="-285750" lvl="0" marL="285750" marR="0" rtl="0" algn="l">
              <a:lnSpc>
                <a:spcPct val="100000"/>
              </a:lnSpc>
              <a:spcBef>
                <a:spcPts val="620"/>
              </a:spcBef>
              <a:spcAft>
                <a:spcPts val="0"/>
              </a:spcAft>
              <a:buClr>
                <a:srgbClr val="2E5E9E"/>
              </a:buClr>
              <a:buSzPts val="1105"/>
              <a:buFont typeface="Arial"/>
              <a:buChar char="•"/>
            </a:pPr>
            <a:r>
              <a:rPr b="1" i="0" lang="en" sz="1300" u="none" cap="none" strike="noStrike">
                <a:solidFill>
                  <a:srgbClr val="262626"/>
                </a:solidFill>
                <a:latin typeface="Times New Roman"/>
                <a:ea typeface="Times New Roman"/>
                <a:cs typeface="Times New Roman"/>
                <a:sym typeface="Times New Roman"/>
              </a:rPr>
              <a:t>Transformations possibles</a:t>
            </a:r>
            <a:r>
              <a:rPr b="0" i="0" lang="en" sz="1300" u="none" cap="none" strike="noStrike">
                <a:solidFill>
                  <a:srgbClr val="262626"/>
                </a:solidFill>
                <a:latin typeface="Times New Roman"/>
                <a:ea typeface="Times New Roman"/>
                <a:cs typeface="Times New Roman"/>
                <a:sym typeface="Times New Roman"/>
              </a:rPr>
              <a:t> : similarité, affine, non rigide. La rétine étant une surface courbe observée en projection, la relation entre deux vues ne se réduit pas à une transformation plane.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2" name="Shape 1032"/>
        <p:cNvGrpSpPr/>
        <p:nvPr/>
      </p:nvGrpSpPr>
      <p:grpSpPr>
        <a:xfrm>
          <a:off x="0" y="0"/>
          <a:ext cx="0" cy="0"/>
          <a:chOff x="0" y="0"/>
          <a:chExt cx="0" cy="0"/>
        </a:xfrm>
      </p:grpSpPr>
      <p:sp>
        <p:nvSpPr>
          <p:cNvPr id="1033" name="Google Shape;1033;p39"/>
          <p:cNvSpPr txBox="1"/>
          <p:nvPr>
            <p:ph idx="4294967295" type="title"/>
          </p:nvPr>
        </p:nvSpPr>
        <p:spPr>
          <a:xfrm>
            <a:off x="154050" y="183256"/>
            <a:ext cx="8835975" cy="992700"/>
          </a:xfrm>
          <a:prstGeom prst="rect">
            <a:avLst/>
          </a:prstGeom>
          <a:solidFill>
            <a:srgbClr val="B1CDFB"/>
          </a:solidFill>
          <a:ln>
            <a:noFill/>
          </a:ln>
        </p:spPr>
        <p:txBody>
          <a:bodyPr anchorCtr="0" anchor="ctr" bIns="182875" lIns="182875" spcFirstLastPara="1" rIns="182875" wrap="square" tIns="182875">
            <a:normAutofit/>
          </a:bodyPr>
          <a:lstStyle/>
          <a:p>
            <a:pPr indent="0" lvl="0" marL="0" rtl="0" algn="ctr">
              <a:lnSpc>
                <a:spcPct val="90000"/>
              </a:lnSpc>
              <a:spcBef>
                <a:spcPts val="0"/>
              </a:spcBef>
              <a:spcAft>
                <a:spcPts val="0"/>
              </a:spcAft>
              <a:buSzPts val="3300"/>
              <a:buNone/>
            </a:pPr>
            <a:r>
              <a:rPr b="1" lang="en" sz="2100">
                <a:solidFill>
                  <a:srgbClr val="262626"/>
                </a:solidFill>
                <a:latin typeface="Times New Roman"/>
                <a:ea typeface="Times New Roman"/>
                <a:cs typeface="Times New Roman"/>
                <a:sym typeface="Times New Roman"/>
              </a:rPr>
              <a:t>FIRE : le jeu de référence du domaine</a:t>
            </a:r>
            <a:endParaRPr/>
          </a:p>
        </p:txBody>
      </p:sp>
      <p:sp>
        <p:nvSpPr>
          <p:cNvPr id="1034" name="Google Shape;1034;p39"/>
          <p:cNvSpPr/>
          <p:nvPr/>
        </p:nvSpPr>
        <p:spPr>
          <a:xfrm>
            <a:off x="7936500" y="190400"/>
            <a:ext cx="947025" cy="9927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5" name="Google Shape;1035;p39"/>
          <p:cNvSpPr/>
          <p:nvPr/>
        </p:nvSpPr>
        <p:spPr>
          <a:xfrm>
            <a:off x="8765725" y="501950"/>
            <a:ext cx="614250" cy="337275"/>
          </a:xfrm>
          <a:prstGeom prst="ellipse">
            <a:avLst/>
          </a:prstGeom>
          <a:solidFill>
            <a:schemeClr val="lt1"/>
          </a:solidFill>
          <a:ln cap="flat" cmpd="sng" w="9525">
            <a:solidFill>
              <a:srgbClr val="9FC5E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12</a:t>
            </a:r>
            <a:endParaRPr b="0" i="0" sz="1400" u="none" cap="none" strike="noStrike">
              <a:solidFill>
                <a:srgbClr val="000000"/>
              </a:solidFill>
              <a:latin typeface="Arial"/>
              <a:ea typeface="Arial"/>
              <a:cs typeface="Arial"/>
              <a:sym typeface="Arial"/>
            </a:endParaRPr>
          </a:p>
        </p:txBody>
      </p:sp>
      <p:pic>
        <p:nvPicPr>
          <p:cNvPr descr="Une image contenant personne, sourire, blanc, pose  Description générée automatiquement" id="1036" name="Google Shape;1036;p39"/>
          <p:cNvPicPr preferRelativeResize="0"/>
          <p:nvPr/>
        </p:nvPicPr>
        <p:blipFill rotWithShape="1">
          <a:blip r:embed="rId3">
            <a:alphaModFix/>
          </a:blip>
          <a:srcRect b="0" l="0" r="0" t="0"/>
          <a:stretch/>
        </p:blipFill>
        <p:spPr>
          <a:xfrm>
            <a:off x="8006453" y="285136"/>
            <a:ext cx="770513" cy="770513"/>
          </a:xfrm>
          <a:prstGeom prst="rect">
            <a:avLst/>
          </a:prstGeom>
          <a:noFill/>
          <a:ln>
            <a:noFill/>
          </a:ln>
        </p:spPr>
      </p:pic>
      <p:sp>
        <p:nvSpPr>
          <p:cNvPr id="1037" name="Google Shape;1037;p39"/>
          <p:cNvSpPr txBox="1"/>
          <p:nvPr/>
        </p:nvSpPr>
        <p:spPr>
          <a:xfrm>
            <a:off x="421975" y="1183100"/>
            <a:ext cx="8300100" cy="3414300"/>
          </a:xfrm>
          <a:prstGeom prst="rect">
            <a:avLst/>
          </a:prstGeom>
          <a:noFill/>
          <a:ln>
            <a:noFill/>
          </a:ln>
        </p:spPr>
        <p:txBody>
          <a:bodyPr anchorCtr="0" anchor="t" bIns="0" lIns="0" spcFirstLastPara="1" rIns="0" wrap="square" tIns="0">
            <a:noAutofit/>
          </a:bodyPr>
          <a:lstStyle/>
          <a:p>
            <a:pPr indent="-285750" lvl="0" marL="285750" marR="0" rtl="0" algn="l">
              <a:lnSpc>
                <a:spcPct val="100000"/>
              </a:lnSpc>
              <a:spcBef>
                <a:spcPts val="0"/>
              </a:spcBef>
              <a:spcAft>
                <a:spcPts val="0"/>
              </a:spcAft>
              <a:buClr>
                <a:srgbClr val="2E5E9E"/>
              </a:buClr>
              <a:buSzPts val="1105"/>
              <a:buFont typeface="Arial"/>
              <a:buChar char="•"/>
            </a:pPr>
            <a:r>
              <a:rPr b="0" i="0" lang="en" sz="1300" u="none" cap="none" strike="noStrike">
                <a:solidFill>
                  <a:srgbClr val="262626"/>
                </a:solidFill>
                <a:latin typeface="Times New Roman"/>
                <a:ea typeface="Times New Roman"/>
                <a:cs typeface="Times New Roman"/>
                <a:sym typeface="Times New Roman"/>
              </a:rPr>
              <a:t>134 paires construites à partir de 129 images, 39 sujets, hôpital Papageorgiou de Thessalonique.</a:t>
            </a:r>
            <a:endParaRPr/>
          </a:p>
          <a:p>
            <a:pPr indent="-285750" lvl="0" marL="285750" marR="0" rtl="0" algn="l">
              <a:lnSpc>
                <a:spcPct val="100000"/>
              </a:lnSpc>
              <a:spcBef>
                <a:spcPts val="620"/>
              </a:spcBef>
              <a:spcAft>
                <a:spcPts val="0"/>
              </a:spcAft>
              <a:buClr>
                <a:srgbClr val="2E5E9E"/>
              </a:buClr>
              <a:buSzPts val="1105"/>
              <a:buFont typeface="Arial"/>
              <a:buChar char="•"/>
            </a:pPr>
            <a:r>
              <a:rPr b="0" i="0" lang="en" sz="1300" u="none" cap="none" strike="noStrike">
                <a:solidFill>
                  <a:srgbClr val="262626"/>
                </a:solidFill>
                <a:latin typeface="Times New Roman"/>
                <a:ea typeface="Times New Roman"/>
                <a:cs typeface="Times New Roman"/>
                <a:sym typeface="Times New Roman"/>
              </a:rPr>
              <a:t>Caméra Nidek AFC-210, champ de 45°, résolution 2912 × 2912 pixels.</a:t>
            </a:r>
            <a:endParaRPr/>
          </a:p>
          <a:p>
            <a:pPr indent="-285750" lvl="0" marL="285750" marR="0" rtl="0" algn="l">
              <a:lnSpc>
                <a:spcPct val="100000"/>
              </a:lnSpc>
              <a:spcBef>
                <a:spcPts val="620"/>
              </a:spcBef>
              <a:spcAft>
                <a:spcPts val="0"/>
              </a:spcAft>
              <a:buClr>
                <a:srgbClr val="2E5E9E"/>
              </a:buClr>
              <a:buSzPts val="1105"/>
              <a:buFont typeface="Arial"/>
              <a:buChar char="•"/>
            </a:pPr>
            <a:r>
              <a:rPr b="1" i="0" lang="en" sz="1300" u="none" cap="none" strike="noStrike">
                <a:solidFill>
                  <a:srgbClr val="262626"/>
                </a:solidFill>
                <a:latin typeface="Times New Roman"/>
                <a:ea typeface="Times New Roman"/>
                <a:cs typeface="Times New Roman"/>
                <a:sym typeface="Times New Roman"/>
              </a:rPr>
              <a:t>10 correspondances de points de contrôle annotées</a:t>
            </a:r>
            <a:r>
              <a:rPr b="0" i="0" lang="en" sz="1300" u="none" cap="none" strike="noStrike">
                <a:solidFill>
                  <a:srgbClr val="262626"/>
                </a:solidFill>
                <a:latin typeface="Times New Roman"/>
                <a:ea typeface="Times New Roman"/>
                <a:cs typeface="Times New Roman"/>
                <a:sym typeface="Times New Roman"/>
              </a:rPr>
              <a:t> pour chaque paire.</a:t>
            </a:r>
            <a:endParaRPr/>
          </a:p>
          <a:p>
            <a:pPr indent="-285750" lvl="0" marL="285750" marR="0" rtl="0" algn="l">
              <a:lnSpc>
                <a:spcPct val="100000"/>
              </a:lnSpc>
              <a:spcBef>
                <a:spcPts val="620"/>
              </a:spcBef>
              <a:spcAft>
                <a:spcPts val="0"/>
              </a:spcAft>
              <a:buClr>
                <a:srgbClr val="2E5E9E"/>
              </a:buClr>
              <a:buSzPts val="1105"/>
              <a:buFont typeface="Arial"/>
              <a:buChar char="•"/>
            </a:pPr>
            <a:r>
              <a:rPr b="0" i="0" lang="en" sz="1300" u="none" cap="none" strike="noStrike">
                <a:solidFill>
                  <a:srgbClr val="262626"/>
                </a:solidFill>
                <a:latin typeface="Times New Roman"/>
                <a:ea typeface="Times New Roman"/>
                <a:cs typeface="Times New Roman"/>
                <a:sym typeface="Times New Roman"/>
              </a:rPr>
              <a:t>Trois catégories : </a:t>
            </a:r>
            <a:endParaRPr b="0" i="0" sz="1300" u="none" cap="none" strike="noStrike">
              <a:solidFill>
                <a:srgbClr val="262626"/>
              </a:solidFill>
              <a:latin typeface="Times New Roman"/>
              <a:ea typeface="Times New Roman"/>
              <a:cs typeface="Times New Roman"/>
              <a:sym typeface="Times New Roman"/>
            </a:endParaRPr>
          </a:p>
          <a:p>
            <a:pPr indent="0" lvl="0" marL="457200" marR="0" rtl="0" algn="l">
              <a:lnSpc>
                <a:spcPct val="100000"/>
              </a:lnSpc>
              <a:spcBef>
                <a:spcPts val="620"/>
              </a:spcBef>
              <a:spcAft>
                <a:spcPts val="0"/>
              </a:spcAft>
              <a:buNone/>
            </a:pPr>
            <a:r>
              <a:t/>
            </a:r>
            <a:endParaRPr sz="1300">
              <a:solidFill>
                <a:srgbClr val="262626"/>
              </a:solidFill>
              <a:latin typeface="Times New Roman"/>
              <a:ea typeface="Times New Roman"/>
              <a:cs typeface="Times New Roman"/>
              <a:sym typeface="Times New Roman"/>
            </a:endParaRPr>
          </a:p>
          <a:p>
            <a:pPr indent="0" lvl="0" marL="457200" marR="0" rtl="0" algn="l">
              <a:lnSpc>
                <a:spcPct val="100000"/>
              </a:lnSpc>
              <a:spcBef>
                <a:spcPts val="620"/>
              </a:spcBef>
              <a:spcAft>
                <a:spcPts val="0"/>
              </a:spcAft>
              <a:buNone/>
            </a:pPr>
            <a:r>
              <a:rPr b="1" i="0" lang="en" sz="1300" u="none" cap="none" strike="noStrike">
                <a:solidFill>
                  <a:srgbClr val="262626"/>
                </a:solidFill>
                <a:latin typeface="Times New Roman"/>
                <a:ea typeface="Times New Roman"/>
                <a:cs typeface="Times New Roman"/>
                <a:sym typeface="Times New Roman"/>
              </a:rPr>
              <a:t>S :</a:t>
            </a:r>
            <a:r>
              <a:rPr b="0" i="0" lang="en" sz="1300" u="none" cap="none" strike="noStrike">
                <a:solidFill>
                  <a:srgbClr val="262626"/>
                </a:solidFill>
                <a:latin typeface="Times New Roman"/>
                <a:ea typeface="Times New Roman"/>
                <a:cs typeface="Times New Roman"/>
                <a:sym typeface="Times New Roman"/>
              </a:rPr>
              <a:t> 71 paires, recouvrement supérieur à 75 % ; </a:t>
            </a:r>
            <a:endParaRPr b="0" i="0" sz="1300" u="none" cap="none" strike="noStrike">
              <a:solidFill>
                <a:srgbClr val="262626"/>
              </a:solidFill>
              <a:latin typeface="Times New Roman"/>
              <a:ea typeface="Times New Roman"/>
              <a:cs typeface="Times New Roman"/>
              <a:sym typeface="Times New Roman"/>
            </a:endParaRPr>
          </a:p>
          <a:p>
            <a:pPr indent="0" lvl="0" marL="457200" marR="0" rtl="0" algn="l">
              <a:lnSpc>
                <a:spcPct val="100000"/>
              </a:lnSpc>
              <a:spcBef>
                <a:spcPts val="620"/>
              </a:spcBef>
              <a:spcAft>
                <a:spcPts val="0"/>
              </a:spcAft>
              <a:buNone/>
            </a:pPr>
            <a:r>
              <a:rPr b="1" i="0" lang="en" sz="1300" u="none" cap="none" strike="noStrike">
                <a:solidFill>
                  <a:srgbClr val="262626"/>
                </a:solidFill>
                <a:latin typeface="Times New Roman"/>
                <a:ea typeface="Times New Roman"/>
                <a:cs typeface="Times New Roman"/>
                <a:sym typeface="Times New Roman"/>
              </a:rPr>
              <a:t>P</a:t>
            </a:r>
            <a:r>
              <a:rPr lang="en" sz="1300">
                <a:solidFill>
                  <a:srgbClr val="262626"/>
                </a:solidFill>
                <a:latin typeface="Times New Roman"/>
                <a:ea typeface="Times New Roman"/>
                <a:cs typeface="Times New Roman"/>
                <a:sym typeface="Times New Roman"/>
              </a:rPr>
              <a:t> :</a:t>
            </a:r>
            <a:r>
              <a:rPr b="0" i="0" lang="en" sz="1300" u="none" cap="none" strike="noStrike">
                <a:solidFill>
                  <a:srgbClr val="262626"/>
                </a:solidFill>
                <a:latin typeface="Times New Roman"/>
                <a:ea typeface="Times New Roman"/>
                <a:cs typeface="Times New Roman"/>
                <a:sym typeface="Times New Roman"/>
              </a:rPr>
              <a:t> 49 paires, recouvrement inférieur à 75 % ; </a:t>
            </a:r>
            <a:endParaRPr b="0" i="0" sz="1300" u="none" cap="none" strike="noStrike">
              <a:solidFill>
                <a:srgbClr val="262626"/>
              </a:solidFill>
              <a:latin typeface="Times New Roman"/>
              <a:ea typeface="Times New Roman"/>
              <a:cs typeface="Times New Roman"/>
              <a:sym typeface="Times New Roman"/>
            </a:endParaRPr>
          </a:p>
          <a:p>
            <a:pPr indent="0" lvl="0" marL="457200" marR="0" rtl="0" algn="l">
              <a:lnSpc>
                <a:spcPct val="100000"/>
              </a:lnSpc>
              <a:spcBef>
                <a:spcPts val="620"/>
              </a:spcBef>
              <a:spcAft>
                <a:spcPts val="0"/>
              </a:spcAft>
              <a:buNone/>
            </a:pPr>
            <a:r>
              <a:rPr b="1" i="0" lang="en" sz="1300" u="none" cap="none" strike="noStrike">
                <a:solidFill>
                  <a:srgbClr val="262626"/>
                </a:solidFill>
                <a:latin typeface="Times New Roman"/>
                <a:ea typeface="Times New Roman"/>
                <a:cs typeface="Times New Roman"/>
                <a:sym typeface="Times New Roman"/>
              </a:rPr>
              <a:t>A </a:t>
            </a:r>
            <a:r>
              <a:rPr lang="en" sz="1300">
                <a:solidFill>
                  <a:srgbClr val="262626"/>
                </a:solidFill>
                <a:latin typeface="Times New Roman"/>
                <a:ea typeface="Times New Roman"/>
                <a:cs typeface="Times New Roman"/>
                <a:sym typeface="Times New Roman"/>
              </a:rPr>
              <a:t>:</a:t>
            </a:r>
            <a:r>
              <a:rPr b="0" i="0" lang="en" sz="1300" u="none" cap="none" strike="noStrike">
                <a:solidFill>
                  <a:srgbClr val="262626"/>
                </a:solidFill>
                <a:latin typeface="Times New Roman"/>
                <a:ea typeface="Times New Roman"/>
                <a:cs typeface="Times New Roman"/>
                <a:sym typeface="Times New Roman"/>
              </a:rPr>
              <a:t> 14 paires, changements anatomiques.</a:t>
            </a:r>
            <a:endParaRPr b="0" i="0" sz="1300" u="none" cap="none" strike="noStrike">
              <a:solidFill>
                <a:srgbClr val="262626"/>
              </a:solidFill>
              <a:latin typeface="Times New Roman"/>
              <a:ea typeface="Times New Roman"/>
              <a:cs typeface="Times New Roman"/>
              <a:sym typeface="Times New Roman"/>
            </a:endParaRPr>
          </a:p>
          <a:p>
            <a:pPr indent="0" lvl="0" marL="457200" marR="0" rtl="0" algn="l">
              <a:lnSpc>
                <a:spcPct val="100000"/>
              </a:lnSpc>
              <a:spcBef>
                <a:spcPts val="620"/>
              </a:spcBef>
              <a:spcAft>
                <a:spcPts val="0"/>
              </a:spcAft>
              <a:buNone/>
            </a:pPr>
            <a:r>
              <a:t/>
            </a:r>
            <a:endParaRPr sz="1300">
              <a:solidFill>
                <a:srgbClr val="262626"/>
              </a:solidFill>
              <a:latin typeface="Times New Roman"/>
              <a:ea typeface="Times New Roman"/>
              <a:cs typeface="Times New Roman"/>
              <a:sym typeface="Times New Roman"/>
            </a:endParaRPr>
          </a:p>
          <a:p>
            <a:pPr indent="0" lvl="0" marL="457200" marR="0" rtl="0" algn="l">
              <a:lnSpc>
                <a:spcPct val="100000"/>
              </a:lnSpc>
              <a:spcBef>
                <a:spcPts val="620"/>
              </a:spcBef>
              <a:spcAft>
                <a:spcPts val="0"/>
              </a:spcAft>
              <a:buNone/>
            </a:pPr>
            <a:r>
              <a:t/>
            </a:r>
            <a:endParaRPr sz="1300">
              <a:solidFill>
                <a:srgbClr val="262626"/>
              </a:solidFill>
              <a:latin typeface="Times New Roman"/>
              <a:ea typeface="Times New Roman"/>
              <a:cs typeface="Times New Roman"/>
              <a:sym typeface="Times New Roman"/>
            </a:endParaRPr>
          </a:p>
          <a:p>
            <a:pPr indent="-285750" lvl="0" marL="285750" marR="0" rtl="0" algn="l">
              <a:lnSpc>
                <a:spcPct val="100000"/>
              </a:lnSpc>
              <a:spcBef>
                <a:spcPts val="620"/>
              </a:spcBef>
              <a:spcAft>
                <a:spcPts val="0"/>
              </a:spcAft>
              <a:buClr>
                <a:srgbClr val="2E5E9E"/>
              </a:buClr>
              <a:buSzPts val="1105"/>
              <a:buFont typeface="Arial"/>
              <a:buChar char="•"/>
            </a:pPr>
            <a:r>
              <a:rPr b="0" i="0" lang="en" sz="1300" u="none" cap="none" strike="noStrike">
                <a:solidFill>
                  <a:srgbClr val="262626"/>
                </a:solidFill>
                <a:latin typeface="Times New Roman"/>
                <a:ea typeface="Times New Roman"/>
                <a:cs typeface="Times New Roman"/>
                <a:sym typeface="Times New Roman"/>
              </a:rPr>
              <a:t>Protocole d'évaluation : erreur sur les points de contrôle, courbe de succès, </a:t>
            </a:r>
            <a:endParaRPr sz="1300">
              <a:solidFill>
                <a:srgbClr val="262626"/>
              </a:solidFill>
              <a:latin typeface="Times New Roman"/>
              <a:ea typeface="Times New Roman"/>
              <a:cs typeface="Times New Roman"/>
              <a:sym typeface="Times New Roman"/>
            </a:endParaRPr>
          </a:p>
          <a:p>
            <a:pPr indent="0" lvl="0" marL="457200" marR="0" rtl="0" algn="l">
              <a:lnSpc>
                <a:spcPct val="100000"/>
              </a:lnSpc>
              <a:spcBef>
                <a:spcPts val="620"/>
              </a:spcBef>
              <a:spcAft>
                <a:spcPts val="0"/>
              </a:spcAft>
              <a:buNone/>
            </a:pPr>
            <a:r>
              <a:rPr b="0" i="0" lang="en" sz="1300" u="none" cap="none" strike="noStrike">
                <a:solidFill>
                  <a:srgbClr val="262626"/>
                </a:solidFill>
                <a:latin typeface="Times New Roman"/>
                <a:ea typeface="Times New Roman"/>
                <a:cs typeface="Times New Roman"/>
                <a:sym typeface="Times New Roman"/>
              </a:rPr>
              <a:t>aire sous cette courbe au seuil de 25 pixels.</a:t>
            </a:r>
            <a:endParaRPr/>
          </a:p>
        </p:txBody>
      </p:sp>
      <p:pic>
        <p:nvPicPr>
          <p:cNvPr id="1038" name="Google Shape;1038;p39"/>
          <p:cNvPicPr preferRelativeResize="0"/>
          <p:nvPr/>
        </p:nvPicPr>
        <p:blipFill>
          <a:blip r:embed="rId4">
            <a:alphaModFix/>
          </a:blip>
          <a:stretch>
            <a:fillRect/>
          </a:stretch>
        </p:blipFill>
        <p:spPr>
          <a:xfrm>
            <a:off x="5621875" y="1761075"/>
            <a:ext cx="3143850" cy="19790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2" name="Shape 1042"/>
        <p:cNvGrpSpPr/>
        <p:nvPr/>
      </p:nvGrpSpPr>
      <p:grpSpPr>
        <a:xfrm>
          <a:off x="0" y="0"/>
          <a:ext cx="0" cy="0"/>
          <a:chOff x="0" y="0"/>
          <a:chExt cx="0" cy="0"/>
        </a:xfrm>
      </p:grpSpPr>
      <p:sp>
        <p:nvSpPr>
          <p:cNvPr id="1043" name="Google Shape;1043;p40"/>
          <p:cNvSpPr txBox="1"/>
          <p:nvPr>
            <p:ph idx="4294967295" type="title"/>
          </p:nvPr>
        </p:nvSpPr>
        <p:spPr>
          <a:xfrm>
            <a:off x="154050" y="183256"/>
            <a:ext cx="8835975" cy="992700"/>
          </a:xfrm>
          <a:prstGeom prst="rect">
            <a:avLst/>
          </a:prstGeom>
          <a:solidFill>
            <a:srgbClr val="B1CDFB"/>
          </a:solidFill>
          <a:ln>
            <a:noFill/>
          </a:ln>
        </p:spPr>
        <p:txBody>
          <a:bodyPr anchorCtr="0" anchor="ctr" bIns="182875" lIns="182875" spcFirstLastPara="1" rIns="182875" wrap="square" tIns="182875">
            <a:normAutofit/>
          </a:bodyPr>
          <a:lstStyle/>
          <a:p>
            <a:pPr indent="0" lvl="0" marL="0" rtl="0" algn="ctr">
              <a:lnSpc>
                <a:spcPct val="90000"/>
              </a:lnSpc>
              <a:spcBef>
                <a:spcPts val="0"/>
              </a:spcBef>
              <a:spcAft>
                <a:spcPts val="0"/>
              </a:spcAft>
              <a:buSzPts val="3300"/>
              <a:buNone/>
            </a:pPr>
            <a:r>
              <a:rPr b="1" lang="en" sz="2100">
                <a:solidFill>
                  <a:srgbClr val="262626"/>
                </a:solidFill>
                <a:latin typeface="Times New Roman"/>
                <a:ea typeface="Times New Roman"/>
                <a:cs typeface="Times New Roman"/>
                <a:sym typeface="Times New Roman"/>
              </a:rPr>
              <a:t>Travaux de recalage</a:t>
            </a:r>
            <a:endParaRPr/>
          </a:p>
        </p:txBody>
      </p:sp>
      <p:sp>
        <p:nvSpPr>
          <p:cNvPr id="1044" name="Google Shape;1044;p40"/>
          <p:cNvSpPr/>
          <p:nvPr/>
        </p:nvSpPr>
        <p:spPr>
          <a:xfrm>
            <a:off x="7936500" y="190400"/>
            <a:ext cx="947025" cy="9927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5" name="Google Shape;1045;p40"/>
          <p:cNvSpPr/>
          <p:nvPr/>
        </p:nvSpPr>
        <p:spPr>
          <a:xfrm>
            <a:off x="8765725" y="501950"/>
            <a:ext cx="614250" cy="337275"/>
          </a:xfrm>
          <a:prstGeom prst="ellipse">
            <a:avLst/>
          </a:prstGeom>
          <a:solidFill>
            <a:schemeClr val="lt1"/>
          </a:solidFill>
          <a:ln cap="flat" cmpd="sng" w="9525">
            <a:solidFill>
              <a:srgbClr val="9FC5E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13</a:t>
            </a:r>
            <a:endParaRPr b="0" i="0" sz="1400" u="none" cap="none" strike="noStrike">
              <a:solidFill>
                <a:srgbClr val="000000"/>
              </a:solidFill>
              <a:latin typeface="Arial"/>
              <a:ea typeface="Arial"/>
              <a:cs typeface="Arial"/>
              <a:sym typeface="Arial"/>
            </a:endParaRPr>
          </a:p>
        </p:txBody>
      </p:sp>
      <p:pic>
        <p:nvPicPr>
          <p:cNvPr descr="Une image contenant personne, sourire, blanc, pose  Description générée automatiquement" id="1046" name="Google Shape;1046;p40"/>
          <p:cNvPicPr preferRelativeResize="0"/>
          <p:nvPr/>
        </p:nvPicPr>
        <p:blipFill rotWithShape="1">
          <a:blip r:embed="rId3">
            <a:alphaModFix/>
          </a:blip>
          <a:srcRect b="0" l="0" r="0" t="0"/>
          <a:stretch/>
        </p:blipFill>
        <p:spPr>
          <a:xfrm>
            <a:off x="8006453" y="285136"/>
            <a:ext cx="770513" cy="770513"/>
          </a:xfrm>
          <a:prstGeom prst="rect">
            <a:avLst/>
          </a:prstGeom>
          <a:noFill/>
          <a:ln>
            <a:noFill/>
          </a:ln>
        </p:spPr>
      </p:pic>
      <p:graphicFrame>
        <p:nvGraphicFramePr>
          <p:cNvPr id="1047" name="Google Shape;1047;p40"/>
          <p:cNvGraphicFramePr/>
          <p:nvPr/>
        </p:nvGraphicFramePr>
        <p:xfrm>
          <a:off x="420000" y="1390000"/>
          <a:ext cx="3000000" cy="3000000"/>
        </p:xfrm>
        <a:graphic>
          <a:graphicData uri="http://schemas.openxmlformats.org/drawingml/2006/table">
            <a:tbl>
              <a:tblPr>
                <a:noFill/>
                <a:tableStyleId>{7ECE7E06-3317-46A2-B09C-27432B9E9AEE}</a:tableStyleId>
              </a:tblPr>
              <a:tblGrid>
                <a:gridCol w="843725"/>
                <a:gridCol w="1935600"/>
                <a:gridCol w="1439300"/>
                <a:gridCol w="1885975"/>
                <a:gridCol w="1667600"/>
              </a:tblGrid>
              <a:tr h="566150">
                <a:tc>
                  <a:txBody>
                    <a:bodyPr/>
                    <a:lstStyle/>
                    <a:p>
                      <a:pPr indent="0" lvl="0" marL="0" marR="0" rtl="0" algn="l">
                        <a:lnSpc>
                          <a:spcPct val="100000"/>
                        </a:lnSpc>
                        <a:spcBef>
                          <a:spcPts val="0"/>
                        </a:spcBef>
                        <a:spcAft>
                          <a:spcPts val="0"/>
                        </a:spcAft>
                        <a:buClr>
                          <a:srgbClr val="000000"/>
                        </a:buClr>
                        <a:buSzPts val="950"/>
                        <a:buFont typeface="Arial"/>
                        <a:buNone/>
                      </a:pPr>
                      <a:r>
                        <a:rPr b="1" lang="en" sz="950" u="none" cap="none" strike="noStrike">
                          <a:solidFill>
                            <a:srgbClr val="262626"/>
                          </a:solidFill>
                          <a:latin typeface="Times New Roman"/>
                          <a:ea typeface="Times New Roman"/>
                          <a:cs typeface="Times New Roman"/>
                          <a:sym typeface="Times New Roman"/>
                        </a:rPr>
                        <a:t>Réf.</a:t>
                      </a:r>
                      <a:endParaRPr/>
                    </a:p>
                  </a:txBody>
                  <a:tcPr marT="36000" marB="36000" marR="54000" marL="54000" anchor="ctr">
                    <a:lnL cap="flat" cmpd="sng" w="9525">
                      <a:solidFill>
                        <a:srgbClr val="C9D6E8"/>
                      </a:solidFill>
                      <a:prstDash val="solid"/>
                      <a:round/>
                      <a:headEnd len="sm" w="sm" type="none"/>
                      <a:tailEnd len="sm" w="sm" type="none"/>
                    </a:lnL>
                    <a:lnR cap="flat" cmpd="sng" w="9525">
                      <a:solidFill>
                        <a:srgbClr val="C9D6E8"/>
                      </a:solidFill>
                      <a:prstDash val="solid"/>
                      <a:round/>
                      <a:headEnd len="sm" w="sm" type="none"/>
                      <a:tailEnd len="sm" w="sm" type="none"/>
                    </a:lnR>
                    <a:lnT cap="flat" cmpd="sng" w="9525">
                      <a:solidFill>
                        <a:srgbClr val="C9D6E8"/>
                      </a:solidFill>
                      <a:prstDash val="solid"/>
                      <a:round/>
                      <a:headEnd len="sm" w="sm" type="none"/>
                      <a:tailEnd len="sm" w="sm" type="none"/>
                    </a:lnT>
                    <a:lnB cap="flat" cmpd="sng" w="9525">
                      <a:solidFill>
                        <a:srgbClr val="C9D6E8"/>
                      </a:solidFill>
                      <a:prstDash val="solid"/>
                      <a:round/>
                      <a:headEnd len="sm" w="sm" type="none"/>
                      <a:tailEnd len="sm" w="sm" type="none"/>
                    </a:lnB>
                    <a:solidFill>
                      <a:srgbClr val="B1CDFB"/>
                    </a:solidFill>
                  </a:tcPr>
                </a:tc>
                <a:tc>
                  <a:txBody>
                    <a:bodyPr/>
                    <a:lstStyle/>
                    <a:p>
                      <a:pPr indent="0" lvl="0" marL="0" marR="0" rtl="0" algn="l">
                        <a:lnSpc>
                          <a:spcPct val="100000"/>
                        </a:lnSpc>
                        <a:spcBef>
                          <a:spcPts val="0"/>
                        </a:spcBef>
                        <a:spcAft>
                          <a:spcPts val="0"/>
                        </a:spcAft>
                        <a:buClr>
                          <a:srgbClr val="000000"/>
                        </a:buClr>
                        <a:buSzPts val="950"/>
                        <a:buFont typeface="Arial"/>
                        <a:buNone/>
                      </a:pPr>
                      <a:r>
                        <a:rPr b="1" lang="en" sz="950" u="none" cap="none" strike="noStrike">
                          <a:solidFill>
                            <a:srgbClr val="262626"/>
                          </a:solidFill>
                          <a:latin typeface="Times New Roman"/>
                          <a:ea typeface="Times New Roman"/>
                          <a:cs typeface="Times New Roman"/>
                          <a:sym typeface="Times New Roman"/>
                        </a:rPr>
                        <a:t>Méthode</a:t>
                      </a:r>
                      <a:endParaRPr/>
                    </a:p>
                  </a:txBody>
                  <a:tcPr marT="36000" marB="36000" marR="54000" marL="54000" anchor="ctr">
                    <a:lnL cap="flat" cmpd="sng" w="9525">
                      <a:solidFill>
                        <a:srgbClr val="C9D6E8"/>
                      </a:solidFill>
                      <a:prstDash val="solid"/>
                      <a:round/>
                      <a:headEnd len="sm" w="sm" type="none"/>
                      <a:tailEnd len="sm" w="sm" type="none"/>
                    </a:lnL>
                    <a:lnR cap="flat" cmpd="sng" w="9525">
                      <a:solidFill>
                        <a:srgbClr val="C9D6E8"/>
                      </a:solidFill>
                      <a:prstDash val="solid"/>
                      <a:round/>
                      <a:headEnd len="sm" w="sm" type="none"/>
                      <a:tailEnd len="sm" w="sm" type="none"/>
                    </a:lnR>
                    <a:lnT cap="flat" cmpd="sng" w="9525">
                      <a:solidFill>
                        <a:srgbClr val="C9D6E8"/>
                      </a:solidFill>
                      <a:prstDash val="solid"/>
                      <a:round/>
                      <a:headEnd len="sm" w="sm" type="none"/>
                      <a:tailEnd len="sm" w="sm" type="none"/>
                    </a:lnT>
                    <a:lnB cap="flat" cmpd="sng" w="9525">
                      <a:solidFill>
                        <a:srgbClr val="C9D6E8"/>
                      </a:solidFill>
                      <a:prstDash val="solid"/>
                      <a:round/>
                      <a:headEnd len="sm" w="sm" type="none"/>
                      <a:tailEnd len="sm" w="sm" type="none"/>
                    </a:lnB>
                    <a:solidFill>
                      <a:srgbClr val="B1CDFB"/>
                    </a:solidFill>
                  </a:tcPr>
                </a:tc>
                <a:tc>
                  <a:txBody>
                    <a:bodyPr/>
                    <a:lstStyle/>
                    <a:p>
                      <a:pPr indent="0" lvl="0" marL="0" marR="0" rtl="0" algn="l">
                        <a:lnSpc>
                          <a:spcPct val="100000"/>
                        </a:lnSpc>
                        <a:spcBef>
                          <a:spcPts val="0"/>
                        </a:spcBef>
                        <a:spcAft>
                          <a:spcPts val="0"/>
                        </a:spcAft>
                        <a:buClr>
                          <a:srgbClr val="000000"/>
                        </a:buClr>
                        <a:buSzPts val="950"/>
                        <a:buFont typeface="Arial"/>
                        <a:buNone/>
                      </a:pPr>
                      <a:r>
                        <a:rPr b="1" lang="en" sz="950" u="none" cap="none" strike="noStrike">
                          <a:solidFill>
                            <a:srgbClr val="262626"/>
                          </a:solidFill>
                          <a:latin typeface="Times New Roman"/>
                          <a:ea typeface="Times New Roman"/>
                          <a:cs typeface="Times New Roman"/>
                          <a:sym typeface="Times New Roman"/>
                        </a:rPr>
                        <a:t>Données</a:t>
                      </a:r>
                      <a:endParaRPr/>
                    </a:p>
                  </a:txBody>
                  <a:tcPr marT="36000" marB="36000" marR="54000" marL="54000" anchor="ctr">
                    <a:lnL cap="flat" cmpd="sng" w="9525">
                      <a:solidFill>
                        <a:srgbClr val="C9D6E8"/>
                      </a:solidFill>
                      <a:prstDash val="solid"/>
                      <a:round/>
                      <a:headEnd len="sm" w="sm" type="none"/>
                      <a:tailEnd len="sm" w="sm" type="none"/>
                    </a:lnL>
                    <a:lnR cap="flat" cmpd="sng" w="9525">
                      <a:solidFill>
                        <a:srgbClr val="C9D6E8"/>
                      </a:solidFill>
                      <a:prstDash val="solid"/>
                      <a:round/>
                      <a:headEnd len="sm" w="sm" type="none"/>
                      <a:tailEnd len="sm" w="sm" type="none"/>
                    </a:lnR>
                    <a:lnT cap="flat" cmpd="sng" w="9525">
                      <a:solidFill>
                        <a:srgbClr val="C9D6E8"/>
                      </a:solidFill>
                      <a:prstDash val="solid"/>
                      <a:round/>
                      <a:headEnd len="sm" w="sm" type="none"/>
                      <a:tailEnd len="sm" w="sm" type="none"/>
                    </a:lnT>
                    <a:lnB cap="flat" cmpd="sng" w="9525">
                      <a:solidFill>
                        <a:srgbClr val="C9D6E8"/>
                      </a:solidFill>
                      <a:prstDash val="solid"/>
                      <a:round/>
                      <a:headEnd len="sm" w="sm" type="none"/>
                      <a:tailEnd len="sm" w="sm" type="none"/>
                    </a:lnB>
                    <a:solidFill>
                      <a:srgbClr val="B1CDFB"/>
                    </a:solidFill>
                  </a:tcPr>
                </a:tc>
                <a:tc>
                  <a:txBody>
                    <a:bodyPr/>
                    <a:lstStyle/>
                    <a:p>
                      <a:pPr indent="0" lvl="0" marL="0" marR="0" rtl="0" algn="l">
                        <a:lnSpc>
                          <a:spcPct val="100000"/>
                        </a:lnSpc>
                        <a:spcBef>
                          <a:spcPts val="0"/>
                        </a:spcBef>
                        <a:spcAft>
                          <a:spcPts val="0"/>
                        </a:spcAft>
                        <a:buClr>
                          <a:srgbClr val="000000"/>
                        </a:buClr>
                        <a:buSzPts val="950"/>
                        <a:buFont typeface="Arial"/>
                        <a:buNone/>
                      </a:pPr>
                      <a:r>
                        <a:rPr b="1" lang="en" sz="950" u="none" cap="none" strike="noStrike">
                          <a:solidFill>
                            <a:srgbClr val="262626"/>
                          </a:solidFill>
                          <a:latin typeface="Times New Roman"/>
                          <a:ea typeface="Times New Roman"/>
                          <a:cs typeface="Times New Roman"/>
                          <a:sym typeface="Times New Roman"/>
                        </a:rPr>
                        <a:t>Résultat publié</a:t>
                      </a:r>
                      <a:endParaRPr/>
                    </a:p>
                  </a:txBody>
                  <a:tcPr marT="36000" marB="36000" marR="54000" marL="54000" anchor="ctr">
                    <a:lnL cap="flat" cmpd="sng" w="9525">
                      <a:solidFill>
                        <a:srgbClr val="C9D6E8"/>
                      </a:solidFill>
                      <a:prstDash val="solid"/>
                      <a:round/>
                      <a:headEnd len="sm" w="sm" type="none"/>
                      <a:tailEnd len="sm" w="sm" type="none"/>
                    </a:lnL>
                    <a:lnR cap="flat" cmpd="sng" w="9525">
                      <a:solidFill>
                        <a:srgbClr val="C9D6E8"/>
                      </a:solidFill>
                      <a:prstDash val="solid"/>
                      <a:round/>
                      <a:headEnd len="sm" w="sm" type="none"/>
                      <a:tailEnd len="sm" w="sm" type="none"/>
                    </a:lnR>
                    <a:lnT cap="flat" cmpd="sng" w="9525">
                      <a:solidFill>
                        <a:srgbClr val="C9D6E8"/>
                      </a:solidFill>
                      <a:prstDash val="solid"/>
                      <a:round/>
                      <a:headEnd len="sm" w="sm" type="none"/>
                      <a:tailEnd len="sm" w="sm" type="none"/>
                    </a:lnT>
                    <a:lnB cap="flat" cmpd="sng" w="9525">
                      <a:solidFill>
                        <a:srgbClr val="C9D6E8"/>
                      </a:solidFill>
                      <a:prstDash val="solid"/>
                      <a:round/>
                      <a:headEnd len="sm" w="sm" type="none"/>
                      <a:tailEnd len="sm" w="sm" type="none"/>
                    </a:lnB>
                    <a:solidFill>
                      <a:srgbClr val="B1CDFB"/>
                    </a:solidFill>
                  </a:tcPr>
                </a:tc>
                <a:tc>
                  <a:txBody>
                    <a:bodyPr/>
                    <a:lstStyle/>
                    <a:p>
                      <a:pPr indent="0" lvl="0" marL="0" marR="0" rtl="0" algn="l">
                        <a:lnSpc>
                          <a:spcPct val="100000"/>
                        </a:lnSpc>
                        <a:spcBef>
                          <a:spcPts val="0"/>
                        </a:spcBef>
                        <a:spcAft>
                          <a:spcPts val="0"/>
                        </a:spcAft>
                        <a:buClr>
                          <a:srgbClr val="000000"/>
                        </a:buClr>
                        <a:buSzPts val="950"/>
                        <a:buFont typeface="Arial"/>
                        <a:buNone/>
                      </a:pPr>
                      <a:r>
                        <a:rPr b="1" lang="en" sz="950" u="none" cap="none" strike="noStrike">
                          <a:solidFill>
                            <a:srgbClr val="262626"/>
                          </a:solidFill>
                          <a:latin typeface="Times New Roman"/>
                          <a:ea typeface="Times New Roman"/>
                          <a:cs typeface="Times New Roman"/>
                          <a:sym typeface="Times New Roman"/>
                        </a:rPr>
                        <a:t>Limite</a:t>
                      </a:r>
                      <a:endParaRPr/>
                    </a:p>
                  </a:txBody>
                  <a:tcPr marT="36000" marB="36000" marR="54000" marL="54000" anchor="ctr">
                    <a:lnL cap="flat" cmpd="sng" w="9525">
                      <a:solidFill>
                        <a:srgbClr val="C9D6E8"/>
                      </a:solidFill>
                      <a:prstDash val="solid"/>
                      <a:round/>
                      <a:headEnd len="sm" w="sm" type="none"/>
                      <a:tailEnd len="sm" w="sm" type="none"/>
                    </a:lnL>
                    <a:lnR cap="flat" cmpd="sng" w="9525">
                      <a:solidFill>
                        <a:srgbClr val="C9D6E8"/>
                      </a:solidFill>
                      <a:prstDash val="solid"/>
                      <a:round/>
                      <a:headEnd len="sm" w="sm" type="none"/>
                      <a:tailEnd len="sm" w="sm" type="none"/>
                    </a:lnR>
                    <a:lnT cap="flat" cmpd="sng" w="9525">
                      <a:solidFill>
                        <a:srgbClr val="C9D6E8"/>
                      </a:solidFill>
                      <a:prstDash val="solid"/>
                      <a:round/>
                      <a:headEnd len="sm" w="sm" type="none"/>
                      <a:tailEnd len="sm" w="sm" type="none"/>
                    </a:lnT>
                    <a:lnB cap="flat" cmpd="sng" w="9525">
                      <a:solidFill>
                        <a:srgbClr val="C9D6E8"/>
                      </a:solidFill>
                      <a:prstDash val="solid"/>
                      <a:round/>
                      <a:headEnd len="sm" w="sm" type="none"/>
                      <a:tailEnd len="sm" w="sm" type="none"/>
                    </a:lnB>
                    <a:solidFill>
                      <a:srgbClr val="B1CDFB"/>
                    </a:solidFill>
                  </a:tcPr>
                </a:tc>
              </a:tr>
              <a:tr h="566150">
                <a:tc>
                  <a:txBody>
                    <a:bodyPr/>
                    <a:lstStyle/>
                    <a:p>
                      <a:pPr indent="0" lvl="0" marL="0" marR="0" rtl="0" algn="l">
                        <a:lnSpc>
                          <a:spcPct val="100000"/>
                        </a:lnSpc>
                        <a:spcBef>
                          <a:spcPts val="0"/>
                        </a:spcBef>
                        <a:spcAft>
                          <a:spcPts val="0"/>
                        </a:spcAft>
                        <a:buClr>
                          <a:srgbClr val="000000"/>
                        </a:buClr>
                        <a:buSzPts val="950"/>
                        <a:buFont typeface="Arial"/>
                        <a:buNone/>
                      </a:pPr>
                      <a:r>
                        <a:rPr b="0" lang="en" sz="950" u="none" cap="none" strike="noStrike">
                          <a:solidFill>
                            <a:srgbClr val="262626"/>
                          </a:solidFill>
                          <a:latin typeface="Times New Roman"/>
                          <a:ea typeface="Times New Roman"/>
                          <a:cs typeface="Times New Roman"/>
                          <a:sym typeface="Times New Roman"/>
                        </a:rPr>
                        <a:t>[1] Patankar</a:t>
                      </a:r>
                      <a:br>
                        <a:rPr b="0" lang="en" sz="950" u="none" cap="none" strike="noStrike">
                          <a:solidFill>
                            <a:srgbClr val="262626"/>
                          </a:solidFill>
                          <a:latin typeface="Times New Roman"/>
                          <a:ea typeface="Times New Roman"/>
                          <a:cs typeface="Times New Roman"/>
                          <a:sym typeface="Times New Roman"/>
                        </a:rPr>
                      </a:br>
                      <a:r>
                        <a:rPr b="0" lang="en" sz="950" u="none" cap="none" strike="noStrike">
                          <a:solidFill>
                            <a:srgbClr val="262626"/>
                          </a:solidFill>
                          <a:latin typeface="Times New Roman"/>
                          <a:ea typeface="Times New Roman"/>
                          <a:cs typeface="Times New Roman"/>
                          <a:sym typeface="Times New Roman"/>
                        </a:rPr>
                        <a:t>2015</a:t>
                      </a:r>
                      <a:endParaRPr/>
                    </a:p>
                  </a:txBody>
                  <a:tcPr marT="36000" marB="36000" marR="54000" marL="54000" anchor="ctr">
                    <a:lnL cap="flat" cmpd="sng" w="9525">
                      <a:solidFill>
                        <a:srgbClr val="C9D6E8"/>
                      </a:solidFill>
                      <a:prstDash val="solid"/>
                      <a:round/>
                      <a:headEnd len="sm" w="sm" type="none"/>
                      <a:tailEnd len="sm" w="sm" type="none"/>
                    </a:lnL>
                    <a:lnR cap="flat" cmpd="sng" w="9525">
                      <a:solidFill>
                        <a:srgbClr val="C9D6E8"/>
                      </a:solidFill>
                      <a:prstDash val="solid"/>
                      <a:round/>
                      <a:headEnd len="sm" w="sm" type="none"/>
                      <a:tailEnd len="sm" w="sm" type="none"/>
                    </a:lnR>
                    <a:lnT cap="flat" cmpd="sng" w="9525">
                      <a:solidFill>
                        <a:srgbClr val="C9D6E8"/>
                      </a:solidFill>
                      <a:prstDash val="solid"/>
                      <a:round/>
                      <a:headEnd len="sm" w="sm" type="none"/>
                      <a:tailEnd len="sm" w="sm" type="none"/>
                    </a:lnT>
                    <a:lnB cap="flat" cmpd="sng" w="9525">
                      <a:solidFill>
                        <a:srgbClr val="C9D6E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50"/>
                        <a:buFont typeface="Arial"/>
                        <a:buNone/>
                      </a:pPr>
                      <a:r>
                        <a:rPr b="0" lang="en" sz="950" u="none" cap="none" strike="noStrike">
                          <a:solidFill>
                            <a:srgbClr val="262626"/>
                          </a:solidFill>
                          <a:latin typeface="Times New Roman"/>
                          <a:ea typeface="Times New Roman"/>
                          <a:cs typeface="Times New Roman"/>
                          <a:sym typeface="Times New Roman"/>
                        </a:rPr>
                        <a:t>Bifurcations + moments orthogonaux, transformation de similarité</a:t>
                      </a:r>
                      <a:endParaRPr/>
                    </a:p>
                  </a:txBody>
                  <a:tcPr marT="36000" marB="36000" marR="54000" marL="54000" anchor="ctr">
                    <a:lnL cap="flat" cmpd="sng" w="9525">
                      <a:solidFill>
                        <a:srgbClr val="C9D6E8"/>
                      </a:solidFill>
                      <a:prstDash val="solid"/>
                      <a:round/>
                      <a:headEnd len="sm" w="sm" type="none"/>
                      <a:tailEnd len="sm" w="sm" type="none"/>
                    </a:lnL>
                    <a:lnR cap="flat" cmpd="sng" w="9525">
                      <a:solidFill>
                        <a:srgbClr val="C9D6E8"/>
                      </a:solidFill>
                      <a:prstDash val="solid"/>
                      <a:round/>
                      <a:headEnd len="sm" w="sm" type="none"/>
                      <a:tailEnd len="sm" w="sm" type="none"/>
                    </a:lnR>
                    <a:lnT cap="flat" cmpd="sng" w="9525">
                      <a:solidFill>
                        <a:srgbClr val="C9D6E8"/>
                      </a:solidFill>
                      <a:prstDash val="solid"/>
                      <a:round/>
                      <a:headEnd len="sm" w="sm" type="none"/>
                      <a:tailEnd len="sm" w="sm" type="none"/>
                    </a:lnT>
                    <a:lnB cap="flat" cmpd="sng" w="9525">
                      <a:solidFill>
                        <a:srgbClr val="C9D6E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50"/>
                        <a:buFont typeface="Arial"/>
                        <a:buNone/>
                      </a:pPr>
                      <a:r>
                        <a:rPr b="0" lang="en" sz="950" u="none" cap="none" strike="noStrike">
                          <a:solidFill>
                            <a:srgbClr val="262626"/>
                          </a:solidFill>
                          <a:latin typeface="Times New Roman"/>
                          <a:ea typeface="Times New Roman"/>
                          <a:cs typeface="Times New Roman"/>
                          <a:sym typeface="Times New Roman"/>
                        </a:rPr>
                        <a:t>DRIVE, STARE, VARIA, hôpital Sassoon</a:t>
                      </a:r>
                      <a:endParaRPr/>
                    </a:p>
                  </a:txBody>
                  <a:tcPr marT="36000" marB="36000" marR="54000" marL="54000" anchor="ctr">
                    <a:lnL cap="flat" cmpd="sng" w="9525">
                      <a:solidFill>
                        <a:srgbClr val="C9D6E8"/>
                      </a:solidFill>
                      <a:prstDash val="solid"/>
                      <a:round/>
                      <a:headEnd len="sm" w="sm" type="none"/>
                      <a:tailEnd len="sm" w="sm" type="none"/>
                    </a:lnL>
                    <a:lnR cap="flat" cmpd="sng" w="9525">
                      <a:solidFill>
                        <a:srgbClr val="C9D6E8"/>
                      </a:solidFill>
                      <a:prstDash val="solid"/>
                      <a:round/>
                      <a:headEnd len="sm" w="sm" type="none"/>
                      <a:tailEnd len="sm" w="sm" type="none"/>
                    </a:lnR>
                    <a:lnT cap="flat" cmpd="sng" w="9525">
                      <a:solidFill>
                        <a:srgbClr val="C9D6E8"/>
                      </a:solidFill>
                      <a:prstDash val="solid"/>
                      <a:round/>
                      <a:headEnd len="sm" w="sm" type="none"/>
                      <a:tailEnd len="sm" w="sm" type="none"/>
                    </a:lnT>
                    <a:lnB cap="flat" cmpd="sng" w="9525">
                      <a:solidFill>
                        <a:srgbClr val="C9D6E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50"/>
                        <a:buFont typeface="Arial"/>
                        <a:buNone/>
                      </a:pPr>
                      <a:r>
                        <a:rPr b="0" lang="en" sz="950" u="none" cap="none" strike="noStrike">
                          <a:solidFill>
                            <a:srgbClr val="262626"/>
                          </a:solidFill>
                          <a:latin typeface="Times New Roman"/>
                          <a:ea typeface="Times New Roman"/>
                          <a:cs typeface="Times New Roman"/>
                          <a:sym typeface="Times New Roman"/>
                        </a:rPr>
                        <a:t>Erreur de position des bifurcations après alignement</a:t>
                      </a:r>
                      <a:endParaRPr/>
                    </a:p>
                  </a:txBody>
                  <a:tcPr marT="36000" marB="36000" marR="54000" marL="54000" anchor="ctr">
                    <a:lnL cap="flat" cmpd="sng" w="9525">
                      <a:solidFill>
                        <a:srgbClr val="C9D6E8"/>
                      </a:solidFill>
                      <a:prstDash val="solid"/>
                      <a:round/>
                      <a:headEnd len="sm" w="sm" type="none"/>
                      <a:tailEnd len="sm" w="sm" type="none"/>
                    </a:lnL>
                    <a:lnR cap="flat" cmpd="sng" w="9525">
                      <a:solidFill>
                        <a:srgbClr val="C9D6E8"/>
                      </a:solidFill>
                      <a:prstDash val="solid"/>
                      <a:round/>
                      <a:headEnd len="sm" w="sm" type="none"/>
                      <a:tailEnd len="sm" w="sm" type="none"/>
                    </a:lnR>
                    <a:lnT cap="flat" cmpd="sng" w="9525">
                      <a:solidFill>
                        <a:srgbClr val="C9D6E8"/>
                      </a:solidFill>
                      <a:prstDash val="solid"/>
                      <a:round/>
                      <a:headEnd len="sm" w="sm" type="none"/>
                      <a:tailEnd len="sm" w="sm" type="none"/>
                    </a:lnT>
                    <a:lnB cap="flat" cmpd="sng" w="9525">
                      <a:solidFill>
                        <a:srgbClr val="C9D6E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50"/>
                        <a:buFont typeface="Arial"/>
                        <a:buNone/>
                      </a:pPr>
                      <a:r>
                        <a:rPr b="0" lang="en" sz="950" u="none" cap="none" strike="noStrike">
                          <a:solidFill>
                            <a:srgbClr val="262626"/>
                          </a:solidFill>
                          <a:latin typeface="Times New Roman"/>
                          <a:ea typeface="Times New Roman"/>
                          <a:cs typeface="Times New Roman"/>
                          <a:sym typeface="Times New Roman"/>
                        </a:rPr>
                        <a:t>Similarité seule ; aucun rejet des fausses correspondances</a:t>
                      </a:r>
                      <a:endParaRPr/>
                    </a:p>
                  </a:txBody>
                  <a:tcPr marT="36000" marB="36000" marR="54000" marL="54000" anchor="ctr">
                    <a:lnL cap="flat" cmpd="sng" w="9525">
                      <a:solidFill>
                        <a:srgbClr val="C9D6E8"/>
                      </a:solidFill>
                      <a:prstDash val="solid"/>
                      <a:round/>
                      <a:headEnd len="sm" w="sm" type="none"/>
                      <a:tailEnd len="sm" w="sm" type="none"/>
                    </a:lnL>
                    <a:lnR cap="flat" cmpd="sng" w="9525">
                      <a:solidFill>
                        <a:srgbClr val="C9D6E8"/>
                      </a:solidFill>
                      <a:prstDash val="solid"/>
                      <a:round/>
                      <a:headEnd len="sm" w="sm" type="none"/>
                      <a:tailEnd len="sm" w="sm" type="none"/>
                    </a:lnR>
                    <a:lnT cap="flat" cmpd="sng" w="9525">
                      <a:solidFill>
                        <a:srgbClr val="C9D6E8"/>
                      </a:solidFill>
                      <a:prstDash val="solid"/>
                      <a:round/>
                      <a:headEnd len="sm" w="sm" type="none"/>
                      <a:tailEnd len="sm" w="sm" type="none"/>
                    </a:lnT>
                    <a:lnB cap="flat" cmpd="sng" w="9525">
                      <a:solidFill>
                        <a:srgbClr val="C9D6E8"/>
                      </a:solidFill>
                      <a:prstDash val="solid"/>
                      <a:round/>
                      <a:headEnd len="sm" w="sm" type="none"/>
                      <a:tailEnd len="sm" w="sm" type="none"/>
                    </a:lnB>
                  </a:tcPr>
                </a:tc>
              </a:tr>
              <a:tr h="566150">
                <a:tc>
                  <a:txBody>
                    <a:bodyPr/>
                    <a:lstStyle/>
                    <a:p>
                      <a:pPr indent="0" lvl="0" marL="0" marR="0" rtl="0" algn="l">
                        <a:lnSpc>
                          <a:spcPct val="100000"/>
                        </a:lnSpc>
                        <a:spcBef>
                          <a:spcPts val="0"/>
                        </a:spcBef>
                        <a:spcAft>
                          <a:spcPts val="0"/>
                        </a:spcAft>
                        <a:buClr>
                          <a:srgbClr val="000000"/>
                        </a:buClr>
                        <a:buSzPts val="950"/>
                        <a:buFont typeface="Arial"/>
                        <a:buNone/>
                      </a:pPr>
                      <a:r>
                        <a:rPr b="0" lang="en" sz="950" u="none" cap="none" strike="noStrike">
                          <a:solidFill>
                            <a:srgbClr val="262626"/>
                          </a:solidFill>
                          <a:latin typeface="Times New Roman"/>
                          <a:ea typeface="Times New Roman"/>
                          <a:cs typeface="Times New Roman"/>
                          <a:sym typeface="Times New Roman"/>
                        </a:rPr>
                        <a:t>[2] FIRE</a:t>
                      </a:r>
                      <a:br>
                        <a:rPr b="0" lang="en" sz="950" u="none" cap="none" strike="noStrike">
                          <a:solidFill>
                            <a:srgbClr val="262626"/>
                          </a:solidFill>
                          <a:latin typeface="Times New Roman"/>
                          <a:ea typeface="Times New Roman"/>
                          <a:cs typeface="Times New Roman"/>
                          <a:sym typeface="Times New Roman"/>
                        </a:rPr>
                      </a:br>
                      <a:r>
                        <a:rPr b="0" lang="en" sz="950" u="none" cap="none" strike="noStrike">
                          <a:solidFill>
                            <a:srgbClr val="262626"/>
                          </a:solidFill>
                          <a:latin typeface="Times New Roman"/>
                          <a:ea typeface="Times New Roman"/>
                          <a:cs typeface="Times New Roman"/>
                          <a:sym typeface="Times New Roman"/>
                        </a:rPr>
                        <a:t>2017</a:t>
                      </a:r>
                      <a:endParaRPr/>
                    </a:p>
                  </a:txBody>
                  <a:tcPr marT="36000" marB="36000" marR="54000" marL="54000" anchor="ctr">
                    <a:lnL cap="flat" cmpd="sng" w="9525">
                      <a:solidFill>
                        <a:srgbClr val="C9D6E8"/>
                      </a:solidFill>
                      <a:prstDash val="solid"/>
                      <a:round/>
                      <a:headEnd len="sm" w="sm" type="none"/>
                      <a:tailEnd len="sm" w="sm" type="none"/>
                    </a:lnL>
                    <a:lnR cap="flat" cmpd="sng" w="9525">
                      <a:solidFill>
                        <a:srgbClr val="C9D6E8"/>
                      </a:solidFill>
                      <a:prstDash val="solid"/>
                      <a:round/>
                      <a:headEnd len="sm" w="sm" type="none"/>
                      <a:tailEnd len="sm" w="sm" type="none"/>
                    </a:lnR>
                    <a:lnT cap="flat" cmpd="sng" w="9525">
                      <a:solidFill>
                        <a:srgbClr val="C9D6E8"/>
                      </a:solidFill>
                      <a:prstDash val="solid"/>
                      <a:round/>
                      <a:headEnd len="sm" w="sm" type="none"/>
                      <a:tailEnd len="sm" w="sm" type="none"/>
                    </a:lnT>
                    <a:lnB cap="flat" cmpd="sng" w="9525">
                      <a:solidFill>
                        <a:srgbClr val="C9D6E8"/>
                      </a:solidFill>
                      <a:prstDash val="solid"/>
                      <a:round/>
                      <a:headEnd len="sm" w="sm" type="none"/>
                      <a:tailEnd len="sm" w="sm" type="none"/>
                    </a:lnB>
                    <a:solidFill>
                      <a:srgbClr val="F4F8FD"/>
                    </a:solidFill>
                  </a:tcPr>
                </a:tc>
                <a:tc>
                  <a:txBody>
                    <a:bodyPr/>
                    <a:lstStyle/>
                    <a:p>
                      <a:pPr indent="0" lvl="0" marL="0" marR="0" rtl="0" algn="l">
                        <a:lnSpc>
                          <a:spcPct val="100000"/>
                        </a:lnSpc>
                        <a:spcBef>
                          <a:spcPts val="0"/>
                        </a:spcBef>
                        <a:spcAft>
                          <a:spcPts val="0"/>
                        </a:spcAft>
                        <a:buClr>
                          <a:srgbClr val="000000"/>
                        </a:buClr>
                        <a:buSzPts val="950"/>
                        <a:buFont typeface="Arial"/>
                        <a:buNone/>
                      </a:pPr>
                      <a:r>
                        <a:rPr b="0" lang="en" sz="950" u="none" cap="none" strike="noStrike">
                          <a:solidFill>
                            <a:srgbClr val="262626"/>
                          </a:solidFill>
                          <a:latin typeface="Times New Roman"/>
                          <a:ea typeface="Times New Roman"/>
                          <a:cs typeface="Times New Roman"/>
                          <a:sym typeface="Times New Roman"/>
                        </a:rPr>
                        <a:t>Jeu de données et protocole d'évaluation</a:t>
                      </a:r>
                      <a:endParaRPr/>
                    </a:p>
                  </a:txBody>
                  <a:tcPr marT="36000" marB="36000" marR="54000" marL="54000" anchor="ctr">
                    <a:lnL cap="flat" cmpd="sng" w="9525">
                      <a:solidFill>
                        <a:srgbClr val="C9D6E8"/>
                      </a:solidFill>
                      <a:prstDash val="solid"/>
                      <a:round/>
                      <a:headEnd len="sm" w="sm" type="none"/>
                      <a:tailEnd len="sm" w="sm" type="none"/>
                    </a:lnL>
                    <a:lnR cap="flat" cmpd="sng" w="9525">
                      <a:solidFill>
                        <a:srgbClr val="C9D6E8"/>
                      </a:solidFill>
                      <a:prstDash val="solid"/>
                      <a:round/>
                      <a:headEnd len="sm" w="sm" type="none"/>
                      <a:tailEnd len="sm" w="sm" type="none"/>
                    </a:lnR>
                    <a:lnT cap="flat" cmpd="sng" w="9525">
                      <a:solidFill>
                        <a:srgbClr val="C9D6E8"/>
                      </a:solidFill>
                      <a:prstDash val="solid"/>
                      <a:round/>
                      <a:headEnd len="sm" w="sm" type="none"/>
                      <a:tailEnd len="sm" w="sm" type="none"/>
                    </a:lnT>
                    <a:lnB cap="flat" cmpd="sng" w="9525">
                      <a:solidFill>
                        <a:srgbClr val="C9D6E8"/>
                      </a:solidFill>
                      <a:prstDash val="solid"/>
                      <a:round/>
                      <a:headEnd len="sm" w="sm" type="none"/>
                      <a:tailEnd len="sm" w="sm" type="none"/>
                    </a:lnB>
                    <a:solidFill>
                      <a:srgbClr val="F4F8FD"/>
                    </a:solidFill>
                  </a:tcPr>
                </a:tc>
                <a:tc>
                  <a:txBody>
                    <a:bodyPr/>
                    <a:lstStyle/>
                    <a:p>
                      <a:pPr indent="0" lvl="0" marL="0" marR="0" rtl="0" algn="l">
                        <a:lnSpc>
                          <a:spcPct val="100000"/>
                        </a:lnSpc>
                        <a:spcBef>
                          <a:spcPts val="0"/>
                        </a:spcBef>
                        <a:spcAft>
                          <a:spcPts val="0"/>
                        </a:spcAft>
                        <a:buClr>
                          <a:srgbClr val="000000"/>
                        </a:buClr>
                        <a:buSzPts val="950"/>
                        <a:buFont typeface="Arial"/>
                        <a:buNone/>
                      </a:pPr>
                      <a:r>
                        <a:rPr b="0" lang="en" sz="950" u="none" cap="none" strike="noStrike">
                          <a:solidFill>
                            <a:srgbClr val="262626"/>
                          </a:solidFill>
                          <a:latin typeface="Times New Roman"/>
                          <a:ea typeface="Times New Roman"/>
                          <a:cs typeface="Times New Roman"/>
                          <a:sym typeface="Times New Roman"/>
                        </a:rPr>
                        <a:t>134 paires, 10 points annotés</a:t>
                      </a:r>
                      <a:endParaRPr/>
                    </a:p>
                  </a:txBody>
                  <a:tcPr marT="36000" marB="36000" marR="54000" marL="54000" anchor="ctr">
                    <a:lnL cap="flat" cmpd="sng" w="9525">
                      <a:solidFill>
                        <a:srgbClr val="C9D6E8"/>
                      </a:solidFill>
                      <a:prstDash val="solid"/>
                      <a:round/>
                      <a:headEnd len="sm" w="sm" type="none"/>
                      <a:tailEnd len="sm" w="sm" type="none"/>
                    </a:lnL>
                    <a:lnR cap="flat" cmpd="sng" w="9525">
                      <a:solidFill>
                        <a:srgbClr val="C9D6E8"/>
                      </a:solidFill>
                      <a:prstDash val="solid"/>
                      <a:round/>
                      <a:headEnd len="sm" w="sm" type="none"/>
                      <a:tailEnd len="sm" w="sm" type="none"/>
                    </a:lnR>
                    <a:lnT cap="flat" cmpd="sng" w="9525">
                      <a:solidFill>
                        <a:srgbClr val="C9D6E8"/>
                      </a:solidFill>
                      <a:prstDash val="solid"/>
                      <a:round/>
                      <a:headEnd len="sm" w="sm" type="none"/>
                      <a:tailEnd len="sm" w="sm" type="none"/>
                    </a:lnT>
                    <a:lnB cap="flat" cmpd="sng" w="9525">
                      <a:solidFill>
                        <a:srgbClr val="C9D6E8"/>
                      </a:solidFill>
                      <a:prstDash val="solid"/>
                      <a:round/>
                      <a:headEnd len="sm" w="sm" type="none"/>
                      <a:tailEnd len="sm" w="sm" type="none"/>
                    </a:lnB>
                    <a:solidFill>
                      <a:srgbClr val="F4F8FD"/>
                    </a:solidFill>
                  </a:tcPr>
                </a:tc>
                <a:tc>
                  <a:txBody>
                    <a:bodyPr/>
                    <a:lstStyle/>
                    <a:p>
                      <a:pPr indent="0" lvl="0" marL="0" marR="0" rtl="0" algn="l">
                        <a:lnSpc>
                          <a:spcPct val="100000"/>
                        </a:lnSpc>
                        <a:spcBef>
                          <a:spcPts val="0"/>
                        </a:spcBef>
                        <a:spcAft>
                          <a:spcPts val="0"/>
                        </a:spcAft>
                        <a:buClr>
                          <a:srgbClr val="000000"/>
                        </a:buClr>
                        <a:buSzPts val="950"/>
                        <a:buFont typeface="Arial"/>
                        <a:buNone/>
                      </a:pPr>
                      <a:r>
                        <a:rPr b="0" lang="en" sz="950" u="none" cap="none" strike="noStrike">
                          <a:solidFill>
                            <a:srgbClr val="262626"/>
                          </a:solidFill>
                          <a:latin typeface="Times New Roman"/>
                          <a:ea typeface="Times New Roman"/>
                          <a:cs typeface="Times New Roman"/>
                          <a:sym typeface="Times New Roman"/>
                        </a:rPr>
                        <a:t>Définit la métrique commune du domaine</a:t>
                      </a:r>
                      <a:endParaRPr/>
                    </a:p>
                  </a:txBody>
                  <a:tcPr marT="36000" marB="36000" marR="54000" marL="54000" anchor="ctr">
                    <a:lnL cap="flat" cmpd="sng" w="9525">
                      <a:solidFill>
                        <a:srgbClr val="C9D6E8"/>
                      </a:solidFill>
                      <a:prstDash val="solid"/>
                      <a:round/>
                      <a:headEnd len="sm" w="sm" type="none"/>
                      <a:tailEnd len="sm" w="sm" type="none"/>
                    </a:lnL>
                    <a:lnR cap="flat" cmpd="sng" w="9525">
                      <a:solidFill>
                        <a:srgbClr val="C9D6E8"/>
                      </a:solidFill>
                      <a:prstDash val="solid"/>
                      <a:round/>
                      <a:headEnd len="sm" w="sm" type="none"/>
                      <a:tailEnd len="sm" w="sm" type="none"/>
                    </a:lnR>
                    <a:lnT cap="flat" cmpd="sng" w="9525">
                      <a:solidFill>
                        <a:srgbClr val="C9D6E8"/>
                      </a:solidFill>
                      <a:prstDash val="solid"/>
                      <a:round/>
                      <a:headEnd len="sm" w="sm" type="none"/>
                      <a:tailEnd len="sm" w="sm" type="none"/>
                    </a:lnT>
                    <a:lnB cap="flat" cmpd="sng" w="9525">
                      <a:solidFill>
                        <a:srgbClr val="C9D6E8"/>
                      </a:solidFill>
                      <a:prstDash val="solid"/>
                      <a:round/>
                      <a:headEnd len="sm" w="sm" type="none"/>
                      <a:tailEnd len="sm" w="sm" type="none"/>
                    </a:lnB>
                    <a:solidFill>
                      <a:srgbClr val="F4F8FD"/>
                    </a:solidFill>
                  </a:tcPr>
                </a:tc>
                <a:tc>
                  <a:txBody>
                    <a:bodyPr/>
                    <a:lstStyle/>
                    <a:p>
                      <a:pPr indent="0" lvl="0" marL="0" marR="0" rtl="0" algn="l">
                        <a:lnSpc>
                          <a:spcPct val="100000"/>
                        </a:lnSpc>
                        <a:spcBef>
                          <a:spcPts val="0"/>
                        </a:spcBef>
                        <a:spcAft>
                          <a:spcPts val="0"/>
                        </a:spcAft>
                        <a:buClr>
                          <a:srgbClr val="000000"/>
                        </a:buClr>
                        <a:buSzPts val="950"/>
                        <a:buFont typeface="Arial"/>
                        <a:buNone/>
                      </a:pPr>
                      <a:r>
                        <a:rPr b="0" lang="en" sz="950" u="none" cap="none" strike="noStrike">
                          <a:solidFill>
                            <a:srgbClr val="262626"/>
                          </a:solidFill>
                          <a:latin typeface="Times New Roman"/>
                          <a:ea typeface="Times New Roman"/>
                          <a:cs typeface="Times New Roman"/>
                          <a:sym typeface="Times New Roman"/>
                        </a:rPr>
                        <a:t>14 paires en catégorie A ; aucune lésion annotée</a:t>
                      </a:r>
                      <a:endParaRPr/>
                    </a:p>
                  </a:txBody>
                  <a:tcPr marT="36000" marB="36000" marR="54000" marL="54000" anchor="ctr">
                    <a:lnL cap="flat" cmpd="sng" w="9525">
                      <a:solidFill>
                        <a:srgbClr val="C9D6E8"/>
                      </a:solidFill>
                      <a:prstDash val="solid"/>
                      <a:round/>
                      <a:headEnd len="sm" w="sm" type="none"/>
                      <a:tailEnd len="sm" w="sm" type="none"/>
                    </a:lnL>
                    <a:lnR cap="flat" cmpd="sng" w="9525">
                      <a:solidFill>
                        <a:srgbClr val="C9D6E8"/>
                      </a:solidFill>
                      <a:prstDash val="solid"/>
                      <a:round/>
                      <a:headEnd len="sm" w="sm" type="none"/>
                      <a:tailEnd len="sm" w="sm" type="none"/>
                    </a:lnR>
                    <a:lnT cap="flat" cmpd="sng" w="9525">
                      <a:solidFill>
                        <a:srgbClr val="C9D6E8"/>
                      </a:solidFill>
                      <a:prstDash val="solid"/>
                      <a:round/>
                      <a:headEnd len="sm" w="sm" type="none"/>
                      <a:tailEnd len="sm" w="sm" type="none"/>
                    </a:lnT>
                    <a:lnB cap="flat" cmpd="sng" w="9525">
                      <a:solidFill>
                        <a:srgbClr val="C9D6E8"/>
                      </a:solidFill>
                      <a:prstDash val="solid"/>
                      <a:round/>
                      <a:headEnd len="sm" w="sm" type="none"/>
                      <a:tailEnd len="sm" w="sm" type="none"/>
                    </a:lnB>
                    <a:solidFill>
                      <a:srgbClr val="F4F8FD"/>
                    </a:solidFill>
                  </a:tcPr>
                </a:tc>
              </a:tr>
              <a:tr h="566150">
                <a:tc>
                  <a:txBody>
                    <a:bodyPr/>
                    <a:lstStyle/>
                    <a:p>
                      <a:pPr indent="0" lvl="0" marL="0" marR="0" rtl="0" algn="l">
                        <a:lnSpc>
                          <a:spcPct val="100000"/>
                        </a:lnSpc>
                        <a:spcBef>
                          <a:spcPts val="0"/>
                        </a:spcBef>
                        <a:spcAft>
                          <a:spcPts val="0"/>
                        </a:spcAft>
                        <a:buClr>
                          <a:srgbClr val="000000"/>
                        </a:buClr>
                        <a:buSzPts val="950"/>
                        <a:buFont typeface="Arial"/>
                        <a:buNone/>
                      </a:pPr>
                      <a:r>
                        <a:rPr b="0" lang="en" sz="950" u="none" cap="none" strike="noStrike">
                          <a:solidFill>
                            <a:srgbClr val="262626"/>
                          </a:solidFill>
                          <a:latin typeface="Times New Roman"/>
                          <a:ea typeface="Times New Roman"/>
                          <a:cs typeface="Times New Roman"/>
                          <a:sym typeface="Times New Roman"/>
                        </a:rPr>
                        <a:t>[6] Zhou</a:t>
                      </a:r>
                      <a:br>
                        <a:rPr b="0" lang="en" sz="950" u="none" cap="none" strike="noStrike">
                          <a:solidFill>
                            <a:srgbClr val="262626"/>
                          </a:solidFill>
                          <a:latin typeface="Times New Roman"/>
                          <a:ea typeface="Times New Roman"/>
                          <a:cs typeface="Times New Roman"/>
                          <a:sym typeface="Times New Roman"/>
                        </a:rPr>
                      </a:br>
                      <a:r>
                        <a:rPr b="0" lang="en" sz="950" u="none" cap="none" strike="noStrike">
                          <a:solidFill>
                            <a:srgbClr val="262626"/>
                          </a:solidFill>
                          <a:latin typeface="Times New Roman"/>
                          <a:ea typeface="Times New Roman"/>
                          <a:cs typeface="Times New Roman"/>
                          <a:sym typeface="Times New Roman"/>
                        </a:rPr>
                        <a:t>2022</a:t>
                      </a:r>
                      <a:endParaRPr/>
                    </a:p>
                  </a:txBody>
                  <a:tcPr marT="36000" marB="36000" marR="54000" marL="54000" anchor="ctr">
                    <a:lnL cap="flat" cmpd="sng" w="9525">
                      <a:solidFill>
                        <a:srgbClr val="C9D6E8"/>
                      </a:solidFill>
                      <a:prstDash val="solid"/>
                      <a:round/>
                      <a:headEnd len="sm" w="sm" type="none"/>
                      <a:tailEnd len="sm" w="sm" type="none"/>
                    </a:lnL>
                    <a:lnR cap="flat" cmpd="sng" w="9525">
                      <a:solidFill>
                        <a:srgbClr val="C9D6E8"/>
                      </a:solidFill>
                      <a:prstDash val="solid"/>
                      <a:round/>
                      <a:headEnd len="sm" w="sm" type="none"/>
                      <a:tailEnd len="sm" w="sm" type="none"/>
                    </a:lnR>
                    <a:lnT cap="flat" cmpd="sng" w="9525">
                      <a:solidFill>
                        <a:srgbClr val="C9D6E8"/>
                      </a:solidFill>
                      <a:prstDash val="solid"/>
                      <a:round/>
                      <a:headEnd len="sm" w="sm" type="none"/>
                      <a:tailEnd len="sm" w="sm" type="none"/>
                    </a:lnT>
                    <a:lnB cap="flat" cmpd="sng" w="9525">
                      <a:solidFill>
                        <a:srgbClr val="C9D6E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50"/>
                        <a:buFont typeface="Arial"/>
                        <a:buNone/>
                      </a:pPr>
                      <a:r>
                        <a:rPr b="0" lang="en" sz="950" u="none" cap="none" strike="noStrike">
                          <a:solidFill>
                            <a:srgbClr val="262626"/>
                          </a:solidFill>
                          <a:latin typeface="Times New Roman"/>
                          <a:ea typeface="Times New Roman"/>
                          <a:cs typeface="Times New Roman"/>
                          <a:sym typeface="Times New Roman"/>
                        </a:rPr>
                        <a:t>Hybride : points RIFT + RANSAC, affinage par NTG</a:t>
                      </a:r>
                      <a:endParaRPr/>
                    </a:p>
                  </a:txBody>
                  <a:tcPr marT="36000" marB="36000" marR="54000" marL="54000" anchor="ctr">
                    <a:lnL cap="flat" cmpd="sng" w="9525">
                      <a:solidFill>
                        <a:srgbClr val="C9D6E8"/>
                      </a:solidFill>
                      <a:prstDash val="solid"/>
                      <a:round/>
                      <a:headEnd len="sm" w="sm" type="none"/>
                      <a:tailEnd len="sm" w="sm" type="none"/>
                    </a:lnL>
                    <a:lnR cap="flat" cmpd="sng" w="9525">
                      <a:solidFill>
                        <a:srgbClr val="C9D6E8"/>
                      </a:solidFill>
                      <a:prstDash val="solid"/>
                      <a:round/>
                      <a:headEnd len="sm" w="sm" type="none"/>
                      <a:tailEnd len="sm" w="sm" type="none"/>
                    </a:lnR>
                    <a:lnT cap="flat" cmpd="sng" w="9525">
                      <a:solidFill>
                        <a:srgbClr val="C9D6E8"/>
                      </a:solidFill>
                      <a:prstDash val="solid"/>
                      <a:round/>
                      <a:headEnd len="sm" w="sm" type="none"/>
                      <a:tailEnd len="sm" w="sm" type="none"/>
                    </a:lnT>
                    <a:lnB cap="flat" cmpd="sng" w="9525">
                      <a:solidFill>
                        <a:srgbClr val="C9D6E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50"/>
                        <a:buFont typeface="Arial"/>
                        <a:buNone/>
                      </a:pPr>
                      <a:r>
                        <a:rPr b="0" lang="en" sz="950" u="none" cap="none" strike="noStrike">
                          <a:solidFill>
                            <a:srgbClr val="262626"/>
                          </a:solidFill>
                          <a:latin typeface="Times New Roman"/>
                          <a:ea typeface="Times New Roman"/>
                          <a:cs typeface="Times New Roman"/>
                          <a:sym typeface="Times New Roman"/>
                        </a:rPr>
                        <a:t>FIRE ; FI-LORE (83 paires)</a:t>
                      </a:r>
                      <a:endParaRPr/>
                    </a:p>
                  </a:txBody>
                  <a:tcPr marT="36000" marB="36000" marR="54000" marL="54000" anchor="ctr">
                    <a:lnL cap="flat" cmpd="sng" w="9525">
                      <a:solidFill>
                        <a:srgbClr val="C9D6E8"/>
                      </a:solidFill>
                      <a:prstDash val="solid"/>
                      <a:round/>
                      <a:headEnd len="sm" w="sm" type="none"/>
                      <a:tailEnd len="sm" w="sm" type="none"/>
                    </a:lnL>
                    <a:lnR cap="flat" cmpd="sng" w="9525">
                      <a:solidFill>
                        <a:srgbClr val="C9D6E8"/>
                      </a:solidFill>
                      <a:prstDash val="solid"/>
                      <a:round/>
                      <a:headEnd len="sm" w="sm" type="none"/>
                      <a:tailEnd len="sm" w="sm" type="none"/>
                    </a:lnR>
                    <a:lnT cap="flat" cmpd="sng" w="9525">
                      <a:solidFill>
                        <a:srgbClr val="C9D6E8"/>
                      </a:solidFill>
                      <a:prstDash val="solid"/>
                      <a:round/>
                      <a:headEnd len="sm" w="sm" type="none"/>
                      <a:tailEnd len="sm" w="sm" type="none"/>
                    </a:lnT>
                    <a:lnB cap="flat" cmpd="sng" w="9525">
                      <a:solidFill>
                        <a:srgbClr val="C9D6E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50"/>
                        <a:buFont typeface="Arial"/>
                        <a:buNone/>
                      </a:pPr>
                      <a:r>
                        <a:rPr b="0" lang="en" sz="950" u="none" cap="none" strike="noStrike">
                          <a:solidFill>
                            <a:srgbClr val="262626"/>
                          </a:solidFill>
                          <a:latin typeface="Times New Roman"/>
                          <a:ea typeface="Times New Roman"/>
                          <a:cs typeface="Times New Roman"/>
                          <a:sym typeface="Times New Roman"/>
                        </a:rPr>
                        <a:t>AUC 0,907 (S) · 0,512 (P) · 0,810 (A) · 0,717 (ensemble)</a:t>
                      </a:r>
                      <a:endParaRPr/>
                    </a:p>
                  </a:txBody>
                  <a:tcPr marT="36000" marB="36000" marR="54000" marL="54000" anchor="ctr">
                    <a:lnL cap="flat" cmpd="sng" w="9525">
                      <a:solidFill>
                        <a:srgbClr val="C9D6E8"/>
                      </a:solidFill>
                      <a:prstDash val="solid"/>
                      <a:round/>
                      <a:headEnd len="sm" w="sm" type="none"/>
                      <a:tailEnd len="sm" w="sm" type="none"/>
                    </a:lnL>
                    <a:lnR cap="flat" cmpd="sng" w="9525">
                      <a:solidFill>
                        <a:srgbClr val="C9D6E8"/>
                      </a:solidFill>
                      <a:prstDash val="solid"/>
                      <a:round/>
                      <a:headEnd len="sm" w="sm" type="none"/>
                      <a:tailEnd len="sm" w="sm" type="none"/>
                    </a:lnR>
                    <a:lnT cap="flat" cmpd="sng" w="9525">
                      <a:solidFill>
                        <a:srgbClr val="C9D6E8"/>
                      </a:solidFill>
                      <a:prstDash val="solid"/>
                      <a:round/>
                      <a:headEnd len="sm" w="sm" type="none"/>
                      <a:tailEnd len="sm" w="sm" type="none"/>
                    </a:lnT>
                    <a:lnB cap="flat" cmpd="sng" w="9525">
                      <a:solidFill>
                        <a:srgbClr val="C9D6E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50"/>
                        <a:buFont typeface="Arial"/>
                        <a:buNone/>
                      </a:pPr>
                      <a:r>
                        <a:rPr b="0" lang="en" sz="950" u="none" cap="none" strike="noStrike">
                          <a:solidFill>
                            <a:srgbClr val="262626"/>
                          </a:solidFill>
                          <a:latin typeface="Times New Roman"/>
                          <a:ea typeface="Times New Roman"/>
                          <a:cs typeface="Times New Roman"/>
                          <a:sym typeface="Times New Roman"/>
                        </a:rPr>
                        <a:t>Effondrement en P (86,6 px) ; aucune détection de lésions</a:t>
                      </a:r>
                      <a:endParaRPr/>
                    </a:p>
                  </a:txBody>
                  <a:tcPr marT="36000" marB="36000" marR="54000" marL="54000" anchor="ctr">
                    <a:lnL cap="flat" cmpd="sng" w="9525">
                      <a:solidFill>
                        <a:srgbClr val="C9D6E8"/>
                      </a:solidFill>
                      <a:prstDash val="solid"/>
                      <a:round/>
                      <a:headEnd len="sm" w="sm" type="none"/>
                      <a:tailEnd len="sm" w="sm" type="none"/>
                    </a:lnL>
                    <a:lnR cap="flat" cmpd="sng" w="9525">
                      <a:solidFill>
                        <a:srgbClr val="C9D6E8"/>
                      </a:solidFill>
                      <a:prstDash val="solid"/>
                      <a:round/>
                      <a:headEnd len="sm" w="sm" type="none"/>
                      <a:tailEnd len="sm" w="sm" type="none"/>
                    </a:lnR>
                    <a:lnT cap="flat" cmpd="sng" w="9525">
                      <a:solidFill>
                        <a:srgbClr val="C9D6E8"/>
                      </a:solidFill>
                      <a:prstDash val="solid"/>
                      <a:round/>
                      <a:headEnd len="sm" w="sm" type="none"/>
                      <a:tailEnd len="sm" w="sm" type="none"/>
                    </a:lnT>
                    <a:lnB cap="flat" cmpd="sng" w="9525">
                      <a:solidFill>
                        <a:srgbClr val="C9D6E8"/>
                      </a:solidFill>
                      <a:prstDash val="solid"/>
                      <a:round/>
                      <a:headEnd len="sm" w="sm" type="none"/>
                      <a:tailEnd len="sm" w="sm" type="none"/>
                    </a:lnB>
                  </a:tcPr>
                </a:tc>
              </a:tr>
              <a:tr h="566150">
                <a:tc>
                  <a:txBody>
                    <a:bodyPr/>
                    <a:lstStyle/>
                    <a:p>
                      <a:pPr indent="0" lvl="0" marL="0" marR="0" rtl="0" algn="l">
                        <a:lnSpc>
                          <a:spcPct val="100000"/>
                        </a:lnSpc>
                        <a:spcBef>
                          <a:spcPts val="0"/>
                        </a:spcBef>
                        <a:spcAft>
                          <a:spcPts val="0"/>
                        </a:spcAft>
                        <a:buClr>
                          <a:srgbClr val="000000"/>
                        </a:buClr>
                        <a:buSzPts val="950"/>
                        <a:buFont typeface="Arial"/>
                        <a:buNone/>
                      </a:pPr>
                      <a:r>
                        <a:rPr b="0" lang="en" sz="950" u="none" cap="none" strike="noStrike">
                          <a:solidFill>
                            <a:srgbClr val="262626"/>
                          </a:solidFill>
                          <a:latin typeface="Times New Roman"/>
                          <a:ea typeface="Times New Roman"/>
                          <a:cs typeface="Times New Roman"/>
                          <a:sym typeface="Times New Roman"/>
                        </a:rPr>
                        <a:t>[7] EyeLiner</a:t>
                      </a:r>
                      <a:br>
                        <a:rPr b="0" lang="en" sz="950" u="none" cap="none" strike="noStrike">
                          <a:solidFill>
                            <a:srgbClr val="262626"/>
                          </a:solidFill>
                          <a:latin typeface="Times New Roman"/>
                          <a:ea typeface="Times New Roman"/>
                          <a:cs typeface="Times New Roman"/>
                          <a:sym typeface="Times New Roman"/>
                        </a:rPr>
                      </a:br>
                      <a:r>
                        <a:rPr b="0" lang="en" sz="950" u="none" cap="none" strike="noStrike">
                          <a:solidFill>
                            <a:srgbClr val="262626"/>
                          </a:solidFill>
                          <a:latin typeface="Times New Roman"/>
                          <a:ea typeface="Times New Roman"/>
                          <a:cs typeface="Times New Roman"/>
                          <a:sym typeface="Times New Roman"/>
                        </a:rPr>
                        <a:t>2024</a:t>
                      </a:r>
                      <a:endParaRPr/>
                    </a:p>
                  </a:txBody>
                  <a:tcPr marT="36000" marB="36000" marR="54000" marL="54000" anchor="ctr">
                    <a:lnL cap="flat" cmpd="sng" w="9525">
                      <a:solidFill>
                        <a:srgbClr val="C9D6E8"/>
                      </a:solidFill>
                      <a:prstDash val="solid"/>
                      <a:round/>
                      <a:headEnd len="sm" w="sm" type="none"/>
                      <a:tailEnd len="sm" w="sm" type="none"/>
                    </a:lnL>
                    <a:lnR cap="flat" cmpd="sng" w="9525">
                      <a:solidFill>
                        <a:srgbClr val="C9D6E8"/>
                      </a:solidFill>
                      <a:prstDash val="solid"/>
                      <a:round/>
                      <a:headEnd len="sm" w="sm" type="none"/>
                      <a:tailEnd len="sm" w="sm" type="none"/>
                    </a:lnR>
                    <a:lnT cap="flat" cmpd="sng" w="9525">
                      <a:solidFill>
                        <a:srgbClr val="C9D6E8"/>
                      </a:solidFill>
                      <a:prstDash val="solid"/>
                      <a:round/>
                      <a:headEnd len="sm" w="sm" type="none"/>
                      <a:tailEnd len="sm" w="sm" type="none"/>
                    </a:lnT>
                    <a:lnB cap="flat" cmpd="sng" w="9525">
                      <a:solidFill>
                        <a:srgbClr val="C9D6E8"/>
                      </a:solidFill>
                      <a:prstDash val="solid"/>
                      <a:round/>
                      <a:headEnd len="sm" w="sm" type="none"/>
                      <a:tailEnd len="sm" w="sm" type="none"/>
                    </a:lnB>
                    <a:solidFill>
                      <a:srgbClr val="F4F8FD"/>
                    </a:solidFill>
                  </a:tcPr>
                </a:tc>
                <a:tc>
                  <a:txBody>
                    <a:bodyPr/>
                    <a:lstStyle/>
                    <a:p>
                      <a:pPr indent="0" lvl="0" marL="0" marR="0" rtl="0" algn="l">
                        <a:lnSpc>
                          <a:spcPct val="100000"/>
                        </a:lnSpc>
                        <a:spcBef>
                          <a:spcPts val="0"/>
                        </a:spcBef>
                        <a:spcAft>
                          <a:spcPts val="0"/>
                        </a:spcAft>
                        <a:buClr>
                          <a:srgbClr val="000000"/>
                        </a:buClr>
                        <a:buSzPts val="950"/>
                        <a:buFont typeface="Arial"/>
                        <a:buNone/>
                      </a:pPr>
                      <a:r>
                        <a:rPr b="0" lang="en" sz="950" u="none" cap="none" strike="noStrike">
                          <a:solidFill>
                            <a:srgbClr val="262626"/>
                          </a:solidFill>
                          <a:latin typeface="Times New Roman"/>
                          <a:ea typeface="Times New Roman"/>
                          <a:cs typeface="Times New Roman"/>
                          <a:sym typeface="Times New Roman"/>
                        </a:rPr>
                        <a:t>Apprentissage profond : U-Net, SuperPoint, LightGlue, TPS</a:t>
                      </a:r>
                      <a:endParaRPr/>
                    </a:p>
                  </a:txBody>
                  <a:tcPr marT="36000" marB="36000" marR="54000" marL="54000" anchor="ctr">
                    <a:lnL cap="flat" cmpd="sng" w="9525">
                      <a:solidFill>
                        <a:srgbClr val="C9D6E8"/>
                      </a:solidFill>
                      <a:prstDash val="solid"/>
                      <a:round/>
                      <a:headEnd len="sm" w="sm" type="none"/>
                      <a:tailEnd len="sm" w="sm" type="none"/>
                    </a:lnL>
                    <a:lnR cap="flat" cmpd="sng" w="9525">
                      <a:solidFill>
                        <a:srgbClr val="C9D6E8"/>
                      </a:solidFill>
                      <a:prstDash val="solid"/>
                      <a:round/>
                      <a:headEnd len="sm" w="sm" type="none"/>
                      <a:tailEnd len="sm" w="sm" type="none"/>
                    </a:lnR>
                    <a:lnT cap="flat" cmpd="sng" w="9525">
                      <a:solidFill>
                        <a:srgbClr val="C9D6E8"/>
                      </a:solidFill>
                      <a:prstDash val="solid"/>
                      <a:round/>
                      <a:headEnd len="sm" w="sm" type="none"/>
                      <a:tailEnd len="sm" w="sm" type="none"/>
                    </a:lnT>
                    <a:lnB cap="flat" cmpd="sng" w="9525">
                      <a:solidFill>
                        <a:srgbClr val="C9D6E8"/>
                      </a:solidFill>
                      <a:prstDash val="solid"/>
                      <a:round/>
                      <a:headEnd len="sm" w="sm" type="none"/>
                      <a:tailEnd len="sm" w="sm" type="none"/>
                    </a:lnB>
                    <a:solidFill>
                      <a:srgbClr val="F4F8FD"/>
                    </a:solidFill>
                  </a:tcPr>
                </a:tc>
                <a:tc>
                  <a:txBody>
                    <a:bodyPr/>
                    <a:lstStyle/>
                    <a:p>
                      <a:pPr indent="0" lvl="0" marL="0" marR="0" rtl="0" algn="l">
                        <a:lnSpc>
                          <a:spcPct val="100000"/>
                        </a:lnSpc>
                        <a:spcBef>
                          <a:spcPts val="0"/>
                        </a:spcBef>
                        <a:spcAft>
                          <a:spcPts val="0"/>
                        </a:spcAft>
                        <a:buClr>
                          <a:srgbClr val="000000"/>
                        </a:buClr>
                        <a:buSzPts val="950"/>
                        <a:buFont typeface="Arial"/>
                        <a:buNone/>
                      </a:pPr>
                      <a:r>
                        <a:rPr b="0" lang="en" sz="950" u="none" cap="none" strike="noStrike">
                          <a:solidFill>
                            <a:srgbClr val="262626"/>
                          </a:solidFill>
                          <a:latin typeface="Times New Roman"/>
                          <a:ea typeface="Times New Roman"/>
                          <a:cs typeface="Times New Roman"/>
                          <a:sym typeface="Times New Roman"/>
                        </a:rPr>
                        <a:t>FIRE, SIGF, CORIS</a:t>
                      </a:r>
                      <a:endParaRPr/>
                    </a:p>
                  </a:txBody>
                  <a:tcPr marT="36000" marB="36000" marR="54000" marL="54000" anchor="ctr">
                    <a:lnL cap="flat" cmpd="sng" w="9525">
                      <a:solidFill>
                        <a:srgbClr val="C9D6E8"/>
                      </a:solidFill>
                      <a:prstDash val="solid"/>
                      <a:round/>
                      <a:headEnd len="sm" w="sm" type="none"/>
                      <a:tailEnd len="sm" w="sm" type="none"/>
                    </a:lnL>
                    <a:lnR cap="flat" cmpd="sng" w="9525">
                      <a:solidFill>
                        <a:srgbClr val="C9D6E8"/>
                      </a:solidFill>
                      <a:prstDash val="solid"/>
                      <a:round/>
                      <a:headEnd len="sm" w="sm" type="none"/>
                      <a:tailEnd len="sm" w="sm" type="none"/>
                    </a:lnR>
                    <a:lnT cap="flat" cmpd="sng" w="9525">
                      <a:solidFill>
                        <a:srgbClr val="C9D6E8"/>
                      </a:solidFill>
                      <a:prstDash val="solid"/>
                      <a:round/>
                      <a:headEnd len="sm" w="sm" type="none"/>
                      <a:tailEnd len="sm" w="sm" type="none"/>
                    </a:lnT>
                    <a:lnB cap="flat" cmpd="sng" w="9525">
                      <a:solidFill>
                        <a:srgbClr val="C9D6E8"/>
                      </a:solidFill>
                      <a:prstDash val="solid"/>
                      <a:round/>
                      <a:headEnd len="sm" w="sm" type="none"/>
                      <a:tailEnd len="sm" w="sm" type="none"/>
                    </a:lnB>
                    <a:solidFill>
                      <a:srgbClr val="F4F8FD"/>
                    </a:solidFill>
                  </a:tcPr>
                </a:tc>
                <a:tc>
                  <a:txBody>
                    <a:bodyPr/>
                    <a:lstStyle/>
                    <a:p>
                      <a:pPr indent="0" lvl="0" marL="0" marR="0" rtl="0" algn="l">
                        <a:lnSpc>
                          <a:spcPct val="100000"/>
                        </a:lnSpc>
                        <a:spcBef>
                          <a:spcPts val="0"/>
                        </a:spcBef>
                        <a:spcAft>
                          <a:spcPts val="0"/>
                        </a:spcAft>
                        <a:buClr>
                          <a:srgbClr val="000000"/>
                        </a:buClr>
                        <a:buSzPts val="950"/>
                        <a:buFont typeface="Arial"/>
                        <a:buNone/>
                      </a:pPr>
                      <a:r>
                        <a:rPr b="0" lang="en" sz="950" u="none" cap="none" strike="noStrike">
                          <a:solidFill>
                            <a:srgbClr val="262626"/>
                          </a:solidFill>
                          <a:latin typeface="Times New Roman"/>
                          <a:ea typeface="Times New Roman"/>
                          <a:cs typeface="Times New Roman"/>
                          <a:sym typeface="Times New Roman"/>
                        </a:rPr>
                        <a:t>321,21 → 3,74 px ; AUC 0,85</a:t>
                      </a:r>
                      <a:endParaRPr/>
                    </a:p>
                  </a:txBody>
                  <a:tcPr marT="36000" marB="36000" marR="54000" marL="54000" anchor="ctr">
                    <a:lnL cap="flat" cmpd="sng" w="9525">
                      <a:solidFill>
                        <a:srgbClr val="C9D6E8"/>
                      </a:solidFill>
                      <a:prstDash val="solid"/>
                      <a:round/>
                      <a:headEnd len="sm" w="sm" type="none"/>
                      <a:tailEnd len="sm" w="sm" type="none"/>
                    </a:lnL>
                    <a:lnR cap="flat" cmpd="sng" w="9525">
                      <a:solidFill>
                        <a:srgbClr val="C9D6E8"/>
                      </a:solidFill>
                      <a:prstDash val="solid"/>
                      <a:round/>
                      <a:headEnd len="sm" w="sm" type="none"/>
                      <a:tailEnd len="sm" w="sm" type="none"/>
                    </a:lnR>
                    <a:lnT cap="flat" cmpd="sng" w="9525">
                      <a:solidFill>
                        <a:srgbClr val="C9D6E8"/>
                      </a:solidFill>
                      <a:prstDash val="solid"/>
                      <a:round/>
                      <a:headEnd len="sm" w="sm" type="none"/>
                      <a:tailEnd len="sm" w="sm" type="none"/>
                    </a:lnT>
                    <a:lnB cap="flat" cmpd="sng" w="9525">
                      <a:solidFill>
                        <a:srgbClr val="C9D6E8"/>
                      </a:solidFill>
                      <a:prstDash val="solid"/>
                      <a:round/>
                      <a:headEnd len="sm" w="sm" type="none"/>
                      <a:tailEnd len="sm" w="sm" type="none"/>
                    </a:lnB>
                    <a:solidFill>
                      <a:srgbClr val="F4F8FD"/>
                    </a:solidFill>
                  </a:tcPr>
                </a:tc>
                <a:tc>
                  <a:txBody>
                    <a:bodyPr/>
                    <a:lstStyle/>
                    <a:p>
                      <a:pPr indent="0" lvl="0" marL="0" marR="0" rtl="0" algn="l">
                        <a:lnSpc>
                          <a:spcPct val="100000"/>
                        </a:lnSpc>
                        <a:spcBef>
                          <a:spcPts val="0"/>
                        </a:spcBef>
                        <a:spcAft>
                          <a:spcPts val="0"/>
                        </a:spcAft>
                        <a:buClr>
                          <a:srgbClr val="000000"/>
                        </a:buClr>
                        <a:buSzPts val="950"/>
                        <a:buFont typeface="Arial"/>
                        <a:buNone/>
                      </a:pPr>
                      <a:r>
                        <a:rPr b="0" lang="en" sz="950" u="none" cap="none" strike="noStrike">
                          <a:solidFill>
                            <a:srgbClr val="262626"/>
                          </a:solidFill>
                          <a:latin typeface="Times New Roman"/>
                          <a:ea typeface="Times New Roman"/>
                          <a:cs typeface="Times New Roman"/>
                          <a:sym typeface="Times New Roman"/>
                        </a:rPr>
                        <a:t>Modèles préentraînés ; validé sur le glaucome ; pas de détection</a:t>
                      </a:r>
                      <a:endParaRPr/>
                    </a:p>
                  </a:txBody>
                  <a:tcPr marT="36000" marB="36000" marR="54000" marL="54000" anchor="ctr">
                    <a:lnL cap="flat" cmpd="sng" w="9525">
                      <a:solidFill>
                        <a:srgbClr val="C9D6E8"/>
                      </a:solidFill>
                      <a:prstDash val="solid"/>
                      <a:round/>
                      <a:headEnd len="sm" w="sm" type="none"/>
                      <a:tailEnd len="sm" w="sm" type="none"/>
                    </a:lnL>
                    <a:lnR cap="flat" cmpd="sng" w="9525">
                      <a:solidFill>
                        <a:srgbClr val="C9D6E8"/>
                      </a:solidFill>
                      <a:prstDash val="solid"/>
                      <a:round/>
                      <a:headEnd len="sm" w="sm" type="none"/>
                      <a:tailEnd len="sm" w="sm" type="none"/>
                    </a:lnR>
                    <a:lnT cap="flat" cmpd="sng" w="9525">
                      <a:solidFill>
                        <a:srgbClr val="C9D6E8"/>
                      </a:solidFill>
                      <a:prstDash val="solid"/>
                      <a:round/>
                      <a:headEnd len="sm" w="sm" type="none"/>
                      <a:tailEnd len="sm" w="sm" type="none"/>
                    </a:lnT>
                    <a:lnB cap="flat" cmpd="sng" w="9525">
                      <a:solidFill>
                        <a:srgbClr val="C9D6E8"/>
                      </a:solidFill>
                      <a:prstDash val="solid"/>
                      <a:round/>
                      <a:headEnd len="sm" w="sm" type="none"/>
                      <a:tailEnd len="sm" w="sm" type="none"/>
                    </a:lnB>
                    <a:solidFill>
                      <a:srgbClr val="F4F8FD"/>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1" name="Shape 1051"/>
        <p:cNvGrpSpPr/>
        <p:nvPr/>
      </p:nvGrpSpPr>
      <p:grpSpPr>
        <a:xfrm>
          <a:off x="0" y="0"/>
          <a:ext cx="0" cy="0"/>
          <a:chOff x="0" y="0"/>
          <a:chExt cx="0" cy="0"/>
        </a:xfrm>
      </p:grpSpPr>
      <p:sp>
        <p:nvSpPr>
          <p:cNvPr id="1052" name="Google Shape;1052;p41"/>
          <p:cNvSpPr txBox="1"/>
          <p:nvPr/>
        </p:nvSpPr>
        <p:spPr>
          <a:xfrm>
            <a:off x="154050" y="205318"/>
            <a:ext cx="8835900" cy="992700"/>
          </a:xfrm>
          <a:prstGeom prst="rect">
            <a:avLst/>
          </a:prstGeom>
          <a:solidFill>
            <a:srgbClr val="B1CDFB"/>
          </a:solidFill>
          <a:ln>
            <a:noFill/>
          </a:ln>
        </p:spPr>
        <p:txBody>
          <a:bodyPr anchorCtr="0" anchor="ctr" bIns="182875" lIns="182875" spcFirstLastPara="1" rIns="182875" wrap="square" tIns="182875">
            <a:normAutofit/>
          </a:bodyPr>
          <a:lstStyle/>
          <a:p>
            <a:pPr indent="0" lvl="0" marL="0" marR="0" rtl="0" algn="ctr">
              <a:lnSpc>
                <a:spcPct val="90000"/>
              </a:lnSpc>
              <a:spcBef>
                <a:spcPts val="0"/>
              </a:spcBef>
              <a:spcAft>
                <a:spcPts val="0"/>
              </a:spcAft>
              <a:buClr>
                <a:srgbClr val="000000"/>
              </a:buClr>
              <a:buSzPts val="2100"/>
              <a:buFont typeface="Arial"/>
              <a:buNone/>
            </a:pPr>
            <a:r>
              <a:rPr b="1" i="0" lang="en" sz="2100" u="none" cap="none" strike="noStrike">
                <a:solidFill>
                  <a:srgbClr val="262626"/>
                </a:solidFill>
                <a:latin typeface="Times New Roman"/>
                <a:ea typeface="Times New Roman"/>
                <a:cs typeface="Times New Roman"/>
                <a:sym typeface="Times New Roman"/>
              </a:rPr>
              <a:t>Travaux de détection et ressources annotées</a:t>
            </a:r>
            <a:endParaRPr/>
          </a:p>
        </p:txBody>
      </p:sp>
      <p:sp>
        <p:nvSpPr>
          <p:cNvPr id="1053" name="Google Shape;1053;p41"/>
          <p:cNvSpPr/>
          <p:nvPr/>
        </p:nvSpPr>
        <p:spPr>
          <a:xfrm>
            <a:off x="7936500" y="190400"/>
            <a:ext cx="947100" cy="9927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4" name="Google Shape;1054;p41"/>
          <p:cNvSpPr/>
          <p:nvPr/>
        </p:nvSpPr>
        <p:spPr>
          <a:xfrm>
            <a:off x="8765725" y="501950"/>
            <a:ext cx="614249" cy="337200"/>
          </a:xfrm>
          <a:prstGeom prst="ellipse">
            <a:avLst/>
          </a:prstGeom>
          <a:solidFill>
            <a:schemeClr val="lt1"/>
          </a:solidFill>
          <a:ln cap="flat" cmpd="sng" w="9525">
            <a:solidFill>
              <a:srgbClr val="9FC5E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14</a:t>
            </a:r>
            <a:endParaRPr b="0" i="0" sz="1400" u="none" cap="none" strike="noStrike">
              <a:solidFill>
                <a:srgbClr val="000000"/>
              </a:solidFill>
              <a:latin typeface="Arial"/>
              <a:ea typeface="Arial"/>
              <a:cs typeface="Arial"/>
              <a:sym typeface="Arial"/>
            </a:endParaRPr>
          </a:p>
        </p:txBody>
      </p:sp>
      <p:pic>
        <p:nvPicPr>
          <p:cNvPr descr="Une image contenant personne, sourire, blanc, pose  Description générée automatiquement" id="1055" name="Google Shape;1055;p41"/>
          <p:cNvPicPr preferRelativeResize="0"/>
          <p:nvPr/>
        </p:nvPicPr>
        <p:blipFill rotWithShape="1">
          <a:blip r:embed="rId3">
            <a:alphaModFix/>
          </a:blip>
          <a:srcRect b="0" l="0" r="0" t="0"/>
          <a:stretch/>
        </p:blipFill>
        <p:spPr>
          <a:xfrm>
            <a:off x="8006453" y="285136"/>
            <a:ext cx="770513" cy="770513"/>
          </a:xfrm>
          <a:prstGeom prst="rect">
            <a:avLst/>
          </a:prstGeom>
          <a:noFill/>
          <a:ln>
            <a:noFill/>
          </a:ln>
        </p:spPr>
      </p:pic>
      <p:graphicFrame>
        <p:nvGraphicFramePr>
          <p:cNvPr id="1056" name="Google Shape;1056;p41"/>
          <p:cNvGraphicFramePr/>
          <p:nvPr/>
        </p:nvGraphicFramePr>
        <p:xfrm>
          <a:off x="420000" y="1390000"/>
          <a:ext cx="3000000" cy="3000000"/>
        </p:xfrm>
        <a:graphic>
          <a:graphicData uri="http://schemas.openxmlformats.org/drawingml/2006/table">
            <a:tbl>
              <a:tblPr>
                <a:noFill/>
                <a:tableStyleId>{7ECE7E06-3317-46A2-B09C-27432B9E9AEE}</a:tableStyleId>
              </a:tblPr>
              <a:tblGrid>
                <a:gridCol w="850000"/>
                <a:gridCol w="1950000"/>
                <a:gridCol w="1450000"/>
                <a:gridCol w="1900000"/>
                <a:gridCol w="1680000"/>
              </a:tblGrid>
              <a:tr h="570000">
                <a:tc>
                  <a:txBody>
                    <a:bodyPr/>
                    <a:lstStyle/>
                    <a:p>
                      <a:pPr indent="0" lvl="0" marL="0" marR="0" rtl="0" algn="l">
                        <a:lnSpc>
                          <a:spcPct val="100000"/>
                        </a:lnSpc>
                        <a:spcBef>
                          <a:spcPts val="0"/>
                        </a:spcBef>
                        <a:spcAft>
                          <a:spcPts val="0"/>
                        </a:spcAft>
                        <a:buClr>
                          <a:srgbClr val="000000"/>
                        </a:buClr>
                        <a:buSzPts val="950"/>
                        <a:buFont typeface="Arial"/>
                        <a:buNone/>
                      </a:pPr>
                      <a:r>
                        <a:rPr b="1" lang="en" sz="950" u="none" cap="none" strike="noStrike">
                          <a:solidFill>
                            <a:srgbClr val="262626"/>
                          </a:solidFill>
                          <a:latin typeface="Times New Roman"/>
                          <a:ea typeface="Times New Roman"/>
                          <a:cs typeface="Times New Roman"/>
                          <a:sym typeface="Times New Roman"/>
                        </a:rPr>
                        <a:t>Réf.</a:t>
                      </a:r>
                      <a:endParaRPr/>
                    </a:p>
                  </a:txBody>
                  <a:tcPr marT="36000" marB="36000" marR="54000" marL="54000" anchor="ctr">
                    <a:lnL cap="flat" cmpd="sng" w="9525">
                      <a:solidFill>
                        <a:srgbClr val="C9D6E8"/>
                      </a:solidFill>
                      <a:prstDash val="solid"/>
                      <a:round/>
                      <a:headEnd len="sm" w="sm" type="none"/>
                      <a:tailEnd len="sm" w="sm" type="none"/>
                    </a:lnL>
                    <a:lnR cap="flat" cmpd="sng" w="9525">
                      <a:solidFill>
                        <a:srgbClr val="C9D6E8"/>
                      </a:solidFill>
                      <a:prstDash val="solid"/>
                      <a:round/>
                      <a:headEnd len="sm" w="sm" type="none"/>
                      <a:tailEnd len="sm" w="sm" type="none"/>
                    </a:lnR>
                    <a:lnT cap="flat" cmpd="sng" w="9525">
                      <a:solidFill>
                        <a:srgbClr val="C9D6E8"/>
                      </a:solidFill>
                      <a:prstDash val="solid"/>
                      <a:round/>
                      <a:headEnd len="sm" w="sm" type="none"/>
                      <a:tailEnd len="sm" w="sm" type="none"/>
                    </a:lnT>
                    <a:lnB cap="flat" cmpd="sng" w="9525">
                      <a:solidFill>
                        <a:srgbClr val="C9D6E8"/>
                      </a:solidFill>
                      <a:prstDash val="solid"/>
                      <a:round/>
                      <a:headEnd len="sm" w="sm" type="none"/>
                      <a:tailEnd len="sm" w="sm" type="none"/>
                    </a:lnB>
                    <a:solidFill>
                      <a:srgbClr val="B1CDFB"/>
                    </a:solidFill>
                  </a:tcPr>
                </a:tc>
                <a:tc>
                  <a:txBody>
                    <a:bodyPr/>
                    <a:lstStyle/>
                    <a:p>
                      <a:pPr indent="0" lvl="0" marL="0" marR="0" rtl="0" algn="l">
                        <a:lnSpc>
                          <a:spcPct val="100000"/>
                        </a:lnSpc>
                        <a:spcBef>
                          <a:spcPts val="0"/>
                        </a:spcBef>
                        <a:spcAft>
                          <a:spcPts val="0"/>
                        </a:spcAft>
                        <a:buClr>
                          <a:srgbClr val="000000"/>
                        </a:buClr>
                        <a:buSzPts val="950"/>
                        <a:buFont typeface="Arial"/>
                        <a:buNone/>
                      </a:pPr>
                      <a:r>
                        <a:rPr b="1" lang="en" sz="950" u="none" cap="none" strike="noStrike">
                          <a:solidFill>
                            <a:srgbClr val="262626"/>
                          </a:solidFill>
                          <a:latin typeface="Times New Roman"/>
                          <a:ea typeface="Times New Roman"/>
                          <a:cs typeface="Times New Roman"/>
                          <a:sym typeface="Times New Roman"/>
                        </a:rPr>
                        <a:t>Objet</a:t>
                      </a:r>
                      <a:endParaRPr/>
                    </a:p>
                  </a:txBody>
                  <a:tcPr marT="36000" marB="36000" marR="54000" marL="54000" anchor="ctr">
                    <a:lnL cap="flat" cmpd="sng" w="9525">
                      <a:solidFill>
                        <a:srgbClr val="C9D6E8"/>
                      </a:solidFill>
                      <a:prstDash val="solid"/>
                      <a:round/>
                      <a:headEnd len="sm" w="sm" type="none"/>
                      <a:tailEnd len="sm" w="sm" type="none"/>
                    </a:lnL>
                    <a:lnR cap="flat" cmpd="sng" w="9525">
                      <a:solidFill>
                        <a:srgbClr val="C9D6E8"/>
                      </a:solidFill>
                      <a:prstDash val="solid"/>
                      <a:round/>
                      <a:headEnd len="sm" w="sm" type="none"/>
                      <a:tailEnd len="sm" w="sm" type="none"/>
                    </a:lnR>
                    <a:lnT cap="flat" cmpd="sng" w="9525">
                      <a:solidFill>
                        <a:srgbClr val="C9D6E8"/>
                      </a:solidFill>
                      <a:prstDash val="solid"/>
                      <a:round/>
                      <a:headEnd len="sm" w="sm" type="none"/>
                      <a:tailEnd len="sm" w="sm" type="none"/>
                    </a:lnT>
                    <a:lnB cap="flat" cmpd="sng" w="9525">
                      <a:solidFill>
                        <a:srgbClr val="C9D6E8"/>
                      </a:solidFill>
                      <a:prstDash val="solid"/>
                      <a:round/>
                      <a:headEnd len="sm" w="sm" type="none"/>
                      <a:tailEnd len="sm" w="sm" type="none"/>
                    </a:lnB>
                    <a:solidFill>
                      <a:srgbClr val="B1CDFB"/>
                    </a:solidFill>
                  </a:tcPr>
                </a:tc>
                <a:tc>
                  <a:txBody>
                    <a:bodyPr/>
                    <a:lstStyle/>
                    <a:p>
                      <a:pPr indent="0" lvl="0" marL="0" marR="0" rtl="0" algn="l">
                        <a:lnSpc>
                          <a:spcPct val="100000"/>
                        </a:lnSpc>
                        <a:spcBef>
                          <a:spcPts val="0"/>
                        </a:spcBef>
                        <a:spcAft>
                          <a:spcPts val="0"/>
                        </a:spcAft>
                        <a:buClr>
                          <a:srgbClr val="000000"/>
                        </a:buClr>
                        <a:buSzPts val="950"/>
                        <a:buFont typeface="Arial"/>
                        <a:buNone/>
                      </a:pPr>
                      <a:r>
                        <a:rPr b="1" lang="en" sz="950" u="none" cap="none" strike="noStrike">
                          <a:solidFill>
                            <a:srgbClr val="262626"/>
                          </a:solidFill>
                          <a:latin typeface="Times New Roman"/>
                          <a:ea typeface="Times New Roman"/>
                          <a:cs typeface="Times New Roman"/>
                          <a:sym typeface="Times New Roman"/>
                        </a:rPr>
                        <a:t>Données</a:t>
                      </a:r>
                      <a:endParaRPr/>
                    </a:p>
                  </a:txBody>
                  <a:tcPr marT="36000" marB="36000" marR="54000" marL="54000" anchor="ctr">
                    <a:lnL cap="flat" cmpd="sng" w="9525">
                      <a:solidFill>
                        <a:srgbClr val="C9D6E8"/>
                      </a:solidFill>
                      <a:prstDash val="solid"/>
                      <a:round/>
                      <a:headEnd len="sm" w="sm" type="none"/>
                      <a:tailEnd len="sm" w="sm" type="none"/>
                    </a:lnL>
                    <a:lnR cap="flat" cmpd="sng" w="9525">
                      <a:solidFill>
                        <a:srgbClr val="C9D6E8"/>
                      </a:solidFill>
                      <a:prstDash val="solid"/>
                      <a:round/>
                      <a:headEnd len="sm" w="sm" type="none"/>
                      <a:tailEnd len="sm" w="sm" type="none"/>
                    </a:lnR>
                    <a:lnT cap="flat" cmpd="sng" w="9525">
                      <a:solidFill>
                        <a:srgbClr val="C9D6E8"/>
                      </a:solidFill>
                      <a:prstDash val="solid"/>
                      <a:round/>
                      <a:headEnd len="sm" w="sm" type="none"/>
                      <a:tailEnd len="sm" w="sm" type="none"/>
                    </a:lnT>
                    <a:lnB cap="flat" cmpd="sng" w="9525">
                      <a:solidFill>
                        <a:srgbClr val="C9D6E8"/>
                      </a:solidFill>
                      <a:prstDash val="solid"/>
                      <a:round/>
                      <a:headEnd len="sm" w="sm" type="none"/>
                      <a:tailEnd len="sm" w="sm" type="none"/>
                    </a:lnB>
                    <a:solidFill>
                      <a:srgbClr val="B1CDFB"/>
                    </a:solidFill>
                  </a:tcPr>
                </a:tc>
                <a:tc>
                  <a:txBody>
                    <a:bodyPr/>
                    <a:lstStyle/>
                    <a:p>
                      <a:pPr indent="0" lvl="0" marL="0" marR="0" rtl="0" algn="l">
                        <a:lnSpc>
                          <a:spcPct val="100000"/>
                        </a:lnSpc>
                        <a:spcBef>
                          <a:spcPts val="0"/>
                        </a:spcBef>
                        <a:spcAft>
                          <a:spcPts val="0"/>
                        </a:spcAft>
                        <a:buClr>
                          <a:srgbClr val="000000"/>
                        </a:buClr>
                        <a:buSzPts val="950"/>
                        <a:buFont typeface="Arial"/>
                        <a:buNone/>
                      </a:pPr>
                      <a:r>
                        <a:rPr b="1" lang="en" sz="950" u="none" cap="none" strike="noStrike">
                          <a:solidFill>
                            <a:srgbClr val="262626"/>
                          </a:solidFill>
                          <a:latin typeface="Times New Roman"/>
                          <a:ea typeface="Times New Roman"/>
                          <a:cs typeface="Times New Roman"/>
                          <a:sym typeface="Times New Roman"/>
                        </a:rPr>
                        <a:t>Résultat publié</a:t>
                      </a:r>
                      <a:endParaRPr/>
                    </a:p>
                  </a:txBody>
                  <a:tcPr marT="36000" marB="36000" marR="54000" marL="54000" anchor="ctr">
                    <a:lnL cap="flat" cmpd="sng" w="9525">
                      <a:solidFill>
                        <a:srgbClr val="C9D6E8"/>
                      </a:solidFill>
                      <a:prstDash val="solid"/>
                      <a:round/>
                      <a:headEnd len="sm" w="sm" type="none"/>
                      <a:tailEnd len="sm" w="sm" type="none"/>
                    </a:lnL>
                    <a:lnR cap="flat" cmpd="sng" w="9525">
                      <a:solidFill>
                        <a:srgbClr val="C9D6E8"/>
                      </a:solidFill>
                      <a:prstDash val="solid"/>
                      <a:round/>
                      <a:headEnd len="sm" w="sm" type="none"/>
                      <a:tailEnd len="sm" w="sm" type="none"/>
                    </a:lnR>
                    <a:lnT cap="flat" cmpd="sng" w="9525">
                      <a:solidFill>
                        <a:srgbClr val="C9D6E8"/>
                      </a:solidFill>
                      <a:prstDash val="solid"/>
                      <a:round/>
                      <a:headEnd len="sm" w="sm" type="none"/>
                      <a:tailEnd len="sm" w="sm" type="none"/>
                    </a:lnT>
                    <a:lnB cap="flat" cmpd="sng" w="9525">
                      <a:solidFill>
                        <a:srgbClr val="C9D6E8"/>
                      </a:solidFill>
                      <a:prstDash val="solid"/>
                      <a:round/>
                      <a:headEnd len="sm" w="sm" type="none"/>
                      <a:tailEnd len="sm" w="sm" type="none"/>
                    </a:lnB>
                    <a:solidFill>
                      <a:srgbClr val="B1CDFB"/>
                    </a:solidFill>
                  </a:tcPr>
                </a:tc>
                <a:tc>
                  <a:txBody>
                    <a:bodyPr/>
                    <a:lstStyle/>
                    <a:p>
                      <a:pPr indent="0" lvl="0" marL="0" marR="0" rtl="0" algn="l">
                        <a:lnSpc>
                          <a:spcPct val="100000"/>
                        </a:lnSpc>
                        <a:spcBef>
                          <a:spcPts val="0"/>
                        </a:spcBef>
                        <a:spcAft>
                          <a:spcPts val="0"/>
                        </a:spcAft>
                        <a:buClr>
                          <a:srgbClr val="000000"/>
                        </a:buClr>
                        <a:buSzPts val="950"/>
                        <a:buFont typeface="Arial"/>
                        <a:buNone/>
                      </a:pPr>
                      <a:r>
                        <a:rPr b="1" lang="en" sz="950" u="none" cap="none" strike="noStrike">
                          <a:solidFill>
                            <a:srgbClr val="262626"/>
                          </a:solidFill>
                          <a:latin typeface="Times New Roman"/>
                          <a:ea typeface="Times New Roman"/>
                          <a:cs typeface="Times New Roman"/>
                          <a:sym typeface="Times New Roman"/>
                        </a:rPr>
                        <a:t>Limite</a:t>
                      </a:r>
                      <a:endParaRPr/>
                    </a:p>
                  </a:txBody>
                  <a:tcPr marT="36000" marB="36000" marR="54000" marL="54000" anchor="ctr">
                    <a:lnL cap="flat" cmpd="sng" w="9525">
                      <a:solidFill>
                        <a:srgbClr val="C9D6E8"/>
                      </a:solidFill>
                      <a:prstDash val="solid"/>
                      <a:round/>
                      <a:headEnd len="sm" w="sm" type="none"/>
                      <a:tailEnd len="sm" w="sm" type="none"/>
                    </a:lnL>
                    <a:lnR cap="flat" cmpd="sng" w="9525">
                      <a:solidFill>
                        <a:srgbClr val="C9D6E8"/>
                      </a:solidFill>
                      <a:prstDash val="solid"/>
                      <a:round/>
                      <a:headEnd len="sm" w="sm" type="none"/>
                      <a:tailEnd len="sm" w="sm" type="none"/>
                    </a:lnR>
                    <a:lnT cap="flat" cmpd="sng" w="9525">
                      <a:solidFill>
                        <a:srgbClr val="C9D6E8"/>
                      </a:solidFill>
                      <a:prstDash val="solid"/>
                      <a:round/>
                      <a:headEnd len="sm" w="sm" type="none"/>
                      <a:tailEnd len="sm" w="sm" type="none"/>
                    </a:lnT>
                    <a:lnB cap="flat" cmpd="sng" w="9525">
                      <a:solidFill>
                        <a:srgbClr val="C9D6E8"/>
                      </a:solidFill>
                      <a:prstDash val="solid"/>
                      <a:round/>
                      <a:headEnd len="sm" w="sm" type="none"/>
                      <a:tailEnd len="sm" w="sm" type="none"/>
                    </a:lnB>
                    <a:solidFill>
                      <a:srgbClr val="B1CDFB"/>
                    </a:solidFill>
                  </a:tcPr>
                </a:tc>
              </a:tr>
              <a:tr h="570000">
                <a:tc>
                  <a:txBody>
                    <a:bodyPr/>
                    <a:lstStyle/>
                    <a:p>
                      <a:pPr indent="0" lvl="0" marL="0" marR="0" rtl="0" algn="l">
                        <a:lnSpc>
                          <a:spcPct val="100000"/>
                        </a:lnSpc>
                        <a:spcBef>
                          <a:spcPts val="0"/>
                        </a:spcBef>
                        <a:spcAft>
                          <a:spcPts val="0"/>
                        </a:spcAft>
                        <a:buClr>
                          <a:srgbClr val="000000"/>
                        </a:buClr>
                        <a:buSzPts val="950"/>
                        <a:buFont typeface="Arial"/>
                        <a:buNone/>
                      </a:pPr>
                      <a:r>
                        <a:rPr b="0" lang="en" sz="950" u="none" cap="none" strike="noStrike">
                          <a:solidFill>
                            <a:srgbClr val="262626"/>
                          </a:solidFill>
                          <a:latin typeface="Times New Roman"/>
                          <a:ea typeface="Times New Roman"/>
                          <a:cs typeface="Times New Roman"/>
                          <a:sym typeface="Times New Roman"/>
                        </a:rPr>
                        <a:t>[3] Adal</a:t>
                      </a:r>
                      <a:br>
                        <a:rPr b="0" lang="en" sz="950" u="none" cap="none" strike="noStrike">
                          <a:solidFill>
                            <a:srgbClr val="262626"/>
                          </a:solidFill>
                          <a:latin typeface="Times New Roman"/>
                          <a:ea typeface="Times New Roman"/>
                          <a:cs typeface="Times New Roman"/>
                          <a:sym typeface="Times New Roman"/>
                        </a:rPr>
                      </a:br>
                      <a:r>
                        <a:rPr b="0" lang="en" sz="950" u="none" cap="none" strike="noStrike">
                          <a:solidFill>
                            <a:srgbClr val="262626"/>
                          </a:solidFill>
                          <a:latin typeface="Times New Roman"/>
                          <a:ea typeface="Times New Roman"/>
                          <a:cs typeface="Times New Roman"/>
                          <a:sym typeface="Times New Roman"/>
                        </a:rPr>
                        <a:t>2017</a:t>
                      </a:r>
                      <a:endParaRPr/>
                    </a:p>
                  </a:txBody>
                  <a:tcPr marT="36000" marB="36000" marR="54000" marL="54000" anchor="ctr">
                    <a:lnL cap="flat" cmpd="sng" w="9525">
                      <a:solidFill>
                        <a:srgbClr val="C9D6E8"/>
                      </a:solidFill>
                      <a:prstDash val="solid"/>
                      <a:round/>
                      <a:headEnd len="sm" w="sm" type="none"/>
                      <a:tailEnd len="sm" w="sm" type="none"/>
                    </a:lnL>
                    <a:lnR cap="flat" cmpd="sng" w="9525">
                      <a:solidFill>
                        <a:srgbClr val="C9D6E8"/>
                      </a:solidFill>
                      <a:prstDash val="solid"/>
                      <a:round/>
                      <a:headEnd len="sm" w="sm" type="none"/>
                      <a:tailEnd len="sm" w="sm" type="none"/>
                    </a:lnR>
                    <a:lnT cap="flat" cmpd="sng" w="9525">
                      <a:solidFill>
                        <a:srgbClr val="C9D6E8"/>
                      </a:solidFill>
                      <a:prstDash val="solid"/>
                      <a:round/>
                      <a:headEnd len="sm" w="sm" type="none"/>
                      <a:tailEnd len="sm" w="sm" type="none"/>
                    </a:lnT>
                    <a:lnB cap="flat" cmpd="sng" w="9525">
                      <a:solidFill>
                        <a:srgbClr val="C9D6E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50"/>
                        <a:buFont typeface="Arial"/>
                        <a:buNone/>
                      </a:pPr>
                      <a:r>
                        <a:rPr b="0" lang="en" sz="950" u="none" cap="none" strike="noStrike">
                          <a:solidFill>
                            <a:srgbClr val="262626"/>
                          </a:solidFill>
                          <a:latin typeface="Times New Roman"/>
                          <a:ea typeface="Times New Roman"/>
                          <a:cs typeface="Times New Roman"/>
                          <a:sym typeface="Times New Roman"/>
                        </a:rPr>
                        <a:t>Détection des changements : LoG multi-échelle + classifieur</a:t>
                      </a:r>
                      <a:endParaRPr/>
                    </a:p>
                  </a:txBody>
                  <a:tcPr marT="36000" marB="36000" marR="54000" marL="54000" anchor="ctr">
                    <a:lnL cap="flat" cmpd="sng" w="9525">
                      <a:solidFill>
                        <a:srgbClr val="C9D6E8"/>
                      </a:solidFill>
                      <a:prstDash val="solid"/>
                      <a:round/>
                      <a:headEnd len="sm" w="sm" type="none"/>
                      <a:tailEnd len="sm" w="sm" type="none"/>
                    </a:lnL>
                    <a:lnR cap="flat" cmpd="sng" w="9525">
                      <a:solidFill>
                        <a:srgbClr val="C9D6E8"/>
                      </a:solidFill>
                      <a:prstDash val="solid"/>
                      <a:round/>
                      <a:headEnd len="sm" w="sm" type="none"/>
                      <a:tailEnd len="sm" w="sm" type="none"/>
                    </a:lnR>
                    <a:lnT cap="flat" cmpd="sng" w="9525">
                      <a:solidFill>
                        <a:srgbClr val="C9D6E8"/>
                      </a:solidFill>
                      <a:prstDash val="solid"/>
                      <a:round/>
                      <a:headEnd len="sm" w="sm" type="none"/>
                      <a:tailEnd len="sm" w="sm" type="none"/>
                    </a:lnT>
                    <a:lnB cap="flat" cmpd="sng" w="9525">
                      <a:solidFill>
                        <a:srgbClr val="C9D6E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50"/>
                        <a:buFont typeface="Arial"/>
                        <a:buNone/>
                      </a:pPr>
                      <a:r>
                        <a:rPr b="0" lang="en" sz="950" u="none" cap="none" strike="noStrike">
                          <a:solidFill>
                            <a:srgbClr val="262626"/>
                          </a:solidFill>
                          <a:latin typeface="Times New Roman"/>
                          <a:ea typeface="Times New Roman"/>
                          <a:cs typeface="Times New Roman"/>
                          <a:sym typeface="Times New Roman"/>
                        </a:rPr>
                        <a:t>81 yeux, Rotterdam, 2012 puis 2013</a:t>
                      </a:r>
                      <a:endParaRPr/>
                    </a:p>
                  </a:txBody>
                  <a:tcPr marT="36000" marB="36000" marR="54000" marL="54000" anchor="ctr">
                    <a:lnL cap="flat" cmpd="sng" w="9525">
                      <a:solidFill>
                        <a:srgbClr val="C9D6E8"/>
                      </a:solidFill>
                      <a:prstDash val="solid"/>
                      <a:round/>
                      <a:headEnd len="sm" w="sm" type="none"/>
                      <a:tailEnd len="sm" w="sm" type="none"/>
                    </a:lnL>
                    <a:lnR cap="flat" cmpd="sng" w="9525">
                      <a:solidFill>
                        <a:srgbClr val="C9D6E8"/>
                      </a:solidFill>
                      <a:prstDash val="solid"/>
                      <a:round/>
                      <a:headEnd len="sm" w="sm" type="none"/>
                      <a:tailEnd len="sm" w="sm" type="none"/>
                    </a:lnR>
                    <a:lnT cap="flat" cmpd="sng" w="9525">
                      <a:solidFill>
                        <a:srgbClr val="C9D6E8"/>
                      </a:solidFill>
                      <a:prstDash val="solid"/>
                      <a:round/>
                      <a:headEnd len="sm" w="sm" type="none"/>
                      <a:tailEnd len="sm" w="sm" type="none"/>
                    </a:lnT>
                    <a:lnB cap="flat" cmpd="sng" w="9525">
                      <a:solidFill>
                        <a:srgbClr val="C9D6E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50"/>
                        <a:buFont typeface="Arial"/>
                        <a:buNone/>
                      </a:pPr>
                      <a:r>
                        <a:rPr b="0" lang="en" sz="950" u="none" cap="none" strike="noStrike">
                          <a:solidFill>
                            <a:srgbClr val="262626"/>
                          </a:solidFill>
                          <a:latin typeface="Times New Roman"/>
                          <a:ea typeface="Times New Roman"/>
                          <a:cs typeface="Times New Roman"/>
                          <a:sym typeface="Times New Roman"/>
                        </a:rPr>
                        <a:t>80 % de sensibilité à 2,5 FP/œil ; 1 FP/œil sur la macula</a:t>
                      </a:r>
                      <a:endParaRPr/>
                    </a:p>
                  </a:txBody>
                  <a:tcPr marT="36000" marB="36000" marR="54000" marL="54000" anchor="ctr">
                    <a:lnL cap="flat" cmpd="sng" w="9525">
                      <a:solidFill>
                        <a:srgbClr val="C9D6E8"/>
                      </a:solidFill>
                      <a:prstDash val="solid"/>
                      <a:round/>
                      <a:headEnd len="sm" w="sm" type="none"/>
                      <a:tailEnd len="sm" w="sm" type="none"/>
                    </a:lnL>
                    <a:lnR cap="flat" cmpd="sng" w="9525">
                      <a:solidFill>
                        <a:srgbClr val="C9D6E8"/>
                      </a:solidFill>
                      <a:prstDash val="solid"/>
                      <a:round/>
                      <a:headEnd len="sm" w="sm" type="none"/>
                      <a:tailEnd len="sm" w="sm" type="none"/>
                    </a:lnR>
                    <a:lnT cap="flat" cmpd="sng" w="9525">
                      <a:solidFill>
                        <a:srgbClr val="C9D6E8"/>
                      </a:solidFill>
                      <a:prstDash val="solid"/>
                      <a:round/>
                      <a:headEnd len="sm" w="sm" type="none"/>
                      <a:tailEnd len="sm" w="sm" type="none"/>
                    </a:lnT>
                    <a:lnB cap="flat" cmpd="sng" w="9525">
                      <a:solidFill>
                        <a:srgbClr val="C9D6E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50"/>
                        <a:buFont typeface="Arial"/>
                        <a:buNone/>
                      </a:pPr>
                      <a:r>
                        <a:rPr b="0" lang="en" sz="950" u="none" cap="none" strike="noStrike">
                          <a:solidFill>
                            <a:srgbClr val="262626"/>
                          </a:solidFill>
                          <a:latin typeface="Times New Roman"/>
                          <a:ea typeface="Times New Roman"/>
                          <a:cs typeface="Times New Roman"/>
                          <a:sym typeface="Times New Roman"/>
                        </a:rPr>
                        <a:t>Supervisé ; données non publiques ; recalage non mesuré</a:t>
                      </a:r>
                      <a:endParaRPr/>
                    </a:p>
                  </a:txBody>
                  <a:tcPr marT="36000" marB="36000" marR="54000" marL="54000" anchor="ctr">
                    <a:lnL cap="flat" cmpd="sng" w="9525">
                      <a:solidFill>
                        <a:srgbClr val="C9D6E8"/>
                      </a:solidFill>
                      <a:prstDash val="solid"/>
                      <a:round/>
                      <a:headEnd len="sm" w="sm" type="none"/>
                      <a:tailEnd len="sm" w="sm" type="none"/>
                    </a:lnL>
                    <a:lnR cap="flat" cmpd="sng" w="9525">
                      <a:solidFill>
                        <a:srgbClr val="C9D6E8"/>
                      </a:solidFill>
                      <a:prstDash val="solid"/>
                      <a:round/>
                      <a:headEnd len="sm" w="sm" type="none"/>
                      <a:tailEnd len="sm" w="sm" type="none"/>
                    </a:lnR>
                    <a:lnT cap="flat" cmpd="sng" w="9525">
                      <a:solidFill>
                        <a:srgbClr val="C9D6E8"/>
                      </a:solidFill>
                      <a:prstDash val="solid"/>
                      <a:round/>
                      <a:headEnd len="sm" w="sm" type="none"/>
                      <a:tailEnd len="sm" w="sm" type="none"/>
                    </a:lnT>
                    <a:lnB cap="flat" cmpd="sng" w="9525">
                      <a:solidFill>
                        <a:srgbClr val="C9D6E8"/>
                      </a:solidFill>
                      <a:prstDash val="solid"/>
                      <a:round/>
                      <a:headEnd len="sm" w="sm" type="none"/>
                      <a:tailEnd len="sm" w="sm" type="none"/>
                    </a:lnB>
                  </a:tcPr>
                </a:tc>
              </a:tr>
              <a:tr h="570000">
                <a:tc>
                  <a:txBody>
                    <a:bodyPr/>
                    <a:lstStyle/>
                    <a:p>
                      <a:pPr indent="0" lvl="0" marL="0" marR="0" rtl="0" algn="l">
                        <a:lnSpc>
                          <a:spcPct val="100000"/>
                        </a:lnSpc>
                        <a:spcBef>
                          <a:spcPts val="0"/>
                        </a:spcBef>
                        <a:spcAft>
                          <a:spcPts val="0"/>
                        </a:spcAft>
                        <a:buClr>
                          <a:srgbClr val="000000"/>
                        </a:buClr>
                        <a:buSzPts val="950"/>
                        <a:buFont typeface="Arial"/>
                        <a:buNone/>
                      </a:pPr>
                      <a:r>
                        <a:rPr b="0" lang="en" sz="950" u="none" cap="none" strike="noStrike">
                          <a:solidFill>
                            <a:srgbClr val="262626"/>
                          </a:solidFill>
                          <a:latin typeface="Times New Roman"/>
                          <a:ea typeface="Times New Roman"/>
                          <a:cs typeface="Times New Roman"/>
                          <a:sym typeface="Times New Roman"/>
                        </a:rPr>
                        <a:t>[4] EyeArt /</a:t>
                      </a:r>
                      <a:br>
                        <a:rPr b="0" lang="en" sz="950" u="none" cap="none" strike="noStrike">
                          <a:solidFill>
                            <a:srgbClr val="262626"/>
                          </a:solidFill>
                          <a:latin typeface="Times New Roman"/>
                          <a:ea typeface="Times New Roman"/>
                          <a:cs typeface="Times New Roman"/>
                          <a:sym typeface="Times New Roman"/>
                        </a:rPr>
                      </a:br>
                      <a:r>
                        <a:rPr b="0" lang="en" sz="950" u="none" cap="none" strike="noStrike">
                          <a:solidFill>
                            <a:srgbClr val="262626"/>
                          </a:solidFill>
                          <a:latin typeface="Times New Roman"/>
                          <a:ea typeface="Times New Roman"/>
                          <a:cs typeface="Times New Roman"/>
                          <a:sym typeface="Times New Roman"/>
                        </a:rPr>
                        <a:t>EyeMark 2016</a:t>
                      </a:r>
                      <a:endParaRPr/>
                    </a:p>
                  </a:txBody>
                  <a:tcPr marT="36000" marB="36000" marR="54000" marL="54000" anchor="ctr">
                    <a:lnL cap="flat" cmpd="sng" w="9525">
                      <a:solidFill>
                        <a:srgbClr val="C9D6E8"/>
                      </a:solidFill>
                      <a:prstDash val="solid"/>
                      <a:round/>
                      <a:headEnd len="sm" w="sm" type="none"/>
                      <a:tailEnd len="sm" w="sm" type="none"/>
                    </a:lnL>
                    <a:lnR cap="flat" cmpd="sng" w="9525">
                      <a:solidFill>
                        <a:srgbClr val="C9D6E8"/>
                      </a:solidFill>
                      <a:prstDash val="solid"/>
                      <a:round/>
                      <a:headEnd len="sm" w="sm" type="none"/>
                      <a:tailEnd len="sm" w="sm" type="none"/>
                    </a:lnR>
                    <a:lnT cap="flat" cmpd="sng" w="9525">
                      <a:solidFill>
                        <a:srgbClr val="C9D6E8"/>
                      </a:solidFill>
                      <a:prstDash val="solid"/>
                      <a:round/>
                      <a:headEnd len="sm" w="sm" type="none"/>
                      <a:tailEnd len="sm" w="sm" type="none"/>
                    </a:lnT>
                    <a:lnB cap="flat" cmpd="sng" w="9525">
                      <a:solidFill>
                        <a:srgbClr val="C9D6E8"/>
                      </a:solidFill>
                      <a:prstDash val="solid"/>
                      <a:round/>
                      <a:headEnd len="sm" w="sm" type="none"/>
                      <a:tailEnd len="sm" w="sm" type="none"/>
                    </a:lnB>
                    <a:solidFill>
                      <a:srgbClr val="F4F8FD"/>
                    </a:solidFill>
                  </a:tcPr>
                </a:tc>
                <a:tc>
                  <a:txBody>
                    <a:bodyPr/>
                    <a:lstStyle/>
                    <a:p>
                      <a:pPr indent="0" lvl="0" marL="0" marR="0" rtl="0" algn="l">
                        <a:lnSpc>
                          <a:spcPct val="100000"/>
                        </a:lnSpc>
                        <a:spcBef>
                          <a:spcPts val="0"/>
                        </a:spcBef>
                        <a:spcAft>
                          <a:spcPts val="0"/>
                        </a:spcAft>
                        <a:buClr>
                          <a:srgbClr val="000000"/>
                        </a:buClr>
                        <a:buSzPts val="950"/>
                        <a:buFont typeface="Arial"/>
                        <a:buNone/>
                      </a:pPr>
                      <a:r>
                        <a:rPr b="0" lang="en" sz="950" u="none" cap="none" strike="noStrike">
                          <a:solidFill>
                            <a:srgbClr val="262626"/>
                          </a:solidFill>
                          <a:latin typeface="Times New Roman"/>
                          <a:ea typeface="Times New Roman"/>
                          <a:cs typeface="Times New Roman"/>
                          <a:sym typeface="Times New Roman"/>
                        </a:rPr>
                        <a:t>Dépistage et suivi du renouvellement des microanévrismes</a:t>
                      </a:r>
                      <a:endParaRPr/>
                    </a:p>
                  </a:txBody>
                  <a:tcPr marT="36000" marB="36000" marR="54000" marL="54000" anchor="ctr">
                    <a:lnL cap="flat" cmpd="sng" w="9525">
                      <a:solidFill>
                        <a:srgbClr val="C9D6E8"/>
                      </a:solidFill>
                      <a:prstDash val="solid"/>
                      <a:round/>
                      <a:headEnd len="sm" w="sm" type="none"/>
                      <a:tailEnd len="sm" w="sm" type="none"/>
                    </a:lnL>
                    <a:lnR cap="flat" cmpd="sng" w="9525">
                      <a:solidFill>
                        <a:srgbClr val="C9D6E8"/>
                      </a:solidFill>
                      <a:prstDash val="solid"/>
                      <a:round/>
                      <a:headEnd len="sm" w="sm" type="none"/>
                      <a:tailEnd len="sm" w="sm" type="none"/>
                    </a:lnR>
                    <a:lnT cap="flat" cmpd="sng" w="9525">
                      <a:solidFill>
                        <a:srgbClr val="C9D6E8"/>
                      </a:solidFill>
                      <a:prstDash val="solid"/>
                      <a:round/>
                      <a:headEnd len="sm" w="sm" type="none"/>
                      <a:tailEnd len="sm" w="sm" type="none"/>
                    </a:lnT>
                    <a:lnB cap="flat" cmpd="sng" w="9525">
                      <a:solidFill>
                        <a:srgbClr val="C9D6E8"/>
                      </a:solidFill>
                      <a:prstDash val="solid"/>
                      <a:round/>
                      <a:headEnd len="sm" w="sm" type="none"/>
                      <a:tailEnd len="sm" w="sm" type="none"/>
                    </a:lnB>
                    <a:solidFill>
                      <a:srgbClr val="F4F8FD"/>
                    </a:solidFill>
                  </a:tcPr>
                </a:tc>
                <a:tc>
                  <a:txBody>
                    <a:bodyPr/>
                    <a:lstStyle/>
                    <a:p>
                      <a:pPr indent="0" lvl="0" marL="0" marR="0" rtl="0" algn="l">
                        <a:lnSpc>
                          <a:spcPct val="100000"/>
                        </a:lnSpc>
                        <a:spcBef>
                          <a:spcPts val="0"/>
                        </a:spcBef>
                        <a:spcAft>
                          <a:spcPts val="0"/>
                        </a:spcAft>
                        <a:buClr>
                          <a:srgbClr val="000000"/>
                        </a:buClr>
                        <a:buSzPts val="950"/>
                        <a:buFont typeface="Arial"/>
                        <a:buNone/>
                      </a:pPr>
                      <a:r>
                        <a:rPr b="0" lang="en" sz="950" u="none" cap="none" strike="noStrike">
                          <a:solidFill>
                            <a:srgbClr val="262626"/>
                          </a:solidFill>
                          <a:latin typeface="Times New Roman"/>
                          <a:ea typeface="Times New Roman"/>
                          <a:cs typeface="Times New Roman"/>
                          <a:sym typeface="Times New Roman"/>
                        </a:rPr>
                        <a:t>40 542 images ; 7 paires longitudinales</a:t>
                      </a:r>
                      <a:endParaRPr/>
                    </a:p>
                  </a:txBody>
                  <a:tcPr marT="36000" marB="36000" marR="54000" marL="54000" anchor="ctr">
                    <a:lnL cap="flat" cmpd="sng" w="9525">
                      <a:solidFill>
                        <a:srgbClr val="C9D6E8"/>
                      </a:solidFill>
                      <a:prstDash val="solid"/>
                      <a:round/>
                      <a:headEnd len="sm" w="sm" type="none"/>
                      <a:tailEnd len="sm" w="sm" type="none"/>
                    </a:lnL>
                    <a:lnR cap="flat" cmpd="sng" w="9525">
                      <a:solidFill>
                        <a:srgbClr val="C9D6E8"/>
                      </a:solidFill>
                      <a:prstDash val="solid"/>
                      <a:round/>
                      <a:headEnd len="sm" w="sm" type="none"/>
                      <a:tailEnd len="sm" w="sm" type="none"/>
                    </a:lnR>
                    <a:lnT cap="flat" cmpd="sng" w="9525">
                      <a:solidFill>
                        <a:srgbClr val="C9D6E8"/>
                      </a:solidFill>
                      <a:prstDash val="solid"/>
                      <a:round/>
                      <a:headEnd len="sm" w="sm" type="none"/>
                      <a:tailEnd len="sm" w="sm" type="none"/>
                    </a:lnT>
                    <a:lnB cap="flat" cmpd="sng" w="9525">
                      <a:solidFill>
                        <a:srgbClr val="C9D6E8"/>
                      </a:solidFill>
                      <a:prstDash val="solid"/>
                      <a:round/>
                      <a:headEnd len="sm" w="sm" type="none"/>
                      <a:tailEnd len="sm" w="sm" type="none"/>
                    </a:lnB>
                    <a:solidFill>
                      <a:srgbClr val="F4F8FD"/>
                    </a:solidFill>
                  </a:tcPr>
                </a:tc>
                <a:tc>
                  <a:txBody>
                    <a:bodyPr/>
                    <a:lstStyle/>
                    <a:p>
                      <a:pPr indent="0" lvl="0" marL="0" marR="0" rtl="0" algn="l">
                        <a:lnSpc>
                          <a:spcPct val="100000"/>
                        </a:lnSpc>
                        <a:spcBef>
                          <a:spcPts val="0"/>
                        </a:spcBef>
                        <a:spcAft>
                          <a:spcPts val="0"/>
                        </a:spcAft>
                        <a:buClr>
                          <a:srgbClr val="000000"/>
                        </a:buClr>
                        <a:buSzPts val="950"/>
                        <a:buFont typeface="Arial"/>
                        <a:buNone/>
                      </a:pPr>
                      <a:r>
                        <a:rPr b="0" lang="en" sz="950" u="none" cap="none" strike="noStrike">
                          <a:solidFill>
                            <a:srgbClr val="262626"/>
                          </a:solidFill>
                          <a:latin typeface="Times New Roman"/>
                          <a:ea typeface="Times New Roman"/>
                          <a:cs typeface="Times New Roman"/>
                          <a:sym typeface="Times New Roman"/>
                        </a:rPr>
                        <a:t>100 % sur les lésions nouvelles et disparues ; 0,43 et 1,6 FP</a:t>
                      </a:r>
                      <a:endParaRPr/>
                    </a:p>
                  </a:txBody>
                  <a:tcPr marT="36000" marB="36000" marR="54000" marL="54000" anchor="ctr">
                    <a:lnL cap="flat" cmpd="sng" w="9525">
                      <a:solidFill>
                        <a:srgbClr val="C9D6E8"/>
                      </a:solidFill>
                      <a:prstDash val="solid"/>
                      <a:round/>
                      <a:headEnd len="sm" w="sm" type="none"/>
                      <a:tailEnd len="sm" w="sm" type="none"/>
                    </a:lnL>
                    <a:lnR cap="flat" cmpd="sng" w="9525">
                      <a:solidFill>
                        <a:srgbClr val="C9D6E8"/>
                      </a:solidFill>
                      <a:prstDash val="solid"/>
                      <a:round/>
                      <a:headEnd len="sm" w="sm" type="none"/>
                      <a:tailEnd len="sm" w="sm" type="none"/>
                    </a:lnR>
                    <a:lnT cap="flat" cmpd="sng" w="9525">
                      <a:solidFill>
                        <a:srgbClr val="C9D6E8"/>
                      </a:solidFill>
                      <a:prstDash val="solid"/>
                      <a:round/>
                      <a:headEnd len="sm" w="sm" type="none"/>
                      <a:tailEnd len="sm" w="sm" type="none"/>
                    </a:lnT>
                    <a:lnB cap="flat" cmpd="sng" w="9525">
                      <a:solidFill>
                        <a:srgbClr val="C9D6E8"/>
                      </a:solidFill>
                      <a:prstDash val="solid"/>
                      <a:round/>
                      <a:headEnd len="sm" w="sm" type="none"/>
                      <a:tailEnd len="sm" w="sm" type="none"/>
                    </a:lnB>
                    <a:solidFill>
                      <a:srgbClr val="F4F8FD"/>
                    </a:solidFill>
                  </a:tcPr>
                </a:tc>
                <a:tc>
                  <a:txBody>
                    <a:bodyPr/>
                    <a:lstStyle/>
                    <a:p>
                      <a:pPr indent="0" lvl="0" marL="0" marR="0" rtl="0" algn="l">
                        <a:lnSpc>
                          <a:spcPct val="100000"/>
                        </a:lnSpc>
                        <a:spcBef>
                          <a:spcPts val="0"/>
                        </a:spcBef>
                        <a:spcAft>
                          <a:spcPts val="0"/>
                        </a:spcAft>
                        <a:buClr>
                          <a:srgbClr val="000000"/>
                        </a:buClr>
                        <a:buSzPts val="950"/>
                        <a:buFont typeface="Arial"/>
                        <a:buNone/>
                      </a:pPr>
                      <a:r>
                        <a:rPr b="0" lang="en" sz="950" u="none" cap="none" strike="noStrike">
                          <a:solidFill>
                            <a:srgbClr val="262626"/>
                          </a:solidFill>
                          <a:latin typeface="Times New Roman"/>
                          <a:ea typeface="Times New Roman"/>
                          <a:cs typeface="Times New Roman"/>
                          <a:sym typeface="Times New Roman"/>
                        </a:rPr>
                        <a:t>7 paires, un seul expert ; propriétaire ; recalage non mesuré</a:t>
                      </a:r>
                      <a:endParaRPr/>
                    </a:p>
                  </a:txBody>
                  <a:tcPr marT="36000" marB="36000" marR="54000" marL="54000" anchor="ctr">
                    <a:lnL cap="flat" cmpd="sng" w="9525">
                      <a:solidFill>
                        <a:srgbClr val="C9D6E8"/>
                      </a:solidFill>
                      <a:prstDash val="solid"/>
                      <a:round/>
                      <a:headEnd len="sm" w="sm" type="none"/>
                      <a:tailEnd len="sm" w="sm" type="none"/>
                    </a:lnL>
                    <a:lnR cap="flat" cmpd="sng" w="9525">
                      <a:solidFill>
                        <a:srgbClr val="C9D6E8"/>
                      </a:solidFill>
                      <a:prstDash val="solid"/>
                      <a:round/>
                      <a:headEnd len="sm" w="sm" type="none"/>
                      <a:tailEnd len="sm" w="sm" type="none"/>
                    </a:lnR>
                    <a:lnT cap="flat" cmpd="sng" w="9525">
                      <a:solidFill>
                        <a:srgbClr val="C9D6E8"/>
                      </a:solidFill>
                      <a:prstDash val="solid"/>
                      <a:round/>
                      <a:headEnd len="sm" w="sm" type="none"/>
                      <a:tailEnd len="sm" w="sm" type="none"/>
                    </a:lnT>
                    <a:lnB cap="flat" cmpd="sng" w="9525">
                      <a:solidFill>
                        <a:srgbClr val="C9D6E8"/>
                      </a:solidFill>
                      <a:prstDash val="solid"/>
                      <a:round/>
                      <a:headEnd len="sm" w="sm" type="none"/>
                      <a:tailEnd len="sm" w="sm" type="none"/>
                    </a:lnB>
                    <a:solidFill>
                      <a:srgbClr val="F4F8FD"/>
                    </a:solidFill>
                  </a:tcPr>
                </a:tc>
              </a:tr>
              <a:tr h="570000">
                <a:tc>
                  <a:txBody>
                    <a:bodyPr/>
                    <a:lstStyle/>
                    <a:p>
                      <a:pPr indent="0" lvl="0" marL="0" marR="0" rtl="0" algn="l">
                        <a:lnSpc>
                          <a:spcPct val="100000"/>
                        </a:lnSpc>
                        <a:spcBef>
                          <a:spcPts val="0"/>
                        </a:spcBef>
                        <a:spcAft>
                          <a:spcPts val="0"/>
                        </a:spcAft>
                        <a:buClr>
                          <a:srgbClr val="000000"/>
                        </a:buClr>
                        <a:buSzPts val="950"/>
                        <a:buFont typeface="Arial"/>
                        <a:buNone/>
                      </a:pPr>
                      <a:r>
                        <a:rPr b="0" lang="en" sz="950" u="none" cap="none" strike="noStrike">
                          <a:solidFill>
                            <a:srgbClr val="262626"/>
                          </a:solidFill>
                          <a:latin typeface="Times New Roman"/>
                          <a:ea typeface="Times New Roman"/>
                          <a:cs typeface="Times New Roman"/>
                          <a:sym typeface="Times New Roman"/>
                        </a:rPr>
                        <a:t>[5] MResUNet</a:t>
                      </a:r>
                      <a:br>
                        <a:rPr b="0" lang="en" sz="950" u="none" cap="none" strike="noStrike">
                          <a:solidFill>
                            <a:srgbClr val="262626"/>
                          </a:solidFill>
                          <a:latin typeface="Times New Roman"/>
                          <a:ea typeface="Times New Roman"/>
                          <a:cs typeface="Times New Roman"/>
                          <a:sym typeface="Times New Roman"/>
                        </a:rPr>
                      </a:br>
                      <a:r>
                        <a:rPr b="0" lang="en" sz="950" u="none" cap="none" strike="noStrike">
                          <a:solidFill>
                            <a:srgbClr val="262626"/>
                          </a:solidFill>
                          <a:latin typeface="Times New Roman"/>
                          <a:ea typeface="Times New Roman"/>
                          <a:cs typeface="Times New Roman"/>
                          <a:sym typeface="Times New Roman"/>
                        </a:rPr>
                        <a:t>2021</a:t>
                      </a:r>
                      <a:endParaRPr/>
                    </a:p>
                  </a:txBody>
                  <a:tcPr marT="36000" marB="36000" marR="54000" marL="54000" anchor="ctr">
                    <a:lnL cap="flat" cmpd="sng" w="9525">
                      <a:solidFill>
                        <a:srgbClr val="C9D6E8"/>
                      </a:solidFill>
                      <a:prstDash val="solid"/>
                      <a:round/>
                      <a:headEnd len="sm" w="sm" type="none"/>
                      <a:tailEnd len="sm" w="sm" type="none"/>
                    </a:lnL>
                    <a:lnR cap="flat" cmpd="sng" w="9525">
                      <a:solidFill>
                        <a:srgbClr val="C9D6E8"/>
                      </a:solidFill>
                      <a:prstDash val="solid"/>
                      <a:round/>
                      <a:headEnd len="sm" w="sm" type="none"/>
                      <a:tailEnd len="sm" w="sm" type="none"/>
                    </a:lnR>
                    <a:lnT cap="flat" cmpd="sng" w="9525">
                      <a:solidFill>
                        <a:srgbClr val="C9D6E8"/>
                      </a:solidFill>
                      <a:prstDash val="solid"/>
                      <a:round/>
                      <a:headEnd len="sm" w="sm" type="none"/>
                      <a:tailEnd len="sm" w="sm" type="none"/>
                    </a:lnT>
                    <a:lnB cap="flat" cmpd="sng" w="9525">
                      <a:solidFill>
                        <a:srgbClr val="C9D6E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50"/>
                        <a:buFont typeface="Arial"/>
                        <a:buNone/>
                      </a:pPr>
                      <a:r>
                        <a:rPr b="0" lang="en" sz="950" u="none" cap="none" strike="noStrike">
                          <a:solidFill>
                            <a:srgbClr val="262626"/>
                          </a:solidFill>
                          <a:latin typeface="Times New Roman"/>
                          <a:ea typeface="Times New Roman"/>
                          <a:cs typeface="Times New Roman"/>
                          <a:sym typeface="Times New Roman"/>
                        </a:rPr>
                        <a:t>Segmentation des microanévrismes au niveau du pixel</a:t>
                      </a:r>
                      <a:endParaRPr/>
                    </a:p>
                  </a:txBody>
                  <a:tcPr marT="36000" marB="36000" marR="54000" marL="54000" anchor="ctr">
                    <a:lnL cap="flat" cmpd="sng" w="9525">
                      <a:solidFill>
                        <a:srgbClr val="C9D6E8"/>
                      </a:solidFill>
                      <a:prstDash val="solid"/>
                      <a:round/>
                      <a:headEnd len="sm" w="sm" type="none"/>
                      <a:tailEnd len="sm" w="sm" type="none"/>
                    </a:lnL>
                    <a:lnR cap="flat" cmpd="sng" w="9525">
                      <a:solidFill>
                        <a:srgbClr val="C9D6E8"/>
                      </a:solidFill>
                      <a:prstDash val="solid"/>
                      <a:round/>
                      <a:headEnd len="sm" w="sm" type="none"/>
                      <a:tailEnd len="sm" w="sm" type="none"/>
                    </a:lnR>
                    <a:lnT cap="flat" cmpd="sng" w="9525">
                      <a:solidFill>
                        <a:srgbClr val="C9D6E8"/>
                      </a:solidFill>
                      <a:prstDash val="solid"/>
                      <a:round/>
                      <a:headEnd len="sm" w="sm" type="none"/>
                      <a:tailEnd len="sm" w="sm" type="none"/>
                    </a:lnT>
                    <a:lnB cap="flat" cmpd="sng" w="9525">
                      <a:solidFill>
                        <a:srgbClr val="C9D6E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50"/>
                        <a:buFont typeface="Arial"/>
                        <a:buNone/>
                      </a:pPr>
                      <a:r>
                        <a:rPr b="0" lang="en" sz="950" u="none" cap="none" strike="noStrike">
                          <a:solidFill>
                            <a:srgbClr val="262626"/>
                          </a:solidFill>
                          <a:latin typeface="Times New Roman"/>
                          <a:ea typeface="Times New Roman"/>
                          <a:cs typeface="Times New Roman"/>
                          <a:sym typeface="Times New Roman"/>
                        </a:rPr>
                        <a:t>IDRiD (81 images annotées)</a:t>
                      </a:r>
                      <a:endParaRPr/>
                    </a:p>
                  </a:txBody>
                  <a:tcPr marT="36000" marB="36000" marR="54000" marL="54000" anchor="ctr">
                    <a:lnL cap="flat" cmpd="sng" w="9525">
                      <a:solidFill>
                        <a:srgbClr val="C9D6E8"/>
                      </a:solidFill>
                      <a:prstDash val="solid"/>
                      <a:round/>
                      <a:headEnd len="sm" w="sm" type="none"/>
                      <a:tailEnd len="sm" w="sm" type="none"/>
                    </a:lnL>
                    <a:lnR cap="flat" cmpd="sng" w="9525">
                      <a:solidFill>
                        <a:srgbClr val="C9D6E8"/>
                      </a:solidFill>
                      <a:prstDash val="solid"/>
                      <a:round/>
                      <a:headEnd len="sm" w="sm" type="none"/>
                      <a:tailEnd len="sm" w="sm" type="none"/>
                    </a:lnR>
                    <a:lnT cap="flat" cmpd="sng" w="9525">
                      <a:solidFill>
                        <a:srgbClr val="C9D6E8"/>
                      </a:solidFill>
                      <a:prstDash val="solid"/>
                      <a:round/>
                      <a:headEnd len="sm" w="sm" type="none"/>
                      <a:tailEnd len="sm" w="sm" type="none"/>
                    </a:lnT>
                    <a:lnB cap="flat" cmpd="sng" w="9525">
                      <a:solidFill>
                        <a:srgbClr val="C9D6E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50"/>
                        <a:buFont typeface="Arial"/>
                        <a:buNone/>
                      </a:pPr>
                      <a:r>
                        <a:rPr b="0" lang="en" sz="950" u="none" cap="none" strike="noStrike">
                          <a:solidFill>
                            <a:srgbClr val="262626"/>
                          </a:solidFill>
                          <a:latin typeface="Times New Roman"/>
                          <a:ea typeface="Times New Roman"/>
                          <a:cs typeface="Times New Roman"/>
                          <a:sym typeface="Times New Roman"/>
                        </a:rPr>
                        <a:t>61,96 % de sensibilité (spécificité 99,81 %)</a:t>
                      </a:r>
                      <a:endParaRPr/>
                    </a:p>
                  </a:txBody>
                  <a:tcPr marT="36000" marB="36000" marR="54000" marL="54000" anchor="ctr">
                    <a:lnL cap="flat" cmpd="sng" w="9525">
                      <a:solidFill>
                        <a:srgbClr val="C9D6E8"/>
                      </a:solidFill>
                      <a:prstDash val="solid"/>
                      <a:round/>
                      <a:headEnd len="sm" w="sm" type="none"/>
                      <a:tailEnd len="sm" w="sm" type="none"/>
                    </a:lnL>
                    <a:lnR cap="flat" cmpd="sng" w="9525">
                      <a:solidFill>
                        <a:srgbClr val="C9D6E8"/>
                      </a:solidFill>
                      <a:prstDash val="solid"/>
                      <a:round/>
                      <a:headEnd len="sm" w="sm" type="none"/>
                      <a:tailEnd len="sm" w="sm" type="none"/>
                    </a:lnR>
                    <a:lnT cap="flat" cmpd="sng" w="9525">
                      <a:solidFill>
                        <a:srgbClr val="C9D6E8"/>
                      </a:solidFill>
                      <a:prstDash val="solid"/>
                      <a:round/>
                      <a:headEnd len="sm" w="sm" type="none"/>
                      <a:tailEnd len="sm" w="sm" type="none"/>
                    </a:lnT>
                    <a:lnB cap="flat" cmpd="sng" w="9525">
                      <a:solidFill>
                        <a:srgbClr val="C9D6E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50"/>
                        <a:buFont typeface="Arial"/>
                        <a:buNone/>
                      </a:pPr>
                      <a:r>
                        <a:rPr b="0" lang="en" sz="950" u="none" cap="none" strike="noStrike">
                          <a:solidFill>
                            <a:srgbClr val="262626"/>
                          </a:solidFill>
                          <a:latin typeface="Times New Roman"/>
                          <a:ea typeface="Times New Roman"/>
                          <a:cs typeface="Times New Roman"/>
                          <a:sym typeface="Times New Roman"/>
                        </a:rPr>
                        <a:t>Supervisé ; image isolée ; ni recalage ni suivi</a:t>
                      </a:r>
                      <a:endParaRPr/>
                    </a:p>
                  </a:txBody>
                  <a:tcPr marT="36000" marB="36000" marR="54000" marL="54000" anchor="ctr">
                    <a:lnL cap="flat" cmpd="sng" w="9525">
                      <a:solidFill>
                        <a:srgbClr val="C9D6E8"/>
                      </a:solidFill>
                      <a:prstDash val="solid"/>
                      <a:round/>
                      <a:headEnd len="sm" w="sm" type="none"/>
                      <a:tailEnd len="sm" w="sm" type="none"/>
                    </a:lnL>
                    <a:lnR cap="flat" cmpd="sng" w="9525">
                      <a:solidFill>
                        <a:srgbClr val="C9D6E8"/>
                      </a:solidFill>
                      <a:prstDash val="solid"/>
                      <a:round/>
                      <a:headEnd len="sm" w="sm" type="none"/>
                      <a:tailEnd len="sm" w="sm" type="none"/>
                    </a:lnR>
                    <a:lnT cap="flat" cmpd="sng" w="9525">
                      <a:solidFill>
                        <a:srgbClr val="C9D6E8"/>
                      </a:solidFill>
                      <a:prstDash val="solid"/>
                      <a:round/>
                      <a:headEnd len="sm" w="sm" type="none"/>
                      <a:tailEnd len="sm" w="sm" type="none"/>
                    </a:lnT>
                    <a:lnB cap="flat" cmpd="sng" w="9525">
                      <a:solidFill>
                        <a:srgbClr val="C9D6E8"/>
                      </a:solidFill>
                      <a:prstDash val="solid"/>
                      <a:round/>
                      <a:headEnd len="sm" w="sm" type="none"/>
                      <a:tailEnd len="sm" w="sm" type="none"/>
                    </a:lnB>
                  </a:tcPr>
                </a:tc>
              </a:tr>
              <a:tr h="570000">
                <a:tc>
                  <a:txBody>
                    <a:bodyPr/>
                    <a:lstStyle/>
                    <a:p>
                      <a:pPr indent="0" lvl="0" marL="0" marR="0" rtl="0" algn="l">
                        <a:lnSpc>
                          <a:spcPct val="100000"/>
                        </a:lnSpc>
                        <a:spcBef>
                          <a:spcPts val="0"/>
                        </a:spcBef>
                        <a:spcAft>
                          <a:spcPts val="0"/>
                        </a:spcAft>
                        <a:buClr>
                          <a:srgbClr val="000000"/>
                        </a:buClr>
                        <a:buSzPts val="950"/>
                        <a:buFont typeface="Arial"/>
                        <a:buNone/>
                      </a:pPr>
                      <a:r>
                        <a:rPr b="0" lang="en" sz="950" u="none" cap="none" strike="noStrike">
                          <a:solidFill>
                            <a:srgbClr val="262626"/>
                          </a:solidFill>
                          <a:latin typeface="Times New Roman"/>
                          <a:ea typeface="Times New Roman"/>
                          <a:cs typeface="Times New Roman"/>
                          <a:sym typeface="Times New Roman"/>
                        </a:rPr>
                        <a:t>[8] IDRiD</a:t>
                      </a:r>
                      <a:br>
                        <a:rPr b="0" lang="en" sz="950" u="none" cap="none" strike="noStrike">
                          <a:solidFill>
                            <a:srgbClr val="262626"/>
                          </a:solidFill>
                          <a:latin typeface="Times New Roman"/>
                          <a:ea typeface="Times New Roman"/>
                          <a:cs typeface="Times New Roman"/>
                          <a:sym typeface="Times New Roman"/>
                        </a:rPr>
                      </a:br>
                      <a:r>
                        <a:rPr b="0" lang="en" sz="950" u="none" cap="none" strike="noStrike">
                          <a:solidFill>
                            <a:srgbClr val="262626"/>
                          </a:solidFill>
                          <a:latin typeface="Times New Roman"/>
                          <a:ea typeface="Times New Roman"/>
                          <a:cs typeface="Times New Roman"/>
                          <a:sym typeface="Times New Roman"/>
                        </a:rPr>
                        <a:t>2018</a:t>
                      </a:r>
                      <a:endParaRPr/>
                    </a:p>
                  </a:txBody>
                  <a:tcPr marT="36000" marB="36000" marR="54000" marL="54000" anchor="ctr">
                    <a:lnL cap="flat" cmpd="sng" w="9525">
                      <a:solidFill>
                        <a:srgbClr val="C9D6E8"/>
                      </a:solidFill>
                      <a:prstDash val="solid"/>
                      <a:round/>
                      <a:headEnd len="sm" w="sm" type="none"/>
                      <a:tailEnd len="sm" w="sm" type="none"/>
                    </a:lnL>
                    <a:lnR cap="flat" cmpd="sng" w="9525">
                      <a:solidFill>
                        <a:srgbClr val="C9D6E8"/>
                      </a:solidFill>
                      <a:prstDash val="solid"/>
                      <a:round/>
                      <a:headEnd len="sm" w="sm" type="none"/>
                      <a:tailEnd len="sm" w="sm" type="none"/>
                    </a:lnR>
                    <a:lnT cap="flat" cmpd="sng" w="9525">
                      <a:solidFill>
                        <a:srgbClr val="C9D6E8"/>
                      </a:solidFill>
                      <a:prstDash val="solid"/>
                      <a:round/>
                      <a:headEnd len="sm" w="sm" type="none"/>
                      <a:tailEnd len="sm" w="sm" type="none"/>
                    </a:lnT>
                    <a:lnB cap="flat" cmpd="sng" w="9525">
                      <a:solidFill>
                        <a:srgbClr val="C9D6E8"/>
                      </a:solidFill>
                      <a:prstDash val="solid"/>
                      <a:round/>
                      <a:headEnd len="sm" w="sm" type="none"/>
                      <a:tailEnd len="sm" w="sm" type="none"/>
                    </a:lnB>
                    <a:solidFill>
                      <a:srgbClr val="F4F8FD"/>
                    </a:solidFill>
                  </a:tcPr>
                </a:tc>
                <a:tc>
                  <a:txBody>
                    <a:bodyPr/>
                    <a:lstStyle/>
                    <a:p>
                      <a:pPr indent="0" lvl="0" marL="0" marR="0" rtl="0" algn="l">
                        <a:lnSpc>
                          <a:spcPct val="100000"/>
                        </a:lnSpc>
                        <a:spcBef>
                          <a:spcPts val="0"/>
                        </a:spcBef>
                        <a:spcAft>
                          <a:spcPts val="0"/>
                        </a:spcAft>
                        <a:buClr>
                          <a:srgbClr val="000000"/>
                        </a:buClr>
                        <a:buSzPts val="950"/>
                        <a:buFont typeface="Arial"/>
                        <a:buNone/>
                      </a:pPr>
                      <a:r>
                        <a:rPr b="0" lang="en" sz="950" u="none" cap="none" strike="noStrike">
                          <a:solidFill>
                            <a:srgbClr val="262626"/>
                          </a:solidFill>
                          <a:latin typeface="Times New Roman"/>
                          <a:ea typeface="Times New Roman"/>
                          <a:cs typeface="Times New Roman"/>
                          <a:sym typeface="Times New Roman"/>
                        </a:rPr>
                        <a:t>Jeu de données avec lésions annotées au pixel</a:t>
                      </a:r>
                      <a:endParaRPr/>
                    </a:p>
                  </a:txBody>
                  <a:tcPr marT="36000" marB="36000" marR="54000" marL="54000" anchor="ctr">
                    <a:lnL cap="flat" cmpd="sng" w="9525">
                      <a:solidFill>
                        <a:srgbClr val="C9D6E8"/>
                      </a:solidFill>
                      <a:prstDash val="solid"/>
                      <a:round/>
                      <a:headEnd len="sm" w="sm" type="none"/>
                      <a:tailEnd len="sm" w="sm" type="none"/>
                    </a:lnL>
                    <a:lnR cap="flat" cmpd="sng" w="9525">
                      <a:solidFill>
                        <a:srgbClr val="C9D6E8"/>
                      </a:solidFill>
                      <a:prstDash val="solid"/>
                      <a:round/>
                      <a:headEnd len="sm" w="sm" type="none"/>
                      <a:tailEnd len="sm" w="sm" type="none"/>
                    </a:lnR>
                    <a:lnT cap="flat" cmpd="sng" w="9525">
                      <a:solidFill>
                        <a:srgbClr val="C9D6E8"/>
                      </a:solidFill>
                      <a:prstDash val="solid"/>
                      <a:round/>
                      <a:headEnd len="sm" w="sm" type="none"/>
                      <a:tailEnd len="sm" w="sm" type="none"/>
                    </a:lnT>
                    <a:lnB cap="flat" cmpd="sng" w="9525">
                      <a:solidFill>
                        <a:srgbClr val="C9D6E8"/>
                      </a:solidFill>
                      <a:prstDash val="solid"/>
                      <a:round/>
                      <a:headEnd len="sm" w="sm" type="none"/>
                      <a:tailEnd len="sm" w="sm" type="none"/>
                    </a:lnB>
                    <a:solidFill>
                      <a:srgbClr val="F4F8FD"/>
                    </a:solidFill>
                  </a:tcPr>
                </a:tc>
                <a:tc>
                  <a:txBody>
                    <a:bodyPr/>
                    <a:lstStyle/>
                    <a:p>
                      <a:pPr indent="0" lvl="0" marL="0" marR="0" rtl="0" algn="l">
                        <a:lnSpc>
                          <a:spcPct val="100000"/>
                        </a:lnSpc>
                        <a:spcBef>
                          <a:spcPts val="0"/>
                        </a:spcBef>
                        <a:spcAft>
                          <a:spcPts val="0"/>
                        </a:spcAft>
                        <a:buClr>
                          <a:srgbClr val="000000"/>
                        </a:buClr>
                        <a:buSzPts val="950"/>
                        <a:buFont typeface="Arial"/>
                        <a:buNone/>
                      </a:pPr>
                      <a:r>
                        <a:rPr b="0" lang="en" sz="950" u="none" cap="none" strike="noStrike">
                          <a:solidFill>
                            <a:srgbClr val="262626"/>
                          </a:solidFill>
                          <a:latin typeface="Times New Roman"/>
                          <a:ea typeface="Times New Roman"/>
                          <a:cs typeface="Times New Roman"/>
                          <a:sym typeface="Times New Roman"/>
                        </a:rPr>
                        <a:t>516 images, dont 81 avec masques</a:t>
                      </a:r>
                      <a:endParaRPr/>
                    </a:p>
                  </a:txBody>
                  <a:tcPr marT="36000" marB="36000" marR="54000" marL="54000" anchor="ctr">
                    <a:lnL cap="flat" cmpd="sng" w="9525">
                      <a:solidFill>
                        <a:srgbClr val="C9D6E8"/>
                      </a:solidFill>
                      <a:prstDash val="solid"/>
                      <a:round/>
                      <a:headEnd len="sm" w="sm" type="none"/>
                      <a:tailEnd len="sm" w="sm" type="none"/>
                    </a:lnL>
                    <a:lnR cap="flat" cmpd="sng" w="9525">
                      <a:solidFill>
                        <a:srgbClr val="C9D6E8"/>
                      </a:solidFill>
                      <a:prstDash val="solid"/>
                      <a:round/>
                      <a:headEnd len="sm" w="sm" type="none"/>
                      <a:tailEnd len="sm" w="sm" type="none"/>
                    </a:lnR>
                    <a:lnT cap="flat" cmpd="sng" w="9525">
                      <a:solidFill>
                        <a:srgbClr val="C9D6E8"/>
                      </a:solidFill>
                      <a:prstDash val="solid"/>
                      <a:round/>
                      <a:headEnd len="sm" w="sm" type="none"/>
                      <a:tailEnd len="sm" w="sm" type="none"/>
                    </a:lnT>
                    <a:lnB cap="flat" cmpd="sng" w="9525">
                      <a:solidFill>
                        <a:srgbClr val="C9D6E8"/>
                      </a:solidFill>
                      <a:prstDash val="solid"/>
                      <a:round/>
                      <a:headEnd len="sm" w="sm" type="none"/>
                      <a:tailEnd len="sm" w="sm" type="none"/>
                    </a:lnB>
                    <a:solidFill>
                      <a:srgbClr val="F4F8FD"/>
                    </a:solidFill>
                  </a:tcPr>
                </a:tc>
                <a:tc>
                  <a:txBody>
                    <a:bodyPr/>
                    <a:lstStyle/>
                    <a:p>
                      <a:pPr indent="0" lvl="0" marL="0" marR="0" rtl="0" algn="l">
                        <a:lnSpc>
                          <a:spcPct val="100000"/>
                        </a:lnSpc>
                        <a:spcBef>
                          <a:spcPts val="0"/>
                        </a:spcBef>
                        <a:spcAft>
                          <a:spcPts val="0"/>
                        </a:spcAft>
                        <a:buClr>
                          <a:srgbClr val="000000"/>
                        </a:buClr>
                        <a:buSzPts val="950"/>
                        <a:buFont typeface="Arial"/>
                        <a:buNone/>
                      </a:pPr>
                      <a:r>
                        <a:rPr b="0" lang="en" sz="950" u="none" cap="none" strike="noStrike">
                          <a:solidFill>
                            <a:srgbClr val="262626"/>
                          </a:solidFill>
                          <a:latin typeface="Times New Roman"/>
                          <a:ea typeface="Times New Roman"/>
                          <a:cs typeface="Times New Roman"/>
                          <a:sym typeface="Times New Roman"/>
                        </a:rPr>
                        <a:t>Support du défi ISBI 2018 de segmentation</a:t>
                      </a:r>
                      <a:endParaRPr/>
                    </a:p>
                  </a:txBody>
                  <a:tcPr marT="36000" marB="36000" marR="54000" marL="54000" anchor="ctr">
                    <a:lnL cap="flat" cmpd="sng" w="9525">
                      <a:solidFill>
                        <a:srgbClr val="C9D6E8"/>
                      </a:solidFill>
                      <a:prstDash val="solid"/>
                      <a:round/>
                      <a:headEnd len="sm" w="sm" type="none"/>
                      <a:tailEnd len="sm" w="sm" type="none"/>
                    </a:lnL>
                    <a:lnR cap="flat" cmpd="sng" w="9525">
                      <a:solidFill>
                        <a:srgbClr val="C9D6E8"/>
                      </a:solidFill>
                      <a:prstDash val="solid"/>
                      <a:round/>
                      <a:headEnd len="sm" w="sm" type="none"/>
                      <a:tailEnd len="sm" w="sm" type="none"/>
                    </a:lnR>
                    <a:lnT cap="flat" cmpd="sng" w="9525">
                      <a:solidFill>
                        <a:srgbClr val="C9D6E8"/>
                      </a:solidFill>
                      <a:prstDash val="solid"/>
                      <a:round/>
                      <a:headEnd len="sm" w="sm" type="none"/>
                      <a:tailEnd len="sm" w="sm" type="none"/>
                    </a:lnT>
                    <a:lnB cap="flat" cmpd="sng" w="9525">
                      <a:solidFill>
                        <a:srgbClr val="C9D6E8"/>
                      </a:solidFill>
                      <a:prstDash val="solid"/>
                      <a:round/>
                      <a:headEnd len="sm" w="sm" type="none"/>
                      <a:tailEnd len="sm" w="sm" type="none"/>
                    </a:lnB>
                    <a:solidFill>
                      <a:srgbClr val="F4F8FD"/>
                    </a:solidFill>
                  </a:tcPr>
                </a:tc>
                <a:tc>
                  <a:txBody>
                    <a:bodyPr/>
                    <a:lstStyle/>
                    <a:p>
                      <a:pPr indent="0" lvl="0" marL="0" marR="0" rtl="0" algn="l">
                        <a:lnSpc>
                          <a:spcPct val="100000"/>
                        </a:lnSpc>
                        <a:spcBef>
                          <a:spcPts val="0"/>
                        </a:spcBef>
                        <a:spcAft>
                          <a:spcPts val="0"/>
                        </a:spcAft>
                        <a:buClr>
                          <a:srgbClr val="000000"/>
                        </a:buClr>
                        <a:buSzPts val="950"/>
                        <a:buFont typeface="Arial"/>
                        <a:buNone/>
                      </a:pPr>
                      <a:r>
                        <a:rPr b="0" lang="en" sz="950" u="none" cap="none" strike="noStrike">
                          <a:solidFill>
                            <a:srgbClr val="262626"/>
                          </a:solidFill>
                          <a:latin typeface="Times New Roman"/>
                          <a:ea typeface="Times New Roman"/>
                          <a:cs typeface="Times New Roman"/>
                          <a:sym typeface="Times New Roman"/>
                        </a:rPr>
                        <a:t>Une seule visite par patient : aucune paire longitudinale</a:t>
                      </a:r>
                      <a:endParaRPr/>
                    </a:p>
                  </a:txBody>
                  <a:tcPr marT="36000" marB="36000" marR="54000" marL="54000" anchor="ctr">
                    <a:lnL cap="flat" cmpd="sng" w="9525">
                      <a:solidFill>
                        <a:srgbClr val="C9D6E8"/>
                      </a:solidFill>
                      <a:prstDash val="solid"/>
                      <a:round/>
                      <a:headEnd len="sm" w="sm" type="none"/>
                      <a:tailEnd len="sm" w="sm" type="none"/>
                    </a:lnL>
                    <a:lnR cap="flat" cmpd="sng" w="9525">
                      <a:solidFill>
                        <a:srgbClr val="C9D6E8"/>
                      </a:solidFill>
                      <a:prstDash val="solid"/>
                      <a:round/>
                      <a:headEnd len="sm" w="sm" type="none"/>
                      <a:tailEnd len="sm" w="sm" type="none"/>
                    </a:lnR>
                    <a:lnT cap="flat" cmpd="sng" w="9525">
                      <a:solidFill>
                        <a:srgbClr val="C9D6E8"/>
                      </a:solidFill>
                      <a:prstDash val="solid"/>
                      <a:round/>
                      <a:headEnd len="sm" w="sm" type="none"/>
                      <a:tailEnd len="sm" w="sm" type="none"/>
                    </a:lnT>
                    <a:lnB cap="flat" cmpd="sng" w="9525">
                      <a:solidFill>
                        <a:srgbClr val="C9D6E8"/>
                      </a:solidFill>
                      <a:prstDash val="solid"/>
                      <a:round/>
                      <a:headEnd len="sm" w="sm" type="none"/>
                      <a:tailEnd len="sm" w="sm" type="none"/>
                    </a:lnB>
                    <a:solidFill>
                      <a:srgbClr val="F4F8FD"/>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0" name="Shape 1060"/>
        <p:cNvGrpSpPr/>
        <p:nvPr/>
      </p:nvGrpSpPr>
      <p:grpSpPr>
        <a:xfrm>
          <a:off x="0" y="0"/>
          <a:ext cx="0" cy="0"/>
          <a:chOff x="0" y="0"/>
          <a:chExt cx="0" cy="0"/>
        </a:xfrm>
      </p:grpSpPr>
      <p:sp>
        <p:nvSpPr>
          <p:cNvPr id="1061" name="Google Shape;1061;p42"/>
          <p:cNvSpPr txBox="1"/>
          <p:nvPr>
            <p:ph idx="1" type="body"/>
          </p:nvPr>
        </p:nvSpPr>
        <p:spPr>
          <a:xfrm>
            <a:off x="1293661" y="1988820"/>
            <a:ext cx="6556677" cy="1131570"/>
          </a:xfrm>
          <a:prstGeom prst="rect">
            <a:avLst/>
          </a:prstGeom>
          <a:noFill/>
          <a:ln>
            <a:noFill/>
          </a:ln>
        </p:spPr>
        <p:txBody>
          <a:bodyPr anchorCtr="0" anchor="ctr" bIns="68575" lIns="68575" spcFirstLastPara="1" rIns="68575" wrap="square" tIns="68575">
            <a:normAutofit/>
          </a:bodyPr>
          <a:lstStyle/>
          <a:p>
            <a:pPr indent="0" lvl="0" marL="0" rtl="0" algn="ctr">
              <a:lnSpc>
                <a:spcPct val="100000"/>
              </a:lnSpc>
              <a:spcBef>
                <a:spcPts val="0"/>
              </a:spcBef>
              <a:spcAft>
                <a:spcPts val="0"/>
              </a:spcAft>
              <a:buSzPts val="1400"/>
              <a:buNone/>
            </a:pPr>
            <a:r>
              <a:rPr b="1" lang="en" sz="3200">
                <a:solidFill>
                  <a:schemeClr val="dk1"/>
                </a:solidFill>
                <a:latin typeface="Times New Roman"/>
                <a:ea typeface="Times New Roman"/>
                <a:cs typeface="Times New Roman"/>
                <a:sym typeface="Times New Roman"/>
              </a:rPr>
              <a:t>Verrou et positionnement</a:t>
            </a:r>
            <a:endParaRPr>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5" name="Shape 1065"/>
        <p:cNvGrpSpPr/>
        <p:nvPr/>
      </p:nvGrpSpPr>
      <p:grpSpPr>
        <a:xfrm>
          <a:off x="0" y="0"/>
          <a:ext cx="0" cy="0"/>
          <a:chOff x="0" y="0"/>
          <a:chExt cx="0" cy="0"/>
        </a:xfrm>
      </p:grpSpPr>
      <p:sp>
        <p:nvSpPr>
          <p:cNvPr id="1066" name="Google Shape;1066;p43"/>
          <p:cNvSpPr txBox="1"/>
          <p:nvPr>
            <p:ph idx="4294967295" type="title"/>
          </p:nvPr>
        </p:nvSpPr>
        <p:spPr>
          <a:xfrm>
            <a:off x="154050" y="190406"/>
            <a:ext cx="8835900" cy="992700"/>
          </a:xfrm>
          <a:prstGeom prst="rect">
            <a:avLst/>
          </a:prstGeom>
          <a:solidFill>
            <a:srgbClr val="B1CDFB"/>
          </a:solidFill>
          <a:ln>
            <a:noFill/>
          </a:ln>
        </p:spPr>
        <p:txBody>
          <a:bodyPr anchorCtr="0" anchor="ctr" bIns="182875" lIns="182875" spcFirstLastPara="1" rIns="182875" wrap="square" tIns="182875">
            <a:normAutofit/>
          </a:bodyPr>
          <a:lstStyle/>
          <a:p>
            <a:pPr indent="0" lvl="0" marL="0" rtl="0" algn="ctr">
              <a:lnSpc>
                <a:spcPct val="90000"/>
              </a:lnSpc>
              <a:spcBef>
                <a:spcPts val="0"/>
              </a:spcBef>
              <a:spcAft>
                <a:spcPts val="0"/>
              </a:spcAft>
              <a:buSzPts val="3300"/>
              <a:buNone/>
            </a:pPr>
            <a:r>
              <a:rPr b="1" lang="en" sz="2100">
                <a:solidFill>
                  <a:srgbClr val="262626"/>
                </a:solidFill>
                <a:latin typeface="Times New Roman"/>
                <a:ea typeface="Times New Roman"/>
                <a:cs typeface="Times New Roman"/>
                <a:sym typeface="Times New Roman"/>
              </a:rPr>
              <a:t>Deux acquis et une discontinuité</a:t>
            </a:r>
            <a:endParaRPr/>
          </a:p>
        </p:txBody>
      </p:sp>
      <p:sp>
        <p:nvSpPr>
          <p:cNvPr id="1067" name="Google Shape;1067;p43"/>
          <p:cNvSpPr/>
          <p:nvPr/>
        </p:nvSpPr>
        <p:spPr>
          <a:xfrm>
            <a:off x="7830150" y="93500"/>
            <a:ext cx="1159800" cy="11865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8" name="Google Shape;1068;p43"/>
          <p:cNvSpPr/>
          <p:nvPr/>
        </p:nvSpPr>
        <p:spPr>
          <a:xfrm>
            <a:off x="7936500" y="190400"/>
            <a:ext cx="947100" cy="9927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9" name="Google Shape;1069;p43"/>
          <p:cNvSpPr/>
          <p:nvPr/>
        </p:nvSpPr>
        <p:spPr>
          <a:xfrm>
            <a:off x="8765725" y="501950"/>
            <a:ext cx="614249" cy="337200"/>
          </a:xfrm>
          <a:prstGeom prst="ellipse">
            <a:avLst/>
          </a:prstGeom>
          <a:solidFill>
            <a:schemeClr val="lt1"/>
          </a:solidFill>
          <a:ln cap="flat" cmpd="sng" w="9525">
            <a:solidFill>
              <a:srgbClr val="9FC5E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16</a:t>
            </a:r>
            <a:endParaRPr b="0" i="0" sz="1400" u="none" cap="none" strike="noStrike">
              <a:solidFill>
                <a:srgbClr val="000000"/>
              </a:solidFill>
              <a:latin typeface="Arial"/>
              <a:ea typeface="Arial"/>
              <a:cs typeface="Arial"/>
              <a:sym typeface="Arial"/>
            </a:endParaRPr>
          </a:p>
        </p:txBody>
      </p:sp>
      <p:pic>
        <p:nvPicPr>
          <p:cNvPr descr="Une image contenant personne, sourire, blanc, pose  Description générée automatiquement" id="1070" name="Google Shape;1070;p43"/>
          <p:cNvPicPr preferRelativeResize="0"/>
          <p:nvPr/>
        </p:nvPicPr>
        <p:blipFill rotWithShape="1">
          <a:blip r:embed="rId3">
            <a:alphaModFix/>
          </a:blip>
          <a:srcRect b="0" l="0" r="0" t="0"/>
          <a:stretch/>
        </p:blipFill>
        <p:spPr>
          <a:xfrm>
            <a:off x="8006453" y="285136"/>
            <a:ext cx="770513" cy="770513"/>
          </a:xfrm>
          <a:prstGeom prst="rect">
            <a:avLst/>
          </a:prstGeom>
          <a:noFill/>
          <a:ln>
            <a:noFill/>
          </a:ln>
        </p:spPr>
      </p:pic>
      <p:sp>
        <p:nvSpPr>
          <p:cNvPr id="1071" name="Google Shape;1071;p43"/>
          <p:cNvSpPr txBox="1"/>
          <p:nvPr/>
        </p:nvSpPr>
        <p:spPr>
          <a:xfrm>
            <a:off x="420000" y="1340000"/>
            <a:ext cx="8300000" cy="3350000"/>
          </a:xfrm>
          <a:prstGeom prst="rect">
            <a:avLst/>
          </a:prstGeom>
          <a:noFill/>
          <a:ln>
            <a:noFill/>
          </a:ln>
        </p:spPr>
        <p:txBody>
          <a:bodyPr anchorCtr="0" anchor="t" bIns="0" lIns="0" spcFirstLastPara="1" rIns="0" wrap="square" tIns="0">
            <a:noAutofit/>
          </a:bodyPr>
          <a:lstStyle/>
          <a:p>
            <a:pPr indent="-285750" lvl="0" marL="285750" marR="0" rtl="0" algn="l">
              <a:lnSpc>
                <a:spcPct val="100000"/>
              </a:lnSpc>
              <a:spcBef>
                <a:spcPts val="0"/>
              </a:spcBef>
              <a:spcAft>
                <a:spcPts val="0"/>
              </a:spcAft>
              <a:buClr>
                <a:srgbClr val="2E5E9E"/>
              </a:buClr>
              <a:buSzPts val="1062"/>
              <a:buFont typeface="Arial"/>
              <a:buChar char="•"/>
            </a:pPr>
            <a:r>
              <a:rPr b="1" i="0" lang="en" sz="1250" u="none" cap="none" strike="noStrike">
                <a:solidFill>
                  <a:srgbClr val="262626"/>
                </a:solidFill>
                <a:latin typeface="Times New Roman"/>
                <a:ea typeface="Times New Roman"/>
                <a:cs typeface="Times New Roman"/>
                <a:sym typeface="Times New Roman"/>
              </a:rPr>
              <a:t>Premier acquis</a:t>
            </a:r>
            <a:r>
              <a:rPr b="0" i="0" lang="en" sz="1250" u="none" cap="none" strike="noStrike">
                <a:solidFill>
                  <a:srgbClr val="262626"/>
                </a:solidFill>
                <a:latin typeface="Times New Roman"/>
                <a:ea typeface="Times New Roman"/>
                <a:cs typeface="Times New Roman"/>
                <a:sym typeface="Times New Roman"/>
              </a:rPr>
              <a:t> </a:t>
            </a:r>
            <a:r>
              <a:rPr lang="en" sz="1250">
                <a:solidFill>
                  <a:srgbClr val="262626"/>
                </a:solidFill>
                <a:latin typeface="Times New Roman"/>
                <a:ea typeface="Times New Roman"/>
                <a:cs typeface="Times New Roman"/>
                <a:sym typeface="Times New Roman"/>
              </a:rPr>
              <a:t>:</a:t>
            </a:r>
            <a:r>
              <a:rPr b="0" i="0" lang="en" sz="1250" u="none" cap="none" strike="noStrike">
                <a:solidFill>
                  <a:srgbClr val="262626"/>
                </a:solidFill>
                <a:latin typeface="Times New Roman"/>
                <a:ea typeface="Times New Roman"/>
                <a:cs typeface="Times New Roman"/>
                <a:sym typeface="Times New Roman"/>
              </a:rPr>
              <a:t> le recalage dispose de méthodes performantes et d'un protocole d'évaluation partagé. Les AUC publiées vont de 0,812 à 0,85 sur l'ensemble de FIRE : ce n'est pas un problème ouvert.</a:t>
            </a:r>
            <a:endParaRPr/>
          </a:p>
          <a:p>
            <a:pPr indent="-285750" lvl="0" marL="285750" marR="0" rtl="0" algn="l">
              <a:lnSpc>
                <a:spcPct val="100000"/>
              </a:lnSpc>
              <a:spcBef>
                <a:spcPts val="620"/>
              </a:spcBef>
              <a:spcAft>
                <a:spcPts val="0"/>
              </a:spcAft>
              <a:buClr>
                <a:srgbClr val="2E5E9E"/>
              </a:buClr>
              <a:buSzPts val="1062"/>
              <a:buFont typeface="Arial"/>
              <a:buChar char="•"/>
            </a:pPr>
            <a:r>
              <a:rPr b="1" i="0" lang="en" sz="1250" u="none" cap="none" strike="noStrike">
                <a:solidFill>
                  <a:srgbClr val="262626"/>
                </a:solidFill>
                <a:latin typeface="Times New Roman"/>
                <a:ea typeface="Times New Roman"/>
                <a:cs typeface="Times New Roman"/>
                <a:sym typeface="Times New Roman"/>
              </a:rPr>
              <a:t>Second acquis</a:t>
            </a:r>
            <a:r>
              <a:rPr b="0" i="0" lang="en" sz="1250" u="none" cap="none" strike="noStrike">
                <a:solidFill>
                  <a:srgbClr val="262626"/>
                </a:solidFill>
                <a:latin typeface="Times New Roman"/>
                <a:ea typeface="Times New Roman"/>
                <a:cs typeface="Times New Roman"/>
                <a:sym typeface="Times New Roman"/>
              </a:rPr>
              <a:t> </a:t>
            </a:r>
            <a:r>
              <a:rPr lang="en" sz="1250">
                <a:solidFill>
                  <a:srgbClr val="262626"/>
                </a:solidFill>
                <a:latin typeface="Times New Roman"/>
                <a:ea typeface="Times New Roman"/>
                <a:cs typeface="Times New Roman"/>
                <a:sym typeface="Times New Roman"/>
              </a:rPr>
              <a:t>:</a:t>
            </a:r>
            <a:r>
              <a:rPr b="0" i="0" lang="en" sz="1250" u="none" cap="none" strike="noStrike">
                <a:solidFill>
                  <a:srgbClr val="262626"/>
                </a:solidFill>
                <a:latin typeface="Times New Roman"/>
                <a:ea typeface="Times New Roman"/>
                <a:cs typeface="Times New Roman"/>
                <a:sym typeface="Times New Roman"/>
              </a:rPr>
              <a:t> la détection longitudinale a été démontrée sur des cohortes réelles, avec une sortie interprétable par un clinicien.</a:t>
            </a:r>
            <a:endParaRPr/>
          </a:p>
          <a:p>
            <a:pPr indent="-285750" lvl="0" marL="285750" marR="0" rtl="0" algn="l">
              <a:lnSpc>
                <a:spcPct val="100000"/>
              </a:lnSpc>
              <a:spcBef>
                <a:spcPts val="620"/>
              </a:spcBef>
              <a:spcAft>
                <a:spcPts val="0"/>
              </a:spcAft>
              <a:buClr>
                <a:srgbClr val="2E5E9E"/>
              </a:buClr>
              <a:buSzPts val="1062"/>
              <a:buFont typeface="Arial"/>
              <a:buChar char="•"/>
            </a:pPr>
            <a:r>
              <a:rPr b="1" i="0" lang="en" sz="1250" u="none" cap="none" strike="noStrike">
                <a:solidFill>
                  <a:srgbClr val="262626"/>
                </a:solidFill>
                <a:latin typeface="Times New Roman"/>
                <a:ea typeface="Times New Roman"/>
                <a:cs typeface="Times New Roman"/>
                <a:sym typeface="Times New Roman"/>
              </a:rPr>
              <a:t>Ordre de grandeur</a:t>
            </a:r>
            <a:r>
              <a:rPr b="0" i="0" lang="en" sz="1250" u="none" cap="none" strike="noStrike">
                <a:solidFill>
                  <a:srgbClr val="262626"/>
                </a:solidFill>
                <a:latin typeface="Times New Roman"/>
                <a:ea typeface="Times New Roman"/>
                <a:cs typeface="Times New Roman"/>
                <a:sym typeface="Times New Roman"/>
              </a:rPr>
              <a:t> </a:t>
            </a:r>
            <a:r>
              <a:rPr lang="en" sz="1250">
                <a:solidFill>
                  <a:srgbClr val="262626"/>
                </a:solidFill>
                <a:latin typeface="Times New Roman"/>
                <a:ea typeface="Times New Roman"/>
                <a:cs typeface="Times New Roman"/>
                <a:sym typeface="Times New Roman"/>
              </a:rPr>
              <a:t>:</a:t>
            </a:r>
            <a:r>
              <a:rPr b="0" i="0" lang="en" sz="1250" u="none" cap="none" strike="noStrike">
                <a:solidFill>
                  <a:srgbClr val="262626"/>
                </a:solidFill>
                <a:latin typeface="Times New Roman"/>
                <a:ea typeface="Times New Roman"/>
                <a:cs typeface="Times New Roman"/>
                <a:sym typeface="Times New Roman"/>
              </a:rPr>
              <a:t> sur les annotations au pixel d'IDRiD, un réseau supervisé récent plafonne à 61,96 % de sensibilité. La tâche est difficile pour tout le monde.</a:t>
            </a:r>
            <a:endParaRPr/>
          </a:p>
          <a:p>
            <a:pPr indent="-285750" lvl="0" marL="285750" marR="0" rtl="0" algn="l">
              <a:lnSpc>
                <a:spcPct val="100000"/>
              </a:lnSpc>
              <a:spcBef>
                <a:spcPts val="620"/>
              </a:spcBef>
              <a:spcAft>
                <a:spcPts val="0"/>
              </a:spcAft>
              <a:buClr>
                <a:srgbClr val="2E5E9E"/>
              </a:buClr>
              <a:buSzPts val="1062"/>
              <a:buFont typeface="Arial"/>
              <a:buChar char="•"/>
            </a:pPr>
            <a:r>
              <a:rPr b="1" i="0" lang="en" sz="1250" u="none" cap="none" strike="noStrike">
                <a:solidFill>
                  <a:srgbClr val="262626"/>
                </a:solidFill>
                <a:latin typeface="Times New Roman"/>
                <a:ea typeface="Times New Roman"/>
                <a:cs typeface="Times New Roman"/>
                <a:sym typeface="Times New Roman"/>
              </a:rPr>
              <a:t>La discontinuité</a:t>
            </a:r>
            <a:r>
              <a:rPr b="0" i="0" lang="en" sz="1250" u="none" cap="none" strike="noStrike">
                <a:solidFill>
                  <a:srgbClr val="262626"/>
                </a:solidFill>
                <a:latin typeface="Times New Roman"/>
                <a:ea typeface="Times New Roman"/>
                <a:cs typeface="Times New Roman"/>
                <a:sym typeface="Times New Roman"/>
              </a:rPr>
              <a:t> </a:t>
            </a:r>
            <a:r>
              <a:rPr lang="en" sz="1250">
                <a:solidFill>
                  <a:srgbClr val="262626"/>
                </a:solidFill>
                <a:latin typeface="Times New Roman"/>
                <a:ea typeface="Times New Roman"/>
                <a:cs typeface="Times New Roman"/>
                <a:sym typeface="Times New Roman"/>
              </a:rPr>
              <a:t>:</a:t>
            </a:r>
            <a:r>
              <a:rPr b="0" i="0" lang="en" sz="1250" u="none" cap="none" strike="noStrike">
                <a:solidFill>
                  <a:srgbClr val="262626"/>
                </a:solidFill>
                <a:latin typeface="Times New Roman"/>
                <a:ea typeface="Times New Roman"/>
                <a:cs typeface="Times New Roman"/>
                <a:sym typeface="Times New Roman"/>
              </a:rPr>
              <a:t> ces deux acquis n'ont jamais été établis dans le même travail. [6] et [7] s'arrêtent à l'image alignée ; [3] et [4] ne mesurent pas la qualité du recalage dont ils dépendent.</a:t>
            </a:r>
            <a:endParaRPr/>
          </a:p>
          <a:p>
            <a:pPr indent="-285750" lvl="0" marL="285750" marR="0" rtl="0" algn="l">
              <a:lnSpc>
                <a:spcPct val="100000"/>
              </a:lnSpc>
              <a:spcBef>
                <a:spcPts val="620"/>
              </a:spcBef>
              <a:spcAft>
                <a:spcPts val="0"/>
              </a:spcAft>
              <a:buClr>
                <a:srgbClr val="2E5E9E"/>
              </a:buClr>
              <a:buSzPts val="1062"/>
              <a:buFont typeface="Arial"/>
              <a:buChar char="•"/>
            </a:pPr>
            <a:r>
              <a:rPr b="0" i="0" lang="en" sz="1250" u="none" cap="none" strike="noStrike">
                <a:solidFill>
                  <a:srgbClr val="262626"/>
                </a:solidFill>
                <a:latin typeface="Times New Roman"/>
                <a:ea typeface="Times New Roman"/>
                <a:cs typeface="Times New Roman"/>
                <a:sym typeface="Times New Roman"/>
              </a:rPr>
              <a:t>Or les lésions occupent quelques pixels : sans mesure de l'erreur d'alignement, impossible de savoir si les faux positifs viennent du détecteur ou du recalage.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5" name="Shape 1075"/>
        <p:cNvGrpSpPr/>
        <p:nvPr/>
      </p:nvGrpSpPr>
      <p:grpSpPr>
        <a:xfrm>
          <a:off x="0" y="0"/>
          <a:ext cx="0" cy="0"/>
          <a:chOff x="0" y="0"/>
          <a:chExt cx="0" cy="0"/>
        </a:xfrm>
      </p:grpSpPr>
      <p:sp>
        <p:nvSpPr>
          <p:cNvPr id="1076" name="Google Shape;1076;p44"/>
          <p:cNvSpPr txBox="1"/>
          <p:nvPr>
            <p:ph idx="4294967295" type="title"/>
          </p:nvPr>
        </p:nvSpPr>
        <p:spPr>
          <a:xfrm>
            <a:off x="154050" y="183256"/>
            <a:ext cx="8835900" cy="992700"/>
          </a:xfrm>
          <a:prstGeom prst="rect">
            <a:avLst/>
          </a:prstGeom>
          <a:solidFill>
            <a:srgbClr val="B1CDFB"/>
          </a:solidFill>
          <a:ln>
            <a:noFill/>
          </a:ln>
        </p:spPr>
        <p:txBody>
          <a:bodyPr anchorCtr="0" anchor="ctr" bIns="182875" lIns="182875" spcFirstLastPara="1" rIns="182875" wrap="square" tIns="182875">
            <a:normAutofit/>
          </a:bodyPr>
          <a:lstStyle/>
          <a:p>
            <a:pPr indent="0" lvl="0" marL="0" rtl="0" algn="ctr">
              <a:lnSpc>
                <a:spcPct val="90000"/>
              </a:lnSpc>
              <a:spcBef>
                <a:spcPts val="0"/>
              </a:spcBef>
              <a:spcAft>
                <a:spcPts val="0"/>
              </a:spcAft>
              <a:buSzPts val="3300"/>
              <a:buNone/>
            </a:pPr>
            <a:r>
              <a:rPr b="1" lang="en" sz="2100">
                <a:solidFill>
                  <a:srgbClr val="262626"/>
                </a:solidFill>
                <a:latin typeface="Times New Roman"/>
                <a:ea typeface="Times New Roman"/>
                <a:cs typeface="Times New Roman"/>
                <a:sym typeface="Times New Roman"/>
              </a:rPr>
              <a:t>Positionnement et contribution visée</a:t>
            </a:r>
            <a:endParaRPr/>
          </a:p>
        </p:txBody>
      </p:sp>
      <p:sp>
        <p:nvSpPr>
          <p:cNvPr id="1077" name="Google Shape;1077;p44"/>
          <p:cNvSpPr/>
          <p:nvPr/>
        </p:nvSpPr>
        <p:spPr>
          <a:xfrm>
            <a:off x="7830150" y="93500"/>
            <a:ext cx="1159800" cy="11865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8" name="Google Shape;1078;p44"/>
          <p:cNvSpPr/>
          <p:nvPr/>
        </p:nvSpPr>
        <p:spPr>
          <a:xfrm>
            <a:off x="7936500" y="190400"/>
            <a:ext cx="947100" cy="9927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9" name="Google Shape;1079;p44"/>
          <p:cNvSpPr/>
          <p:nvPr/>
        </p:nvSpPr>
        <p:spPr>
          <a:xfrm>
            <a:off x="8765725" y="501950"/>
            <a:ext cx="614249" cy="337200"/>
          </a:xfrm>
          <a:prstGeom prst="ellipse">
            <a:avLst/>
          </a:prstGeom>
          <a:solidFill>
            <a:schemeClr val="lt1"/>
          </a:solidFill>
          <a:ln cap="flat" cmpd="sng" w="9525">
            <a:solidFill>
              <a:srgbClr val="9FC5E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17</a:t>
            </a:r>
            <a:endParaRPr b="0" i="0" sz="1400" u="none" cap="none" strike="noStrike">
              <a:solidFill>
                <a:srgbClr val="000000"/>
              </a:solidFill>
              <a:latin typeface="Arial"/>
              <a:ea typeface="Arial"/>
              <a:cs typeface="Arial"/>
              <a:sym typeface="Arial"/>
            </a:endParaRPr>
          </a:p>
        </p:txBody>
      </p:sp>
      <p:pic>
        <p:nvPicPr>
          <p:cNvPr descr="Une image contenant personne, sourire, blanc, pose  Description générée automatiquement" id="1080" name="Google Shape;1080;p44"/>
          <p:cNvPicPr preferRelativeResize="0"/>
          <p:nvPr/>
        </p:nvPicPr>
        <p:blipFill rotWithShape="1">
          <a:blip r:embed="rId3">
            <a:alphaModFix/>
          </a:blip>
          <a:srcRect b="0" l="0" r="0" t="0"/>
          <a:stretch/>
        </p:blipFill>
        <p:spPr>
          <a:xfrm>
            <a:off x="8006453" y="285136"/>
            <a:ext cx="770513" cy="770513"/>
          </a:xfrm>
          <a:prstGeom prst="rect">
            <a:avLst/>
          </a:prstGeom>
          <a:noFill/>
          <a:ln>
            <a:noFill/>
          </a:ln>
        </p:spPr>
      </p:pic>
      <p:sp>
        <p:nvSpPr>
          <p:cNvPr id="1081" name="Google Shape;1081;p44"/>
          <p:cNvSpPr txBox="1"/>
          <p:nvPr/>
        </p:nvSpPr>
        <p:spPr>
          <a:xfrm>
            <a:off x="420000" y="1340000"/>
            <a:ext cx="8300000" cy="3350000"/>
          </a:xfrm>
          <a:prstGeom prst="rect">
            <a:avLst/>
          </a:prstGeom>
          <a:noFill/>
          <a:ln>
            <a:noFill/>
          </a:ln>
        </p:spPr>
        <p:txBody>
          <a:bodyPr anchorCtr="0" anchor="t" bIns="0" lIns="0" spcFirstLastPara="1" rIns="0" wrap="square" tIns="0">
            <a:noAutofit/>
          </a:bodyPr>
          <a:lstStyle/>
          <a:p>
            <a:pPr indent="-285750" lvl="0" marL="285750" marR="0" rtl="0" algn="l">
              <a:lnSpc>
                <a:spcPct val="100000"/>
              </a:lnSpc>
              <a:spcBef>
                <a:spcPts val="0"/>
              </a:spcBef>
              <a:spcAft>
                <a:spcPts val="0"/>
              </a:spcAft>
              <a:buClr>
                <a:srgbClr val="2E5E9E"/>
              </a:buClr>
              <a:buSzPts val="1105"/>
              <a:buFont typeface="Arial"/>
              <a:buChar char="•"/>
            </a:pPr>
            <a:r>
              <a:rPr b="0" i="0" lang="en" sz="1300" u="none" cap="none" strike="noStrike">
                <a:solidFill>
                  <a:srgbClr val="262626"/>
                </a:solidFill>
                <a:latin typeface="Times New Roman"/>
                <a:ea typeface="Times New Roman"/>
                <a:cs typeface="Times New Roman"/>
                <a:sym typeface="Times New Roman"/>
              </a:rPr>
              <a:t>Une chaîne intégrée dont </a:t>
            </a:r>
            <a:r>
              <a:rPr b="1" i="0" lang="en" sz="1300" u="none" cap="none" strike="noStrike">
                <a:solidFill>
                  <a:srgbClr val="262626"/>
                </a:solidFill>
                <a:latin typeface="Times New Roman"/>
                <a:ea typeface="Times New Roman"/>
                <a:cs typeface="Times New Roman"/>
                <a:sym typeface="Times New Roman"/>
              </a:rPr>
              <a:t>les deux étapes sont évaluées</a:t>
            </a:r>
            <a:r>
              <a:rPr b="0" i="0" lang="en" sz="1300" u="none" cap="none" strike="noStrike">
                <a:solidFill>
                  <a:srgbClr val="262626"/>
                </a:solidFill>
                <a:latin typeface="Times New Roman"/>
                <a:ea typeface="Times New Roman"/>
                <a:cs typeface="Times New Roman"/>
                <a:sym typeface="Times New Roman"/>
              </a:rPr>
              <a:t>, par des mesures distinctes et selon une méthode inspectable.</a:t>
            </a:r>
            <a:endParaRPr/>
          </a:p>
          <a:p>
            <a:pPr indent="-285750" lvl="0" marL="285750" marR="0" rtl="0" algn="l">
              <a:lnSpc>
                <a:spcPct val="100000"/>
              </a:lnSpc>
              <a:spcBef>
                <a:spcPts val="620"/>
              </a:spcBef>
              <a:spcAft>
                <a:spcPts val="0"/>
              </a:spcAft>
              <a:buClr>
                <a:srgbClr val="2E5E9E"/>
              </a:buClr>
              <a:buSzPts val="1105"/>
              <a:buFont typeface="Arial"/>
              <a:buChar char="•"/>
            </a:pPr>
            <a:r>
              <a:rPr b="0" i="0" lang="en" sz="1300" u="none" cap="none" strike="noStrike">
                <a:solidFill>
                  <a:srgbClr val="262626"/>
                </a:solidFill>
                <a:latin typeface="Times New Roman"/>
                <a:ea typeface="Times New Roman"/>
                <a:cs typeface="Times New Roman"/>
                <a:sym typeface="Times New Roman"/>
              </a:rPr>
              <a:t>L'apport attendu réside dans l'intégration de deux tâches complémentaires au sein d'un même protocole expérimental, </a:t>
            </a:r>
            <a:r>
              <a:rPr b="1" i="0" lang="en" sz="1300" u="none" cap="none" strike="noStrike">
                <a:solidFill>
                  <a:srgbClr val="262626"/>
                </a:solidFill>
                <a:latin typeface="Times New Roman"/>
                <a:ea typeface="Times New Roman"/>
                <a:cs typeface="Times New Roman"/>
                <a:sym typeface="Times New Roman"/>
              </a:rPr>
              <a:t>et non dans une performance brute supérieure à l'état de l'art</a:t>
            </a:r>
            <a:r>
              <a:rPr b="0" i="0" lang="en" sz="1300" u="none" cap="none" strike="noStrike">
                <a:solidFill>
                  <a:srgbClr val="262626"/>
                </a:solidFill>
                <a:latin typeface="Times New Roman"/>
                <a:ea typeface="Times New Roman"/>
                <a:cs typeface="Times New Roman"/>
                <a:sym typeface="Times New Roman"/>
              </a:rPr>
              <a:t>.</a:t>
            </a:r>
            <a:endParaRPr/>
          </a:p>
          <a:p>
            <a:pPr indent="-285750" lvl="0" marL="285750" marR="0" rtl="0" algn="l">
              <a:lnSpc>
                <a:spcPct val="100000"/>
              </a:lnSpc>
              <a:spcBef>
                <a:spcPts val="620"/>
              </a:spcBef>
              <a:spcAft>
                <a:spcPts val="0"/>
              </a:spcAft>
              <a:buClr>
                <a:srgbClr val="2E5E9E"/>
              </a:buClr>
              <a:buSzPts val="1105"/>
              <a:buFont typeface="Arial"/>
              <a:buChar char="•"/>
            </a:pPr>
            <a:r>
              <a:rPr b="0" i="0" lang="en" sz="1300" u="none" cap="none" strike="noStrike">
                <a:solidFill>
                  <a:srgbClr val="262626"/>
                </a:solidFill>
                <a:latin typeface="Times New Roman"/>
                <a:ea typeface="Times New Roman"/>
                <a:cs typeface="Times New Roman"/>
                <a:sym typeface="Times New Roman"/>
              </a:rPr>
              <a:t>Deux fragilités du corpus dont le projet tient compte :</a:t>
            </a:r>
            <a:endParaRPr/>
          </a:p>
          <a:p>
            <a:pPr indent="-228600" lvl="0" marL="571500" marR="0" rtl="0" algn="l">
              <a:lnSpc>
                <a:spcPct val="100000"/>
              </a:lnSpc>
              <a:spcBef>
                <a:spcPts val="620"/>
              </a:spcBef>
              <a:spcAft>
                <a:spcPts val="0"/>
              </a:spcAft>
              <a:buClr>
                <a:srgbClr val="2E5E9E"/>
              </a:buClr>
              <a:buSzPts val="1105"/>
              <a:buFont typeface="Arial"/>
              <a:buChar char="–"/>
            </a:pPr>
            <a:r>
              <a:rPr b="0" i="0" lang="en" sz="1300" u="none" cap="none" strike="noStrike">
                <a:solidFill>
                  <a:srgbClr val="262626"/>
                </a:solidFill>
                <a:latin typeface="Times New Roman"/>
                <a:ea typeface="Times New Roman"/>
                <a:cs typeface="Times New Roman"/>
                <a:sym typeface="Times New Roman"/>
              </a:rPr>
              <a:t>effectifs longitudinaux réduits</a:t>
            </a:r>
            <a:r>
              <a:rPr lang="en" sz="1300">
                <a:solidFill>
                  <a:srgbClr val="262626"/>
                </a:solidFill>
                <a:latin typeface="Times New Roman"/>
                <a:ea typeface="Times New Roman"/>
                <a:cs typeface="Times New Roman"/>
                <a:sym typeface="Times New Roman"/>
              </a:rPr>
              <a:t>,</a:t>
            </a:r>
            <a:r>
              <a:rPr b="0" i="0" lang="en" sz="1300" u="none" cap="none" strike="noStrike">
                <a:solidFill>
                  <a:srgbClr val="262626"/>
                </a:solidFill>
                <a:latin typeface="Times New Roman"/>
                <a:ea typeface="Times New Roman"/>
                <a:cs typeface="Times New Roman"/>
                <a:sym typeface="Times New Roman"/>
              </a:rPr>
              <a:t> 14 paires en catégorie A de FIRE, 7 paires chez EyeMark annotées par un seul expert ;</a:t>
            </a:r>
            <a:endParaRPr/>
          </a:p>
          <a:p>
            <a:pPr indent="-228600" lvl="0" marL="571500" marR="0" rtl="0" algn="l">
              <a:lnSpc>
                <a:spcPct val="100000"/>
              </a:lnSpc>
              <a:spcBef>
                <a:spcPts val="620"/>
              </a:spcBef>
              <a:spcAft>
                <a:spcPts val="0"/>
              </a:spcAft>
              <a:buClr>
                <a:srgbClr val="2E5E9E"/>
              </a:buClr>
              <a:buSzPts val="1105"/>
              <a:buFont typeface="Arial"/>
              <a:buChar char="–"/>
            </a:pPr>
            <a:r>
              <a:rPr b="0" i="0" lang="en" sz="1300" u="none" cap="none" strike="noStrike">
                <a:solidFill>
                  <a:srgbClr val="262626"/>
                </a:solidFill>
                <a:latin typeface="Times New Roman"/>
                <a:ea typeface="Times New Roman"/>
                <a:cs typeface="Times New Roman"/>
                <a:sym typeface="Times New Roman"/>
              </a:rPr>
              <a:t>reproductibilité</a:t>
            </a:r>
            <a:r>
              <a:rPr lang="en" sz="1300">
                <a:solidFill>
                  <a:srgbClr val="262626"/>
                </a:solidFill>
                <a:latin typeface="Times New Roman"/>
                <a:ea typeface="Times New Roman"/>
                <a:cs typeface="Times New Roman"/>
                <a:sym typeface="Times New Roman"/>
              </a:rPr>
              <a:t>,</a:t>
            </a:r>
            <a:r>
              <a:rPr b="0" i="0" lang="en" sz="1300" u="none" cap="none" strike="noStrike">
                <a:solidFill>
                  <a:srgbClr val="262626"/>
                </a:solidFill>
                <a:latin typeface="Times New Roman"/>
                <a:ea typeface="Times New Roman"/>
                <a:cs typeface="Times New Roman"/>
                <a:sym typeface="Times New Roman"/>
              </a:rPr>
              <a:t> données non publiques chez [3], système commercial propriétaire chez [4].</a:t>
            </a:r>
            <a:endParaRPr/>
          </a:p>
          <a:p>
            <a:pPr indent="-285750" lvl="0" marL="285750" marR="0" rtl="0" algn="l">
              <a:lnSpc>
                <a:spcPct val="100000"/>
              </a:lnSpc>
              <a:spcBef>
                <a:spcPts val="620"/>
              </a:spcBef>
              <a:spcAft>
                <a:spcPts val="0"/>
              </a:spcAft>
              <a:buClr>
                <a:srgbClr val="2E5E9E"/>
              </a:buClr>
              <a:buSzPts val="1105"/>
              <a:buFont typeface="Arial"/>
              <a:buChar char="•"/>
            </a:pPr>
            <a:r>
              <a:rPr b="0" i="0" lang="en" sz="1300" u="none" cap="none" strike="noStrike">
                <a:solidFill>
                  <a:srgbClr val="262626"/>
                </a:solidFill>
                <a:latin typeface="Times New Roman"/>
                <a:ea typeface="Times New Roman"/>
                <a:cs typeface="Times New Roman"/>
                <a:sym typeface="Times New Roman"/>
              </a:rPr>
              <a:t>La question est expérimentale : elle sera tranchée par les résultats obtenus.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5" name="Shape 1085"/>
        <p:cNvGrpSpPr/>
        <p:nvPr/>
      </p:nvGrpSpPr>
      <p:grpSpPr>
        <a:xfrm>
          <a:off x="0" y="0"/>
          <a:ext cx="0" cy="0"/>
          <a:chOff x="0" y="0"/>
          <a:chExt cx="0" cy="0"/>
        </a:xfrm>
      </p:grpSpPr>
      <p:sp>
        <p:nvSpPr>
          <p:cNvPr id="1086" name="Google Shape;1086;p45"/>
          <p:cNvSpPr txBox="1"/>
          <p:nvPr>
            <p:ph idx="1" type="body"/>
          </p:nvPr>
        </p:nvSpPr>
        <p:spPr>
          <a:xfrm>
            <a:off x="1293661" y="1988820"/>
            <a:ext cx="6556677" cy="1405890"/>
          </a:xfrm>
          <a:prstGeom prst="rect">
            <a:avLst/>
          </a:prstGeom>
          <a:noFill/>
          <a:ln>
            <a:noFill/>
          </a:ln>
        </p:spPr>
        <p:txBody>
          <a:bodyPr anchorCtr="0" anchor="ctr" bIns="68575" lIns="68575" spcFirstLastPara="1" rIns="68575" wrap="square" tIns="68575">
            <a:normAutofit/>
          </a:bodyPr>
          <a:lstStyle/>
          <a:p>
            <a:pPr indent="0" lvl="0" marL="0" rtl="0" algn="ctr">
              <a:lnSpc>
                <a:spcPct val="100000"/>
              </a:lnSpc>
              <a:spcBef>
                <a:spcPts val="0"/>
              </a:spcBef>
              <a:spcAft>
                <a:spcPts val="0"/>
              </a:spcAft>
              <a:buSzPts val="1400"/>
              <a:buNone/>
            </a:pPr>
            <a:r>
              <a:rPr b="1" lang="en" sz="3200">
                <a:solidFill>
                  <a:schemeClr val="dk1"/>
                </a:solidFill>
                <a:latin typeface="Times New Roman"/>
                <a:ea typeface="Times New Roman"/>
                <a:cs typeface="Times New Roman"/>
                <a:sym typeface="Times New Roman"/>
              </a:rPr>
              <a:t>La chaîne proposée</a:t>
            </a:r>
            <a:endParaRPr>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0" name="Shape 1090"/>
        <p:cNvGrpSpPr/>
        <p:nvPr/>
      </p:nvGrpSpPr>
      <p:grpSpPr>
        <a:xfrm>
          <a:off x="0" y="0"/>
          <a:ext cx="0" cy="0"/>
          <a:chOff x="0" y="0"/>
          <a:chExt cx="0" cy="0"/>
        </a:xfrm>
      </p:grpSpPr>
      <p:sp>
        <p:nvSpPr>
          <p:cNvPr id="1091" name="Google Shape;1091;p46"/>
          <p:cNvSpPr txBox="1"/>
          <p:nvPr>
            <p:ph idx="4294967295" type="title"/>
          </p:nvPr>
        </p:nvSpPr>
        <p:spPr>
          <a:xfrm>
            <a:off x="154050" y="183256"/>
            <a:ext cx="8835900" cy="992700"/>
          </a:xfrm>
          <a:prstGeom prst="rect">
            <a:avLst/>
          </a:prstGeom>
          <a:solidFill>
            <a:srgbClr val="B1CDFB"/>
          </a:solidFill>
          <a:ln>
            <a:noFill/>
          </a:ln>
        </p:spPr>
        <p:txBody>
          <a:bodyPr anchorCtr="0" anchor="ctr" bIns="182875" lIns="182875" spcFirstLastPara="1" rIns="182875" wrap="square" tIns="182875">
            <a:normAutofit/>
          </a:bodyPr>
          <a:lstStyle/>
          <a:p>
            <a:pPr indent="0" lvl="0" marL="0" rtl="0" algn="ctr">
              <a:lnSpc>
                <a:spcPct val="90000"/>
              </a:lnSpc>
              <a:spcBef>
                <a:spcPts val="0"/>
              </a:spcBef>
              <a:spcAft>
                <a:spcPts val="0"/>
              </a:spcAft>
              <a:buSzPts val="3300"/>
              <a:buNone/>
            </a:pPr>
            <a:r>
              <a:rPr b="1" lang="en" sz="2100">
                <a:solidFill>
                  <a:srgbClr val="262626"/>
                </a:solidFill>
                <a:latin typeface="Times New Roman"/>
                <a:ea typeface="Times New Roman"/>
                <a:cs typeface="Times New Roman"/>
                <a:sym typeface="Times New Roman"/>
              </a:rPr>
              <a:t>Architecture de la chaîne</a:t>
            </a:r>
            <a:endParaRPr/>
          </a:p>
        </p:txBody>
      </p:sp>
      <p:sp>
        <p:nvSpPr>
          <p:cNvPr id="1092" name="Google Shape;1092;p46"/>
          <p:cNvSpPr/>
          <p:nvPr/>
        </p:nvSpPr>
        <p:spPr>
          <a:xfrm>
            <a:off x="7936500" y="190400"/>
            <a:ext cx="947100" cy="9927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3" name="Google Shape;1093;p46"/>
          <p:cNvSpPr/>
          <p:nvPr/>
        </p:nvSpPr>
        <p:spPr>
          <a:xfrm>
            <a:off x="8765725" y="501950"/>
            <a:ext cx="614249" cy="337200"/>
          </a:xfrm>
          <a:prstGeom prst="ellipse">
            <a:avLst/>
          </a:prstGeom>
          <a:solidFill>
            <a:schemeClr val="lt1"/>
          </a:solidFill>
          <a:ln cap="flat" cmpd="sng" w="9525">
            <a:solidFill>
              <a:srgbClr val="9FC5E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19</a:t>
            </a:r>
            <a:endParaRPr b="0" i="0" sz="1400" u="none" cap="none" strike="noStrike">
              <a:solidFill>
                <a:srgbClr val="000000"/>
              </a:solidFill>
              <a:latin typeface="Arial"/>
              <a:ea typeface="Arial"/>
              <a:cs typeface="Arial"/>
              <a:sym typeface="Arial"/>
            </a:endParaRPr>
          </a:p>
        </p:txBody>
      </p:sp>
      <p:pic>
        <p:nvPicPr>
          <p:cNvPr descr="Une image contenant personne, sourire, blanc, pose  Description générée automatiquement" id="1094" name="Google Shape;1094;p46"/>
          <p:cNvPicPr preferRelativeResize="0"/>
          <p:nvPr/>
        </p:nvPicPr>
        <p:blipFill rotWithShape="1">
          <a:blip r:embed="rId3">
            <a:alphaModFix/>
          </a:blip>
          <a:srcRect b="0" l="0" r="0" t="0"/>
          <a:stretch/>
        </p:blipFill>
        <p:spPr>
          <a:xfrm>
            <a:off x="8006453" y="285136"/>
            <a:ext cx="770513" cy="770513"/>
          </a:xfrm>
          <a:prstGeom prst="rect">
            <a:avLst/>
          </a:prstGeom>
          <a:noFill/>
          <a:ln>
            <a:noFill/>
          </a:ln>
        </p:spPr>
      </p:pic>
      <p:sp>
        <p:nvSpPr>
          <p:cNvPr id="1095" name="Google Shape;1095;p46"/>
          <p:cNvSpPr txBox="1"/>
          <p:nvPr/>
        </p:nvSpPr>
        <p:spPr>
          <a:xfrm>
            <a:off x="420000" y="1340000"/>
            <a:ext cx="8300000" cy="3350000"/>
          </a:xfrm>
          <a:prstGeom prst="rect">
            <a:avLst/>
          </a:prstGeom>
          <a:noFill/>
          <a:ln>
            <a:noFill/>
          </a:ln>
        </p:spPr>
        <p:txBody>
          <a:bodyPr anchorCtr="0" anchor="t" bIns="0" lIns="0" spcFirstLastPara="1" rIns="0" wrap="square" tIns="0">
            <a:noAutofit/>
          </a:bodyPr>
          <a:lstStyle/>
          <a:p>
            <a:pPr indent="-342900" lvl="0" marL="342900" marR="0" rtl="0" algn="l">
              <a:lnSpc>
                <a:spcPct val="100000"/>
              </a:lnSpc>
              <a:spcBef>
                <a:spcPts val="0"/>
              </a:spcBef>
              <a:spcAft>
                <a:spcPts val="0"/>
              </a:spcAft>
              <a:buClr>
                <a:srgbClr val="2E5E9E"/>
              </a:buClr>
              <a:buSzPts val="1062"/>
              <a:buFont typeface="Arial"/>
              <a:buAutoNum type="arabicPeriod"/>
            </a:pPr>
            <a:r>
              <a:rPr b="0" i="0" lang="en" sz="1250" u="none" cap="none" strike="noStrike">
                <a:solidFill>
                  <a:srgbClr val="262626"/>
                </a:solidFill>
                <a:latin typeface="Times New Roman"/>
                <a:ea typeface="Times New Roman"/>
                <a:cs typeface="Times New Roman"/>
                <a:sym typeface="Times New Roman"/>
              </a:rPr>
              <a:t>Prétraitement </a:t>
            </a:r>
            <a:r>
              <a:rPr lang="en" sz="1250">
                <a:solidFill>
                  <a:srgbClr val="262626"/>
                </a:solidFill>
                <a:latin typeface="Times New Roman"/>
                <a:ea typeface="Times New Roman"/>
                <a:cs typeface="Times New Roman"/>
                <a:sym typeface="Times New Roman"/>
              </a:rPr>
              <a:t>:</a:t>
            </a:r>
            <a:r>
              <a:rPr b="0" i="0" lang="en" sz="1250" u="none" cap="none" strike="noStrike">
                <a:solidFill>
                  <a:srgbClr val="262626"/>
                </a:solidFill>
                <a:latin typeface="Times New Roman"/>
                <a:ea typeface="Times New Roman"/>
                <a:cs typeface="Times New Roman"/>
                <a:sym typeface="Times New Roman"/>
              </a:rPr>
              <a:t> canal vert, masque du champ de vue, correction d'éclairage, contraste, filtre médian</a:t>
            </a:r>
            <a:endParaRPr/>
          </a:p>
          <a:p>
            <a:pPr indent="-342900" lvl="0" marL="342900" marR="0" rtl="0" algn="l">
              <a:lnSpc>
                <a:spcPct val="100000"/>
              </a:lnSpc>
              <a:spcBef>
                <a:spcPts val="380"/>
              </a:spcBef>
              <a:spcAft>
                <a:spcPts val="0"/>
              </a:spcAft>
              <a:buClr>
                <a:srgbClr val="2E5E9E"/>
              </a:buClr>
              <a:buSzPts val="1062"/>
              <a:buFont typeface="Arial"/>
              <a:buAutoNum type="arabicPeriod"/>
            </a:pPr>
            <a:r>
              <a:rPr b="0" i="0" lang="en" sz="1250" u="none" cap="none" strike="noStrike">
                <a:solidFill>
                  <a:srgbClr val="262626"/>
                </a:solidFill>
                <a:latin typeface="Times New Roman"/>
                <a:ea typeface="Times New Roman"/>
                <a:cs typeface="Times New Roman"/>
                <a:sym typeface="Times New Roman"/>
              </a:rPr>
              <a:t>Segmentation des vaisseaux </a:t>
            </a:r>
            <a:r>
              <a:rPr lang="en" sz="1250">
                <a:solidFill>
                  <a:srgbClr val="262626"/>
                </a:solidFill>
                <a:latin typeface="Times New Roman"/>
                <a:ea typeface="Times New Roman"/>
                <a:cs typeface="Times New Roman"/>
                <a:sym typeface="Times New Roman"/>
              </a:rPr>
              <a:t>:</a:t>
            </a:r>
            <a:r>
              <a:rPr b="0" i="0" lang="en" sz="1250" u="none" cap="none" strike="noStrike">
                <a:solidFill>
                  <a:srgbClr val="262626"/>
                </a:solidFill>
                <a:latin typeface="Times New Roman"/>
                <a:ea typeface="Times New Roman"/>
                <a:cs typeface="Times New Roman"/>
                <a:sym typeface="Times New Roman"/>
              </a:rPr>
              <a:t> filtre de Gabor, Hessien, seuillage</a:t>
            </a:r>
            <a:endParaRPr/>
          </a:p>
          <a:p>
            <a:pPr indent="-342900" lvl="0" marL="342900" marR="0" rtl="0" algn="l">
              <a:lnSpc>
                <a:spcPct val="100000"/>
              </a:lnSpc>
              <a:spcBef>
                <a:spcPts val="380"/>
              </a:spcBef>
              <a:spcAft>
                <a:spcPts val="0"/>
              </a:spcAft>
              <a:buClr>
                <a:srgbClr val="2E5E9E"/>
              </a:buClr>
              <a:buSzPts val="1062"/>
              <a:buFont typeface="Arial"/>
              <a:buAutoNum type="arabicPeriod"/>
            </a:pPr>
            <a:r>
              <a:rPr b="0" i="0" lang="en" sz="1250" u="none" cap="none" strike="noStrike">
                <a:solidFill>
                  <a:srgbClr val="262626"/>
                </a:solidFill>
                <a:latin typeface="Times New Roman"/>
                <a:ea typeface="Times New Roman"/>
                <a:cs typeface="Times New Roman"/>
                <a:sym typeface="Times New Roman"/>
              </a:rPr>
              <a:t>Points d'intérêt </a:t>
            </a:r>
            <a:r>
              <a:rPr lang="en" sz="1250">
                <a:solidFill>
                  <a:srgbClr val="262626"/>
                </a:solidFill>
                <a:latin typeface="Times New Roman"/>
                <a:ea typeface="Times New Roman"/>
                <a:cs typeface="Times New Roman"/>
                <a:sym typeface="Times New Roman"/>
              </a:rPr>
              <a:t>:</a:t>
            </a:r>
            <a:r>
              <a:rPr b="0" i="0" lang="en" sz="1250" u="none" cap="none" strike="noStrike">
                <a:solidFill>
                  <a:srgbClr val="262626"/>
                </a:solidFill>
                <a:latin typeface="Times New Roman"/>
                <a:ea typeface="Times New Roman"/>
                <a:cs typeface="Times New Roman"/>
                <a:sym typeface="Times New Roman"/>
              </a:rPr>
              <a:t> squelettisation, détection des bifurcations et des croisements</a:t>
            </a:r>
            <a:endParaRPr/>
          </a:p>
          <a:p>
            <a:pPr indent="-342900" lvl="0" marL="342900" marR="0" rtl="0" algn="l">
              <a:lnSpc>
                <a:spcPct val="100000"/>
              </a:lnSpc>
              <a:spcBef>
                <a:spcPts val="380"/>
              </a:spcBef>
              <a:spcAft>
                <a:spcPts val="0"/>
              </a:spcAft>
              <a:buClr>
                <a:srgbClr val="2E5E9E"/>
              </a:buClr>
              <a:buSzPts val="1062"/>
              <a:buFont typeface="Arial"/>
              <a:buAutoNum type="arabicPeriod"/>
            </a:pPr>
            <a:r>
              <a:rPr b="0" i="0" lang="en" sz="1250" u="none" cap="none" strike="noStrike">
                <a:solidFill>
                  <a:srgbClr val="262626"/>
                </a:solidFill>
                <a:latin typeface="Times New Roman"/>
                <a:ea typeface="Times New Roman"/>
                <a:cs typeface="Times New Roman"/>
                <a:sym typeface="Times New Roman"/>
              </a:rPr>
              <a:t>Description </a:t>
            </a:r>
            <a:r>
              <a:rPr lang="en" sz="1250">
                <a:solidFill>
                  <a:srgbClr val="262626"/>
                </a:solidFill>
                <a:latin typeface="Times New Roman"/>
                <a:ea typeface="Times New Roman"/>
                <a:cs typeface="Times New Roman"/>
                <a:sym typeface="Times New Roman"/>
              </a:rPr>
              <a:t>:</a:t>
            </a:r>
            <a:r>
              <a:rPr b="0" i="0" lang="en" sz="1250" u="none" cap="none" strike="noStrike">
                <a:solidFill>
                  <a:srgbClr val="262626"/>
                </a:solidFill>
                <a:latin typeface="Times New Roman"/>
                <a:ea typeface="Times New Roman"/>
                <a:cs typeface="Times New Roman"/>
                <a:sym typeface="Times New Roman"/>
              </a:rPr>
              <a:t> modules de moments de Zernike sur une fenêtre circulaire</a:t>
            </a:r>
            <a:endParaRPr/>
          </a:p>
          <a:p>
            <a:pPr indent="-342900" lvl="0" marL="342900" marR="0" rtl="0" algn="l">
              <a:lnSpc>
                <a:spcPct val="100000"/>
              </a:lnSpc>
              <a:spcBef>
                <a:spcPts val="380"/>
              </a:spcBef>
              <a:spcAft>
                <a:spcPts val="0"/>
              </a:spcAft>
              <a:buClr>
                <a:srgbClr val="2E5E9E"/>
              </a:buClr>
              <a:buSzPts val="1062"/>
              <a:buFont typeface="Arial"/>
              <a:buAutoNum type="arabicPeriod"/>
            </a:pPr>
            <a:r>
              <a:rPr b="0" i="0" lang="en" sz="1250" u="none" cap="none" strike="noStrike">
                <a:solidFill>
                  <a:srgbClr val="262626"/>
                </a:solidFill>
                <a:latin typeface="Times New Roman"/>
                <a:ea typeface="Times New Roman"/>
                <a:cs typeface="Times New Roman"/>
                <a:sym typeface="Times New Roman"/>
              </a:rPr>
              <a:t>Appariement </a:t>
            </a:r>
            <a:r>
              <a:rPr lang="en" sz="1250">
                <a:solidFill>
                  <a:srgbClr val="262626"/>
                </a:solidFill>
                <a:latin typeface="Times New Roman"/>
                <a:ea typeface="Times New Roman"/>
                <a:cs typeface="Times New Roman"/>
                <a:sym typeface="Times New Roman"/>
              </a:rPr>
              <a:t>:</a:t>
            </a:r>
            <a:r>
              <a:rPr b="0" i="0" lang="en" sz="1250" u="none" cap="none" strike="noStrike">
                <a:solidFill>
                  <a:srgbClr val="262626"/>
                </a:solidFill>
                <a:latin typeface="Times New Roman"/>
                <a:ea typeface="Times New Roman"/>
                <a:cs typeface="Times New Roman"/>
                <a:sym typeface="Times New Roman"/>
              </a:rPr>
              <a:t> corrélation entre descripteurs, rayon limité, appariement croisé</a:t>
            </a:r>
            <a:endParaRPr/>
          </a:p>
          <a:p>
            <a:pPr indent="-342900" lvl="0" marL="342900" marR="0" rtl="0" algn="l">
              <a:lnSpc>
                <a:spcPct val="100000"/>
              </a:lnSpc>
              <a:spcBef>
                <a:spcPts val="380"/>
              </a:spcBef>
              <a:spcAft>
                <a:spcPts val="0"/>
              </a:spcAft>
              <a:buClr>
                <a:srgbClr val="2E5E9E"/>
              </a:buClr>
              <a:buSzPts val="1062"/>
              <a:buFont typeface="Arial"/>
              <a:buAutoNum type="arabicPeriod"/>
            </a:pPr>
            <a:r>
              <a:rPr b="0" i="0" lang="en" sz="1250" u="none" cap="none" strike="noStrike">
                <a:solidFill>
                  <a:srgbClr val="262626"/>
                </a:solidFill>
                <a:latin typeface="Times New Roman"/>
                <a:ea typeface="Times New Roman"/>
                <a:cs typeface="Times New Roman"/>
                <a:sym typeface="Times New Roman"/>
              </a:rPr>
              <a:t>Transformation </a:t>
            </a:r>
            <a:r>
              <a:rPr lang="en" sz="1250">
                <a:solidFill>
                  <a:srgbClr val="262626"/>
                </a:solidFill>
                <a:latin typeface="Times New Roman"/>
                <a:ea typeface="Times New Roman"/>
                <a:cs typeface="Times New Roman"/>
                <a:sym typeface="Times New Roman"/>
              </a:rPr>
              <a:t>:</a:t>
            </a:r>
            <a:r>
              <a:rPr b="0" i="0" lang="en" sz="1250" u="none" cap="none" strike="noStrike">
                <a:solidFill>
                  <a:srgbClr val="262626"/>
                </a:solidFill>
                <a:latin typeface="Times New Roman"/>
                <a:ea typeface="Times New Roman"/>
                <a:cs typeface="Times New Roman"/>
                <a:sym typeface="Times New Roman"/>
              </a:rPr>
              <a:t> RANSAC rigide puis affine, interpolation bilinéaire → image recalée</a:t>
            </a:r>
            <a:endParaRPr/>
          </a:p>
          <a:p>
            <a:pPr indent="-342900" lvl="0" marL="342900" marR="0" rtl="0" algn="l">
              <a:lnSpc>
                <a:spcPct val="100000"/>
              </a:lnSpc>
              <a:spcBef>
                <a:spcPts val="380"/>
              </a:spcBef>
              <a:spcAft>
                <a:spcPts val="0"/>
              </a:spcAft>
              <a:buClr>
                <a:srgbClr val="2E5E9E"/>
              </a:buClr>
              <a:buSzPts val="1062"/>
              <a:buFont typeface="Arial"/>
              <a:buAutoNum type="arabicPeriod"/>
            </a:pPr>
            <a:r>
              <a:rPr b="0" i="0" lang="en" sz="1250" u="none" cap="none" strike="noStrike">
                <a:solidFill>
                  <a:srgbClr val="262626"/>
                </a:solidFill>
                <a:latin typeface="Times New Roman"/>
                <a:ea typeface="Times New Roman"/>
                <a:cs typeface="Times New Roman"/>
                <a:sym typeface="Times New Roman"/>
              </a:rPr>
              <a:t>Détection des changements </a:t>
            </a:r>
            <a:r>
              <a:rPr lang="en" sz="1250">
                <a:solidFill>
                  <a:srgbClr val="262626"/>
                </a:solidFill>
                <a:latin typeface="Times New Roman"/>
                <a:ea typeface="Times New Roman"/>
                <a:cs typeface="Times New Roman"/>
                <a:sym typeface="Times New Roman"/>
              </a:rPr>
              <a:t>:</a:t>
            </a:r>
            <a:r>
              <a:rPr b="0" i="0" lang="en" sz="1250" u="none" cap="none" strike="noStrike">
                <a:solidFill>
                  <a:srgbClr val="262626"/>
                </a:solidFill>
                <a:latin typeface="Times New Roman"/>
                <a:ea typeface="Times New Roman"/>
                <a:cs typeface="Times New Roman"/>
                <a:sym typeface="Times New Roman"/>
              </a:rPr>
              <a:t> normalisation, différence, LoG, seuillage → carte des lésions nouvelles et disparues</a:t>
            </a:r>
            <a:endParaRPr/>
          </a:p>
          <a:p>
            <a:pPr indent="0" lvl="0" marL="0" marR="0" rtl="0" algn="l">
              <a:lnSpc>
                <a:spcPct val="100000"/>
              </a:lnSpc>
              <a:spcBef>
                <a:spcPts val="380"/>
              </a:spcBef>
              <a:spcAft>
                <a:spcPts val="0"/>
              </a:spcAft>
              <a:buClr>
                <a:srgbClr val="000000"/>
              </a:buClr>
              <a:buSzPts val="1250"/>
              <a:buFont typeface="Arial"/>
              <a:buNone/>
            </a:pPr>
            <a:r>
              <a:rPr b="1" i="0" lang="en" sz="1250" u="none" cap="none" strike="noStrike">
                <a:solidFill>
                  <a:srgbClr val="262626"/>
                </a:solidFill>
                <a:latin typeface="Times New Roman"/>
                <a:ea typeface="Times New Roman"/>
                <a:cs typeface="Times New Roman"/>
                <a:sym typeface="Times New Roman"/>
              </a:rPr>
              <a:t>Deux points d'évaluation</a:t>
            </a:r>
            <a:r>
              <a:rPr b="0" i="0" lang="en" sz="1250" u="none" cap="none" strike="noStrike">
                <a:solidFill>
                  <a:srgbClr val="262626"/>
                </a:solidFill>
                <a:latin typeface="Times New Roman"/>
                <a:ea typeface="Times New Roman"/>
                <a:cs typeface="Times New Roman"/>
                <a:sym typeface="Times New Roman"/>
              </a:rPr>
              <a:t> : le recalage après l'étape 6, sur FIRE ; la détection après l'étape 7, sur IDRiD.</a:t>
            </a:r>
            <a:endParaRPr/>
          </a:p>
          <a:p>
            <a:pPr indent="0" lvl="0" marL="0" marR="0" rtl="0" algn="l">
              <a:lnSpc>
                <a:spcPct val="100000"/>
              </a:lnSpc>
              <a:spcBef>
                <a:spcPts val="380"/>
              </a:spcBef>
              <a:spcAft>
                <a:spcPts val="0"/>
              </a:spcAft>
              <a:buClr>
                <a:srgbClr val="000000"/>
              </a:buClr>
              <a:buSzPts val="1250"/>
              <a:buFont typeface="Arial"/>
              <a:buNone/>
            </a:pPr>
            <a:r>
              <a:rPr b="1" i="0" lang="en" sz="1250" u="none" cap="none" strike="noStrike">
                <a:solidFill>
                  <a:srgbClr val="262626"/>
                </a:solidFill>
                <a:latin typeface="Times New Roman"/>
                <a:ea typeface="Times New Roman"/>
                <a:cs typeface="Times New Roman"/>
                <a:sym typeface="Times New Roman"/>
              </a:rPr>
              <a:t>Traité pour ce premier point d'avancement : l'étape 1.</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9" name="Shape 1099"/>
        <p:cNvGrpSpPr/>
        <p:nvPr/>
      </p:nvGrpSpPr>
      <p:grpSpPr>
        <a:xfrm>
          <a:off x="0" y="0"/>
          <a:ext cx="0" cy="0"/>
          <a:chOff x="0" y="0"/>
          <a:chExt cx="0" cy="0"/>
        </a:xfrm>
      </p:grpSpPr>
      <p:sp>
        <p:nvSpPr>
          <p:cNvPr id="1100" name="Google Shape;1100;p47"/>
          <p:cNvSpPr txBox="1"/>
          <p:nvPr>
            <p:ph idx="4294967295" type="title"/>
          </p:nvPr>
        </p:nvSpPr>
        <p:spPr>
          <a:xfrm>
            <a:off x="154050" y="183256"/>
            <a:ext cx="8835900" cy="992700"/>
          </a:xfrm>
          <a:prstGeom prst="rect">
            <a:avLst/>
          </a:prstGeom>
          <a:solidFill>
            <a:srgbClr val="B1CDFB"/>
          </a:solidFill>
          <a:ln>
            <a:noFill/>
          </a:ln>
        </p:spPr>
        <p:txBody>
          <a:bodyPr anchorCtr="0" anchor="ctr" bIns="182875" lIns="182875" spcFirstLastPara="1" rIns="182875" wrap="square" tIns="182875">
            <a:normAutofit/>
          </a:bodyPr>
          <a:lstStyle/>
          <a:p>
            <a:pPr indent="0" lvl="0" marL="0" rtl="0" algn="ctr">
              <a:lnSpc>
                <a:spcPct val="90000"/>
              </a:lnSpc>
              <a:spcBef>
                <a:spcPts val="0"/>
              </a:spcBef>
              <a:spcAft>
                <a:spcPts val="0"/>
              </a:spcAft>
              <a:buSzPts val="3300"/>
              <a:buNone/>
            </a:pPr>
            <a:r>
              <a:rPr b="1" lang="en" sz="2100">
                <a:solidFill>
                  <a:srgbClr val="262626"/>
                </a:solidFill>
                <a:latin typeface="Times New Roman"/>
                <a:ea typeface="Times New Roman"/>
                <a:cs typeface="Times New Roman"/>
                <a:sym typeface="Times New Roman"/>
              </a:rPr>
              <a:t>Objectifs spécifiques et inflexions apportées</a:t>
            </a:r>
            <a:endParaRPr/>
          </a:p>
        </p:txBody>
      </p:sp>
      <p:sp>
        <p:nvSpPr>
          <p:cNvPr id="1101" name="Google Shape;1101;p47"/>
          <p:cNvSpPr/>
          <p:nvPr/>
        </p:nvSpPr>
        <p:spPr>
          <a:xfrm>
            <a:off x="7936500" y="190400"/>
            <a:ext cx="947100" cy="9927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2" name="Google Shape;1102;p47"/>
          <p:cNvSpPr/>
          <p:nvPr/>
        </p:nvSpPr>
        <p:spPr>
          <a:xfrm>
            <a:off x="8765725" y="501950"/>
            <a:ext cx="614249" cy="337200"/>
          </a:xfrm>
          <a:prstGeom prst="ellipse">
            <a:avLst/>
          </a:prstGeom>
          <a:solidFill>
            <a:schemeClr val="lt1"/>
          </a:solidFill>
          <a:ln cap="flat" cmpd="sng" w="9525">
            <a:solidFill>
              <a:srgbClr val="9FC5E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20</a:t>
            </a:r>
            <a:endParaRPr b="0" i="0" sz="1400" u="none" cap="none" strike="noStrike">
              <a:solidFill>
                <a:srgbClr val="000000"/>
              </a:solidFill>
              <a:latin typeface="Arial"/>
              <a:ea typeface="Arial"/>
              <a:cs typeface="Arial"/>
              <a:sym typeface="Arial"/>
            </a:endParaRPr>
          </a:p>
        </p:txBody>
      </p:sp>
      <p:pic>
        <p:nvPicPr>
          <p:cNvPr descr="Une image contenant personne, sourire, blanc, pose  Description générée automatiquement" id="1103" name="Google Shape;1103;p47"/>
          <p:cNvPicPr preferRelativeResize="0"/>
          <p:nvPr/>
        </p:nvPicPr>
        <p:blipFill rotWithShape="1">
          <a:blip r:embed="rId3">
            <a:alphaModFix/>
          </a:blip>
          <a:srcRect b="0" l="0" r="0" t="0"/>
          <a:stretch/>
        </p:blipFill>
        <p:spPr>
          <a:xfrm>
            <a:off x="8006453" y="285136"/>
            <a:ext cx="770513" cy="770513"/>
          </a:xfrm>
          <a:prstGeom prst="rect">
            <a:avLst/>
          </a:prstGeom>
          <a:noFill/>
          <a:ln>
            <a:noFill/>
          </a:ln>
        </p:spPr>
      </p:pic>
      <p:sp>
        <p:nvSpPr>
          <p:cNvPr id="1104" name="Google Shape;1104;p47"/>
          <p:cNvSpPr txBox="1"/>
          <p:nvPr/>
        </p:nvSpPr>
        <p:spPr>
          <a:xfrm>
            <a:off x="420000" y="1340000"/>
            <a:ext cx="8300000" cy="3350000"/>
          </a:xfrm>
          <a:prstGeom prst="rect">
            <a:avLst/>
          </a:prstGeom>
          <a:noFill/>
          <a:ln>
            <a:noFill/>
          </a:ln>
        </p:spPr>
        <p:txBody>
          <a:bodyPr anchorCtr="0" anchor="t" bIns="0" lIns="0" spcFirstLastPara="1" rIns="0" wrap="square" tIns="0">
            <a:noAutofit/>
          </a:bodyPr>
          <a:lstStyle/>
          <a:p>
            <a:pPr indent="-285750" lvl="0" marL="285750" marR="0" rtl="0" algn="l">
              <a:lnSpc>
                <a:spcPct val="100000"/>
              </a:lnSpc>
              <a:spcBef>
                <a:spcPts val="0"/>
              </a:spcBef>
              <a:spcAft>
                <a:spcPts val="0"/>
              </a:spcAft>
              <a:buClr>
                <a:srgbClr val="2E5E9E"/>
              </a:buClr>
              <a:buSzPts val="1105"/>
              <a:buFont typeface="Arial"/>
              <a:buChar char="•"/>
            </a:pPr>
            <a:r>
              <a:rPr b="0" i="0" lang="en" sz="1300" u="none" cap="none" strike="noStrike">
                <a:solidFill>
                  <a:srgbClr val="262626"/>
                </a:solidFill>
                <a:latin typeface="Times New Roman"/>
                <a:ea typeface="Times New Roman"/>
                <a:cs typeface="Times New Roman"/>
                <a:sym typeface="Times New Roman"/>
              </a:rPr>
              <a:t>Cinq objectifs : extraire le réseau vasculaire et ses bifurcations ; décrire chaque bifurcation et apparier ; estimer la transformation par RANSAC ; détecter les lésions nouvelles ou disparues ; évaluer précision, robustesse et coût sur données publiques.</a:t>
            </a:r>
            <a:endParaRPr/>
          </a:p>
          <a:p>
            <a:pPr indent="-285750" lvl="0" marL="285750" marR="0" rtl="0" algn="l">
              <a:lnSpc>
                <a:spcPct val="100000"/>
              </a:lnSpc>
              <a:spcBef>
                <a:spcPts val="620"/>
              </a:spcBef>
              <a:spcAft>
                <a:spcPts val="0"/>
              </a:spcAft>
              <a:buClr>
                <a:srgbClr val="2E5E9E"/>
              </a:buClr>
              <a:buSzPts val="1105"/>
              <a:buFont typeface="Arial"/>
              <a:buChar char="•"/>
            </a:pPr>
            <a:r>
              <a:rPr b="1" i="0" lang="en" sz="1300" u="none" cap="none" strike="noStrike">
                <a:solidFill>
                  <a:srgbClr val="262626"/>
                </a:solidFill>
                <a:latin typeface="Times New Roman"/>
                <a:ea typeface="Times New Roman"/>
                <a:cs typeface="Times New Roman"/>
                <a:sym typeface="Times New Roman"/>
              </a:rPr>
              <a:t>Repris de Patankar et Kulkarni</a:t>
            </a:r>
            <a:r>
              <a:rPr b="0" i="0" lang="en" sz="1300" u="none" cap="none" strike="noStrike">
                <a:solidFill>
                  <a:srgbClr val="262626"/>
                </a:solidFill>
                <a:latin typeface="Times New Roman"/>
                <a:ea typeface="Times New Roman"/>
                <a:cs typeface="Times New Roman"/>
                <a:sym typeface="Times New Roman"/>
              </a:rPr>
              <a:t> </a:t>
            </a:r>
            <a:r>
              <a:rPr lang="en" sz="1300">
                <a:solidFill>
                  <a:srgbClr val="262626"/>
                </a:solidFill>
                <a:latin typeface="Times New Roman"/>
                <a:ea typeface="Times New Roman"/>
                <a:cs typeface="Times New Roman"/>
                <a:sym typeface="Times New Roman"/>
              </a:rPr>
              <a:t>:</a:t>
            </a:r>
            <a:r>
              <a:rPr b="0" i="0" lang="en" sz="1300" u="none" cap="none" strike="noStrike">
                <a:solidFill>
                  <a:srgbClr val="262626"/>
                </a:solidFill>
                <a:latin typeface="Times New Roman"/>
                <a:ea typeface="Times New Roman"/>
                <a:cs typeface="Times New Roman"/>
                <a:sym typeface="Times New Roman"/>
              </a:rPr>
              <a:t> les bifurcations comme points de contrôle, et le principe d'un descripteur invariant en rotation et en échelle.</a:t>
            </a:r>
            <a:endParaRPr/>
          </a:p>
          <a:p>
            <a:pPr indent="-285750" lvl="0" marL="285750" marR="0" rtl="0" algn="l">
              <a:lnSpc>
                <a:spcPct val="100000"/>
              </a:lnSpc>
              <a:spcBef>
                <a:spcPts val="620"/>
              </a:spcBef>
              <a:spcAft>
                <a:spcPts val="0"/>
              </a:spcAft>
              <a:buClr>
                <a:srgbClr val="2E5E9E"/>
              </a:buClr>
              <a:buSzPts val="1105"/>
              <a:buFont typeface="Arial"/>
              <a:buChar char="•"/>
            </a:pPr>
            <a:r>
              <a:rPr b="1" i="0" lang="en" sz="1300" u="none" cap="none" strike="noStrike">
                <a:solidFill>
                  <a:srgbClr val="262626"/>
                </a:solidFill>
                <a:latin typeface="Times New Roman"/>
                <a:ea typeface="Times New Roman"/>
                <a:cs typeface="Times New Roman"/>
                <a:sym typeface="Times New Roman"/>
              </a:rPr>
              <a:t>Première inflexion</a:t>
            </a:r>
            <a:r>
              <a:rPr b="0" i="0" lang="en" sz="1300" u="none" cap="none" strike="noStrike">
                <a:solidFill>
                  <a:srgbClr val="262626"/>
                </a:solidFill>
                <a:latin typeface="Times New Roman"/>
                <a:ea typeface="Times New Roman"/>
                <a:cs typeface="Times New Roman"/>
                <a:sym typeface="Times New Roman"/>
              </a:rPr>
              <a:t> </a:t>
            </a:r>
            <a:r>
              <a:rPr lang="en" sz="1300">
                <a:solidFill>
                  <a:srgbClr val="262626"/>
                </a:solidFill>
                <a:latin typeface="Times New Roman"/>
                <a:ea typeface="Times New Roman"/>
                <a:cs typeface="Times New Roman"/>
                <a:sym typeface="Times New Roman"/>
              </a:rPr>
              <a:t>:</a:t>
            </a:r>
            <a:r>
              <a:rPr b="0" i="0" lang="en" sz="1300" u="none" cap="none" strike="noStrike">
                <a:solidFill>
                  <a:srgbClr val="262626"/>
                </a:solidFill>
                <a:latin typeface="Times New Roman"/>
                <a:ea typeface="Times New Roman"/>
                <a:cs typeface="Times New Roman"/>
                <a:sym typeface="Times New Roman"/>
              </a:rPr>
              <a:t> la description par moments de Zernike.</a:t>
            </a:r>
            <a:endParaRPr/>
          </a:p>
          <a:p>
            <a:pPr indent="-285750" lvl="0" marL="285750" marR="0" rtl="0" algn="l">
              <a:lnSpc>
                <a:spcPct val="100000"/>
              </a:lnSpc>
              <a:spcBef>
                <a:spcPts val="620"/>
              </a:spcBef>
              <a:spcAft>
                <a:spcPts val="0"/>
              </a:spcAft>
              <a:buClr>
                <a:srgbClr val="2E5E9E"/>
              </a:buClr>
              <a:buSzPts val="1105"/>
              <a:buFont typeface="Arial"/>
              <a:buChar char="•"/>
            </a:pPr>
            <a:r>
              <a:rPr b="1" i="0" lang="en" sz="1300" u="none" cap="none" strike="noStrike">
                <a:solidFill>
                  <a:srgbClr val="262626"/>
                </a:solidFill>
                <a:latin typeface="Times New Roman"/>
                <a:ea typeface="Times New Roman"/>
                <a:cs typeface="Times New Roman"/>
                <a:sym typeface="Times New Roman"/>
              </a:rPr>
              <a:t>Seconde inflexion</a:t>
            </a:r>
            <a:r>
              <a:rPr b="0" i="0" lang="en" sz="1300" u="none" cap="none" strike="noStrike">
                <a:solidFill>
                  <a:srgbClr val="262626"/>
                </a:solidFill>
                <a:latin typeface="Times New Roman"/>
                <a:ea typeface="Times New Roman"/>
                <a:cs typeface="Times New Roman"/>
                <a:sym typeface="Times New Roman"/>
              </a:rPr>
              <a:t> </a:t>
            </a:r>
            <a:r>
              <a:rPr lang="en" sz="1300">
                <a:solidFill>
                  <a:srgbClr val="262626"/>
                </a:solidFill>
                <a:latin typeface="Times New Roman"/>
                <a:ea typeface="Times New Roman"/>
                <a:cs typeface="Times New Roman"/>
                <a:sym typeface="Times New Roman"/>
              </a:rPr>
              <a:t>:</a:t>
            </a:r>
            <a:r>
              <a:rPr b="0" i="0" lang="en" sz="1300" u="none" cap="none" strike="noStrike">
                <a:solidFill>
                  <a:srgbClr val="262626"/>
                </a:solidFill>
                <a:latin typeface="Times New Roman"/>
                <a:ea typeface="Times New Roman"/>
                <a:cs typeface="Times New Roman"/>
                <a:sym typeface="Times New Roman"/>
              </a:rPr>
              <a:t> RANSAC pour rejeter les correspondances incohérentes avec une transformation globale : ce mécanisme est absent de [1].</a:t>
            </a:r>
            <a:endParaRPr/>
          </a:p>
          <a:p>
            <a:pPr indent="-285750" lvl="0" marL="285750" marR="0" rtl="0" algn="l">
              <a:lnSpc>
                <a:spcPct val="100000"/>
              </a:lnSpc>
              <a:spcBef>
                <a:spcPts val="620"/>
              </a:spcBef>
              <a:spcAft>
                <a:spcPts val="0"/>
              </a:spcAft>
              <a:buClr>
                <a:srgbClr val="2E5E9E"/>
              </a:buClr>
              <a:buSzPts val="1105"/>
              <a:buFont typeface="Arial"/>
              <a:buChar char="•"/>
            </a:pPr>
            <a:r>
              <a:rPr b="1" i="0" lang="en" sz="1300" u="none" cap="none" strike="noStrike">
                <a:solidFill>
                  <a:srgbClr val="262626"/>
                </a:solidFill>
                <a:latin typeface="Times New Roman"/>
                <a:ea typeface="Times New Roman"/>
                <a:cs typeface="Times New Roman"/>
                <a:sym typeface="Times New Roman"/>
              </a:rPr>
              <a:t>Troisième différence</a:t>
            </a:r>
            <a:r>
              <a:rPr b="0" i="0" lang="en" sz="1300" u="none" cap="none" strike="noStrike">
                <a:solidFill>
                  <a:srgbClr val="262626"/>
                </a:solidFill>
                <a:latin typeface="Times New Roman"/>
                <a:ea typeface="Times New Roman"/>
                <a:cs typeface="Times New Roman"/>
                <a:sym typeface="Times New Roman"/>
              </a:rPr>
              <a:t> </a:t>
            </a:r>
            <a:r>
              <a:rPr lang="en" sz="1300">
                <a:solidFill>
                  <a:srgbClr val="262626"/>
                </a:solidFill>
                <a:latin typeface="Times New Roman"/>
                <a:ea typeface="Times New Roman"/>
                <a:cs typeface="Times New Roman"/>
                <a:sym typeface="Times New Roman"/>
              </a:rPr>
              <a:t>:</a:t>
            </a:r>
            <a:r>
              <a:rPr b="0" i="0" lang="en" sz="1300" u="none" cap="none" strike="noStrike">
                <a:solidFill>
                  <a:srgbClr val="262626"/>
                </a:solidFill>
                <a:latin typeface="Times New Roman"/>
                <a:ea typeface="Times New Roman"/>
                <a:cs typeface="Times New Roman"/>
                <a:sym typeface="Times New Roman"/>
              </a:rPr>
              <a:t> l'évaluation sur FIRE, puis la détection des changements, que [1] ne traite pas.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8" name="Shape 1108"/>
        <p:cNvGrpSpPr/>
        <p:nvPr/>
      </p:nvGrpSpPr>
      <p:grpSpPr>
        <a:xfrm>
          <a:off x="0" y="0"/>
          <a:ext cx="0" cy="0"/>
          <a:chOff x="0" y="0"/>
          <a:chExt cx="0" cy="0"/>
        </a:xfrm>
      </p:grpSpPr>
      <p:sp>
        <p:nvSpPr>
          <p:cNvPr id="1109" name="Google Shape;1109;p48"/>
          <p:cNvSpPr txBox="1"/>
          <p:nvPr>
            <p:ph idx="1" type="body"/>
          </p:nvPr>
        </p:nvSpPr>
        <p:spPr>
          <a:xfrm>
            <a:off x="1293661" y="1937385"/>
            <a:ext cx="6556677" cy="1268730"/>
          </a:xfrm>
          <a:prstGeom prst="rect">
            <a:avLst/>
          </a:prstGeom>
          <a:noFill/>
          <a:ln>
            <a:noFill/>
          </a:ln>
        </p:spPr>
        <p:txBody>
          <a:bodyPr anchorCtr="0" anchor="ctr" bIns="68575" lIns="68575" spcFirstLastPara="1" rIns="68575" wrap="square" tIns="68575">
            <a:noAutofit/>
          </a:bodyPr>
          <a:lstStyle/>
          <a:p>
            <a:pPr indent="0" lvl="0" marL="0" rtl="0" algn="ctr">
              <a:lnSpc>
                <a:spcPct val="100000"/>
              </a:lnSpc>
              <a:spcBef>
                <a:spcPts val="0"/>
              </a:spcBef>
              <a:spcAft>
                <a:spcPts val="0"/>
              </a:spcAft>
              <a:buSzPts val="1400"/>
              <a:buNone/>
            </a:pPr>
            <a:r>
              <a:rPr b="1" lang="en" sz="2600">
                <a:solidFill>
                  <a:schemeClr val="dk1"/>
                </a:solidFill>
                <a:latin typeface="Times New Roman"/>
                <a:ea typeface="Times New Roman"/>
                <a:cs typeface="Times New Roman"/>
                <a:sym typeface="Times New Roman"/>
              </a:rPr>
              <a:t>D</a:t>
            </a:r>
            <a:r>
              <a:rPr b="1" lang="en" sz="2600">
                <a:solidFill>
                  <a:schemeClr val="dk1"/>
                </a:solidFill>
                <a:latin typeface="Times New Roman"/>
                <a:ea typeface="Times New Roman"/>
                <a:cs typeface="Times New Roman"/>
                <a:sym typeface="Times New Roman"/>
              </a:rPr>
              <a:t>onnées et évaluation</a:t>
            </a:r>
            <a:endParaRPr>
              <a:solidFill>
                <a:schemeClr val="dk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3" name="Shape 1113"/>
        <p:cNvGrpSpPr/>
        <p:nvPr/>
      </p:nvGrpSpPr>
      <p:grpSpPr>
        <a:xfrm>
          <a:off x="0" y="0"/>
          <a:ext cx="0" cy="0"/>
          <a:chOff x="0" y="0"/>
          <a:chExt cx="0" cy="0"/>
        </a:xfrm>
      </p:grpSpPr>
      <p:sp>
        <p:nvSpPr>
          <p:cNvPr id="1114" name="Google Shape;1114;p49"/>
          <p:cNvSpPr txBox="1"/>
          <p:nvPr>
            <p:ph idx="4294967295" type="title"/>
          </p:nvPr>
        </p:nvSpPr>
        <p:spPr>
          <a:xfrm>
            <a:off x="154050" y="183256"/>
            <a:ext cx="8835900" cy="992700"/>
          </a:xfrm>
          <a:prstGeom prst="rect">
            <a:avLst/>
          </a:prstGeom>
          <a:solidFill>
            <a:srgbClr val="B1CDFB"/>
          </a:solidFill>
          <a:ln>
            <a:noFill/>
          </a:ln>
        </p:spPr>
        <p:txBody>
          <a:bodyPr anchorCtr="0" anchor="ctr" bIns="182875" lIns="182875" spcFirstLastPara="1" rIns="182875" wrap="square" tIns="182875">
            <a:noAutofit/>
          </a:bodyPr>
          <a:lstStyle/>
          <a:p>
            <a:pPr indent="0" lvl="0" marL="0" rtl="0" algn="ctr">
              <a:lnSpc>
                <a:spcPct val="90000"/>
              </a:lnSpc>
              <a:spcBef>
                <a:spcPts val="0"/>
              </a:spcBef>
              <a:spcAft>
                <a:spcPts val="0"/>
              </a:spcAft>
              <a:buSzPts val="3300"/>
              <a:buNone/>
            </a:pPr>
            <a:r>
              <a:rPr b="1" lang="en" sz="2100">
                <a:solidFill>
                  <a:srgbClr val="262626"/>
                </a:solidFill>
                <a:latin typeface="Times New Roman"/>
                <a:ea typeface="Times New Roman"/>
                <a:cs typeface="Times New Roman"/>
                <a:sym typeface="Times New Roman"/>
              </a:rPr>
              <a:t>Données vérifiées et organisées</a:t>
            </a:r>
            <a:endParaRPr/>
          </a:p>
        </p:txBody>
      </p:sp>
      <p:sp>
        <p:nvSpPr>
          <p:cNvPr id="1115" name="Google Shape;1115;p49"/>
          <p:cNvSpPr/>
          <p:nvPr/>
        </p:nvSpPr>
        <p:spPr>
          <a:xfrm>
            <a:off x="7830150" y="93500"/>
            <a:ext cx="1159800" cy="11865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6" name="Google Shape;1116;p49"/>
          <p:cNvSpPr/>
          <p:nvPr/>
        </p:nvSpPr>
        <p:spPr>
          <a:xfrm>
            <a:off x="7936500" y="190400"/>
            <a:ext cx="947100" cy="9927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7" name="Google Shape;1117;p49"/>
          <p:cNvSpPr/>
          <p:nvPr/>
        </p:nvSpPr>
        <p:spPr>
          <a:xfrm>
            <a:off x="8765725" y="501950"/>
            <a:ext cx="614249" cy="337200"/>
          </a:xfrm>
          <a:prstGeom prst="ellipse">
            <a:avLst/>
          </a:prstGeom>
          <a:solidFill>
            <a:schemeClr val="lt1"/>
          </a:solidFill>
          <a:ln cap="flat" cmpd="sng" w="9525">
            <a:solidFill>
              <a:srgbClr val="9FC5E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22</a:t>
            </a:r>
            <a:endParaRPr b="0" i="0" sz="1400" u="none" cap="none" strike="noStrike">
              <a:solidFill>
                <a:srgbClr val="000000"/>
              </a:solidFill>
              <a:latin typeface="Arial"/>
              <a:ea typeface="Arial"/>
              <a:cs typeface="Arial"/>
              <a:sym typeface="Arial"/>
            </a:endParaRPr>
          </a:p>
        </p:txBody>
      </p:sp>
      <p:pic>
        <p:nvPicPr>
          <p:cNvPr descr="Une image contenant personne, sourire, blanc, pose  Description générée automatiquement" id="1118" name="Google Shape;1118;p49"/>
          <p:cNvPicPr preferRelativeResize="0"/>
          <p:nvPr/>
        </p:nvPicPr>
        <p:blipFill rotWithShape="1">
          <a:blip r:embed="rId3">
            <a:alphaModFix/>
          </a:blip>
          <a:srcRect b="0" l="0" r="0" t="0"/>
          <a:stretch/>
        </p:blipFill>
        <p:spPr>
          <a:xfrm>
            <a:off x="8006453" y="285136"/>
            <a:ext cx="770513" cy="770513"/>
          </a:xfrm>
          <a:prstGeom prst="rect">
            <a:avLst/>
          </a:prstGeom>
          <a:noFill/>
          <a:ln>
            <a:noFill/>
          </a:ln>
        </p:spPr>
      </p:pic>
      <p:sp>
        <p:nvSpPr>
          <p:cNvPr id="1119" name="Google Shape;1119;p49"/>
          <p:cNvSpPr txBox="1"/>
          <p:nvPr/>
        </p:nvSpPr>
        <p:spPr>
          <a:xfrm>
            <a:off x="420000" y="1340000"/>
            <a:ext cx="8300000" cy="3350000"/>
          </a:xfrm>
          <a:prstGeom prst="rect">
            <a:avLst/>
          </a:prstGeom>
          <a:noFill/>
          <a:ln>
            <a:noFill/>
          </a:ln>
        </p:spPr>
        <p:txBody>
          <a:bodyPr anchorCtr="0" anchor="t" bIns="0" lIns="0" spcFirstLastPara="1" rIns="0" wrap="square" tIns="0">
            <a:noAutofit/>
          </a:bodyPr>
          <a:lstStyle/>
          <a:p>
            <a:pPr indent="-285750" lvl="0" marL="285750" marR="0" rtl="0" algn="l">
              <a:lnSpc>
                <a:spcPct val="100000"/>
              </a:lnSpc>
              <a:spcBef>
                <a:spcPts val="0"/>
              </a:spcBef>
              <a:spcAft>
                <a:spcPts val="0"/>
              </a:spcAft>
              <a:buClr>
                <a:srgbClr val="2E5E9E"/>
              </a:buClr>
              <a:buSzPts val="1105"/>
              <a:buFont typeface="Arial"/>
              <a:buChar char="•"/>
            </a:pPr>
            <a:r>
              <a:rPr b="1" i="0" lang="en" sz="1300" u="none" cap="none" strike="noStrike">
                <a:solidFill>
                  <a:srgbClr val="262626"/>
                </a:solidFill>
                <a:latin typeface="Times New Roman"/>
                <a:ea typeface="Times New Roman"/>
                <a:cs typeface="Times New Roman"/>
                <a:sym typeface="Times New Roman"/>
              </a:rPr>
              <a:t>FIRE</a:t>
            </a:r>
            <a:r>
              <a:rPr b="0" i="0" lang="en" sz="1300" u="none" cap="none" strike="noStrike">
                <a:solidFill>
                  <a:srgbClr val="262626"/>
                </a:solidFill>
                <a:latin typeface="Times New Roman"/>
                <a:ea typeface="Times New Roman"/>
                <a:cs typeface="Times New Roman"/>
                <a:sym typeface="Times New Roman"/>
              </a:rPr>
              <a:t> </a:t>
            </a:r>
            <a:r>
              <a:rPr lang="en" sz="1300">
                <a:solidFill>
                  <a:srgbClr val="262626"/>
                </a:solidFill>
                <a:latin typeface="Times New Roman"/>
                <a:ea typeface="Times New Roman"/>
                <a:cs typeface="Times New Roman"/>
                <a:sym typeface="Times New Roman"/>
              </a:rPr>
              <a:t>: </a:t>
            </a:r>
            <a:r>
              <a:rPr b="0" i="0" lang="en" sz="1300" u="none" cap="none" strike="noStrike">
                <a:solidFill>
                  <a:srgbClr val="262626"/>
                </a:solidFill>
                <a:latin typeface="Times New Roman"/>
                <a:ea typeface="Times New Roman"/>
                <a:cs typeface="Times New Roman"/>
                <a:sym typeface="Times New Roman"/>
              </a:rPr>
              <a:t>134 paires avec leurs points de contrôle, réparties en S (71), P (49) et A (14). En main et organisées.</a:t>
            </a:r>
            <a:endParaRPr/>
          </a:p>
          <a:p>
            <a:pPr indent="-285750" lvl="0" marL="285750" marR="0" rtl="0" algn="l">
              <a:lnSpc>
                <a:spcPct val="100000"/>
              </a:lnSpc>
              <a:spcBef>
                <a:spcPts val="620"/>
              </a:spcBef>
              <a:spcAft>
                <a:spcPts val="0"/>
              </a:spcAft>
              <a:buClr>
                <a:srgbClr val="2E5E9E"/>
              </a:buClr>
              <a:buSzPts val="1105"/>
              <a:buFont typeface="Arial"/>
              <a:buChar char="•"/>
            </a:pPr>
            <a:r>
              <a:rPr b="1" i="0" lang="en" sz="1300" u="none" cap="none" strike="noStrike">
                <a:solidFill>
                  <a:srgbClr val="262626"/>
                </a:solidFill>
                <a:latin typeface="Times New Roman"/>
                <a:ea typeface="Times New Roman"/>
                <a:cs typeface="Times New Roman"/>
                <a:sym typeface="Times New Roman"/>
              </a:rPr>
              <a:t>IDRiD</a:t>
            </a:r>
            <a:r>
              <a:rPr b="0" i="0" lang="en" sz="1300" u="none" cap="none" strike="noStrike">
                <a:solidFill>
                  <a:srgbClr val="262626"/>
                </a:solidFill>
                <a:latin typeface="Times New Roman"/>
                <a:ea typeface="Times New Roman"/>
                <a:cs typeface="Times New Roman"/>
                <a:sym typeface="Times New Roman"/>
              </a:rPr>
              <a:t> </a:t>
            </a:r>
            <a:r>
              <a:rPr lang="en" sz="1300">
                <a:solidFill>
                  <a:srgbClr val="262626"/>
                </a:solidFill>
                <a:latin typeface="Times New Roman"/>
                <a:ea typeface="Times New Roman"/>
                <a:cs typeface="Times New Roman"/>
                <a:sym typeface="Times New Roman"/>
              </a:rPr>
              <a:t>: </a:t>
            </a:r>
            <a:r>
              <a:rPr b="0" i="0" lang="en" sz="1300" u="none" cap="none" strike="noStrike">
                <a:solidFill>
                  <a:srgbClr val="262626"/>
                </a:solidFill>
                <a:latin typeface="Times New Roman"/>
                <a:ea typeface="Times New Roman"/>
                <a:cs typeface="Times New Roman"/>
                <a:sym typeface="Times New Roman"/>
              </a:rPr>
              <a:t>516 images couleur, caméra Kowa VX-10, champ de 50°, 413 en entraînement et 103 en test.</a:t>
            </a:r>
            <a:endParaRPr/>
          </a:p>
          <a:p>
            <a:pPr indent="-285750" lvl="0" marL="285750" marR="0" rtl="0" algn="l">
              <a:lnSpc>
                <a:spcPct val="100000"/>
              </a:lnSpc>
              <a:spcBef>
                <a:spcPts val="620"/>
              </a:spcBef>
              <a:spcAft>
                <a:spcPts val="0"/>
              </a:spcAft>
              <a:buClr>
                <a:srgbClr val="2E5E9E"/>
              </a:buClr>
              <a:buSzPts val="1105"/>
              <a:buFont typeface="Arial"/>
              <a:buChar char="•"/>
            </a:pPr>
            <a:r>
              <a:rPr b="0" i="0" lang="en" sz="1300" u="none" cap="none" strike="noStrike">
                <a:solidFill>
                  <a:srgbClr val="262626"/>
                </a:solidFill>
                <a:latin typeface="Times New Roman"/>
                <a:ea typeface="Times New Roman"/>
                <a:cs typeface="Times New Roman"/>
                <a:sym typeface="Times New Roman"/>
              </a:rPr>
              <a:t>81 de ces images portent des </a:t>
            </a:r>
            <a:r>
              <a:rPr b="1" i="0" lang="en" sz="1300" u="none" cap="none" strike="noStrike">
                <a:solidFill>
                  <a:srgbClr val="262626"/>
                </a:solidFill>
                <a:latin typeface="Times New Roman"/>
                <a:ea typeface="Times New Roman"/>
                <a:cs typeface="Times New Roman"/>
                <a:sym typeface="Times New Roman"/>
              </a:rPr>
              <a:t>masques de lésions au niveau du pixel</a:t>
            </a:r>
            <a:r>
              <a:rPr b="0" i="0" lang="en" sz="1300" u="none" cap="none" strike="noStrike">
                <a:solidFill>
                  <a:srgbClr val="262626"/>
                </a:solidFill>
                <a:latin typeface="Times New Roman"/>
                <a:ea typeface="Times New Roman"/>
                <a:cs typeface="Times New Roman"/>
                <a:sym typeface="Times New Roman"/>
              </a:rPr>
              <a:t> : microanévrismes, hémorragies, exsudats durs et exsudats mous.</a:t>
            </a:r>
            <a:endParaRPr/>
          </a:p>
          <a:p>
            <a:pPr indent="-285750" lvl="0" marL="285750" marR="0" rtl="0" algn="l">
              <a:lnSpc>
                <a:spcPct val="100000"/>
              </a:lnSpc>
              <a:spcBef>
                <a:spcPts val="620"/>
              </a:spcBef>
              <a:spcAft>
                <a:spcPts val="0"/>
              </a:spcAft>
              <a:buClr>
                <a:srgbClr val="2E5E9E"/>
              </a:buClr>
              <a:buSzPts val="1105"/>
              <a:buFont typeface="Arial"/>
              <a:buChar char="•"/>
            </a:pPr>
            <a:r>
              <a:rPr b="0" i="0" lang="en" sz="1300" u="none" cap="none" strike="noStrike">
                <a:solidFill>
                  <a:srgbClr val="262626"/>
                </a:solidFill>
                <a:latin typeface="Times New Roman"/>
                <a:ea typeface="Times New Roman"/>
                <a:cs typeface="Times New Roman"/>
                <a:sym typeface="Times New Roman"/>
              </a:rPr>
              <a:t>Gradation ICDR fournie, ainsi que les coordonnées du centre du disque optique et de la fovéa</a:t>
            </a:r>
            <a:r>
              <a:rPr lang="en" sz="1300">
                <a:solidFill>
                  <a:srgbClr val="262626"/>
                </a:solidFill>
                <a:latin typeface="Times New Roman"/>
                <a:ea typeface="Times New Roman"/>
                <a:cs typeface="Times New Roman"/>
                <a:sym typeface="Times New Roman"/>
              </a:rPr>
              <a:t>,</a:t>
            </a:r>
            <a:r>
              <a:rPr b="0" i="0" lang="en" sz="1300" u="none" cap="none" strike="noStrike">
                <a:solidFill>
                  <a:srgbClr val="262626"/>
                </a:solidFill>
                <a:latin typeface="Times New Roman"/>
                <a:ea typeface="Times New Roman"/>
                <a:cs typeface="Times New Roman"/>
                <a:sym typeface="Times New Roman"/>
              </a:rPr>
              <a:t> elles permettront d'exclure ces régions du calcul des faux positifs.</a:t>
            </a:r>
            <a:endParaRPr/>
          </a:p>
          <a:p>
            <a:pPr indent="-285750" lvl="0" marL="285750" marR="0" rtl="0" algn="l">
              <a:lnSpc>
                <a:spcPct val="100000"/>
              </a:lnSpc>
              <a:spcBef>
                <a:spcPts val="620"/>
              </a:spcBef>
              <a:spcAft>
                <a:spcPts val="0"/>
              </a:spcAft>
              <a:buClr>
                <a:srgbClr val="2E5E9E"/>
              </a:buClr>
              <a:buSzPts val="1105"/>
              <a:buFont typeface="Arial"/>
              <a:buChar char="•"/>
            </a:pPr>
            <a:r>
              <a:rPr b="0" i="0" lang="en" sz="1300" u="none" cap="none" strike="noStrike">
                <a:solidFill>
                  <a:srgbClr val="262626"/>
                </a:solidFill>
                <a:latin typeface="Times New Roman"/>
                <a:ea typeface="Times New Roman"/>
                <a:cs typeface="Times New Roman"/>
                <a:sym typeface="Times New Roman"/>
              </a:rPr>
              <a:t>Licence CC-BY 4.0. Accès à </a:t>
            </a:r>
            <a:r>
              <a:rPr b="1" i="0" lang="en" sz="1300" u="none" cap="none" strike="noStrike">
                <a:solidFill>
                  <a:srgbClr val="262626"/>
                </a:solidFill>
                <a:latin typeface="Times New Roman"/>
                <a:ea typeface="Times New Roman"/>
                <a:cs typeface="Times New Roman"/>
                <a:sym typeface="Times New Roman"/>
              </a:rPr>
              <a:t>e-ophtha</a:t>
            </a:r>
            <a:r>
              <a:rPr b="0" i="0" lang="en" sz="1300" u="none" cap="none" strike="noStrike">
                <a:solidFill>
                  <a:srgbClr val="262626"/>
                </a:solidFill>
                <a:latin typeface="Times New Roman"/>
                <a:ea typeface="Times New Roman"/>
                <a:cs typeface="Times New Roman"/>
                <a:sym typeface="Times New Roman"/>
              </a:rPr>
              <a:t> demandé pour diversifier les données.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3" name="Shape 1123"/>
        <p:cNvGrpSpPr/>
        <p:nvPr/>
      </p:nvGrpSpPr>
      <p:grpSpPr>
        <a:xfrm>
          <a:off x="0" y="0"/>
          <a:ext cx="0" cy="0"/>
          <a:chOff x="0" y="0"/>
          <a:chExt cx="0" cy="0"/>
        </a:xfrm>
      </p:grpSpPr>
      <p:sp>
        <p:nvSpPr>
          <p:cNvPr id="1124" name="Google Shape;1124;p50"/>
          <p:cNvSpPr txBox="1"/>
          <p:nvPr>
            <p:ph idx="4294967295" type="title"/>
          </p:nvPr>
        </p:nvSpPr>
        <p:spPr>
          <a:xfrm>
            <a:off x="154050" y="183256"/>
            <a:ext cx="8835900" cy="992700"/>
          </a:xfrm>
          <a:prstGeom prst="rect">
            <a:avLst/>
          </a:prstGeom>
          <a:solidFill>
            <a:srgbClr val="B1CDFB"/>
          </a:solidFill>
          <a:ln>
            <a:noFill/>
          </a:ln>
        </p:spPr>
        <p:txBody>
          <a:bodyPr anchorCtr="0" anchor="ctr" bIns="182875" lIns="182875" spcFirstLastPara="1" rIns="182875" wrap="square" tIns="182875">
            <a:noAutofit/>
          </a:bodyPr>
          <a:lstStyle/>
          <a:p>
            <a:pPr indent="0" lvl="0" marL="0" rtl="0" algn="ctr">
              <a:lnSpc>
                <a:spcPct val="90000"/>
              </a:lnSpc>
              <a:spcBef>
                <a:spcPts val="0"/>
              </a:spcBef>
              <a:spcAft>
                <a:spcPts val="0"/>
              </a:spcAft>
              <a:buSzPts val="3300"/>
              <a:buNone/>
            </a:pPr>
            <a:r>
              <a:rPr b="1" lang="en" sz="2100">
                <a:solidFill>
                  <a:srgbClr val="262626"/>
                </a:solidFill>
                <a:latin typeface="Times New Roman"/>
                <a:ea typeface="Times New Roman"/>
                <a:cs typeface="Times New Roman"/>
                <a:sym typeface="Times New Roman"/>
              </a:rPr>
              <a:t>La limite structurelle d'IDRiD</a:t>
            </a:r>
            <a:endParaRPr/>
          </a:p>
        </p:txBody>
      </p:sp>
      <p:sp>
        <p:nvSpPr>
          <p:cNvPr id="1125" name="Google Shape;1125;p50"/>
          <p:cNvSpPr/>
          <p:nvPr/>
        </p:nvSpPr>
        <p:spPr>
          <a:xfrm>
            <a:off x="7830150" y="93500"/>
            <a:ext cx="1159800" cy="11865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6" name="Google Shape;1126;p50"/>
          <p:cNvSpPr/>
          <p:nvPr/>
        </p:nvSpPr>
        <p:spPr>
          <a:xfrm>
            <a:off x="7936500" y="190400"/>
            <a:ext cx="947100" cy="9927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7" name="Google Shape;1127;p50"/>
          <p:cNvSpPr/>
          <p:nvPr/>
        </p:nvSpPr>
        <p:spPr>
          <a:xfrm>
            <a:off x="8765725" y="501950"/>
            <a:ext cx="614249" cy="337200"/>
          </a:xfrm>
          <a:prstGeom prst="ellipse">
            <a:avLst/>
          </a:prstGeom>
          <a:solidFill>
            <a:schemeClr val="lt1"/>
          </a:solidFill>
          <a:ln cap="flat" cmpd="sng" w="9525">
            <a:solidFill>
              <a:srgbClr val="9FC5E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23</a:t>
            </a:r>
            <a:endParaRPr b="0" i="0" sz="1400" u="none" cap="none" strike="noStrike">
              <a:solidFill>
                <a:srgbClr val="000000"/>
              </a:solidFill>
              <a:latin typeface="Arial"/>
              <a:ea typeface="Arial"/>
              <a:cs typeface="Arial"/>
              <a:sym typeface="Arial"/>
            </a:endParaRPr>
          </a:p>
        </p:txBody>
      </p:sp>
      <p:pic>
        <p:nvPicPr>
          <p:cNvPr descr="Une image contenant personne, sourire, blanc, pose  Description générée automatiquement" id="1128" name="Google Shape;1128;p50"/>
          <p:cNvPicPr preferRelativeResize="0"/>
          <p:nvPr/>
        </p:nvPicPr>
        <p:blipFill rotWithShape="1">
          <a:blip r:embed="rId3">
            <a:alphaModFix/>
          </a:blip>
          <a:srcRect b="0" l="0" r="0" t="0"/>
          <a:stretch/>
        </p:blipFill>
        <p:spPr>
          <a:xfrm>
            <a:off x="8006453" y="285136"/>
            <a:ext cx="770513" cy="770513"/>
          </a:xfrm>
          <a:prstGeom prst="rect">
            <a:avLst/>
          </a:prstGeom>
          <a:noFill/>
          <a:ln>
            <a:noFill/>
          </a:ln>
        </p:spPr>
      </p:pic>
      <p:sp>
        <p:nvSpPr>
          <p:cNvPr id="1129" name="Google Shape;1129;p50"/>
          <p:cNvSpPr txBox="1"/>
          <p:nvPr/>
        </p:nvSpPr>
        <p:spPr>
          <a:xfrm>
            <a:off x="420000" y="1340000"/>
            <a:ext cx="8300000" cy="3350000"/>
          </a:xfrm>
          <a:prstGeom prst="rect">
            <a:avLst/>
          </a:prstGeom>
          <a:noFill/>
          <a:ln>
            <a:noFill/>
          </a:ln>
        </p:spPr>
        <p:txBody>
          <a:bodyPr anchorCtr="0" anchor="t" bIns="0" lIns="0" spcFirstLastPara="1" rIns="0" wrap="square" tIns="0">
            <a:noAutofit/>
          </a:bodyPr>
          <a:lstStyle/>
          <a:p>
            <a:pPr indent="-285750" lvl="0" marL="285750" marR="0" rtl="0" algn="l">
              <a:lnSpc>
                <a:spcPct val="100000"/>
              </a:lnSpc>
              <a:spcBef>
                <a:spcPts val="0"/>
              </a:spcBef>
              <a:spcAft>
                <a:spcPts val="0"/>
              </a:spcAft>
              <a:buClr>
                <a:srgbClr val="2E5E9E"/>
              </a:buClr>
              <a:buSzPts val="1105"/>
              <a:buFont typeface="Arial"/>
              <a:buChar char="•"/>
            </a:pPr>
            <a:r>
              <a:rPr b="0" i="0" lang="en" sz="1300" u="none" cap="none" strike="noStrike">
                <a:solidFill>
                  <a:srgbClr val="262626"/>
                </a:solidFill>
                <a:latin typeface="Times New Roman"/>
                <a:ea typeface="Times New Roman"/>
                <a:cs typeface="Times New Roman"/>
                <a:sym typeface="Times New Roman"/>
              </a:rPr>
              <a:t>Chaque patient n'y figure qu'à </a:t>
            </a:r>
            <a:r>
              <a:rPr b="1" i="0" lang="en" sz="1300" u="none" cap="none" strike="noStrike">
                <a:solidFill>
                  <a:srgbClr val="262626"/>
                </a:solidFill>
                <a:latin typeface="Times New Roman"/>
                <a:ea typeface="Times New Roman"/>
                <a:cs typeface="Times New Roman"/>
                <a:sym typeface="Times New Roman"/>
              </a:rPr>
              <a:t>une seule visite</a:t>
            </a:r>
            <a:r>
              <a:rPr b="0" i="0" lang="en" sz="1300" u="none" cap="none" strike="noStrike">
                <a:solidFill>
                  <a:srgbClr val="262626"/>
                </a:solidFill>
                <a:latin typeface="Times New Roman"/>
                <a:ea typeface="Times New Roman"/>
                <a:cs typeface="Times New Roman"/>
                <a:sym typeface="Times New Roman"/>
              </a:rPr>
              <a:t> : aucune paire longitudinale, donc aucun changement évaluable.</a:t>
            </a:r>
            <a:endParaRPr/>
          </a:p>
          <a:p>
            <a:pPr indent="-285750" lvl="0" marL="285750" marR="0" rtl="0" algn="l">
              <a:lnSpc>
                <a:spcPct val="100000"/>
              </a:lnSpc>
              <a:spcBef>
                <a:spcPts val="620"/>
              </a:spcBef>
              <a:spcAft>
                <a:spcPts val="0"/>
              </a:spcAft>
              <a:buClr>
                <a:srgbClr val="2E5E9E"/>
              </a:buClr>
              <a:buSzPts val="1105"/>
              <a:buFont typeface="Arial"/>
              <a:buChar char="•"/>
            </a:pPr>
            <a:r>
              <a:rPr b="0" i="0" lang="en" sz="1300" u="none" cap="none" strike="noStrike">
                <a:solidFill>
                  <a:srgbClr val="262626"/>
                </a:solidFill>
                <a:latin typeface="Times New Roman"/>
                <a:ea typeface="Times New Roman"/>
                <a:cs typeface="Times New Roman"/>
                <a:sym typeface="Times New Roman"/>
              </a:rPr>
              <a:t>IDRiD complète l'évaluation du détecteur, mais ne se substitue pas à une validation longitudinale.</a:t>
            </a:r>
            <a:endParaRPr/>
          </a:p>
          <a:p>
            <a:pPr indent="-285750" lvl="0" marL="285750" marR="0" rtl="0" algn="l">
              <a:lnSpc>
                <a:spcPct val="100000"/>
              </a:lnSpc>
              <a:spcBef>
                <a:spcPts val="620"/>
              </a:spcBef>
              <a:spcAft>
                <a:spcPts val="0"/>
              </a:spcAft>
              <a:buClr>
                <a:srgbClr val="2E5E9E"/>
              </a:buClr>
              <a:buSzPts val="1105"/>
              <a:buFont typeface="Arial"/>
              <a:buChar char="•"/>
            </a:pPr>
            <a:r>
              <a:rPr b="0" i="0" lang="en" sz="1300" u="none" cap="none" strike="noStrike">
                <a:solidFill>
                  <a:srgbClr val="262626"/>
                </a:solidFill>
                <a:latin typeface="Times New Roman"/>
                <a:ea typeface="Times New Roman"/>
                <a:cs typeface="Times New Roman"/>
                <a:sym typeface="Times New Roman"/>
              </a:rPr>
              <a:t>Conséquence assumée pour la suite du projet :</a:t>
            </a:r>
            <a:endParaRPr/>
          </a:p>
          <a:p>
            <a:pPr indent="-228600" lvl="0" marL="571500" marR="0" rtl="0" algn="l">
              <a:lnSpc>
                <a:spcPct val="100000"/>
              </a:lnSpc>
              <a:spcBef>
                <a:spcPts val="620"/>
              </a:spcBef>
              <a:spcAft>
                <a:spcPts val="0"/>
              </a:spcAft>
              <a:buClr>
                <a:srgbClr val="2E5E9E"/>
              </a:buClr>
              <a:buSzPts val="1105"/>
              <a:buFont typeface="Arial"/>
              <a:buChar char="–"/>
            </a:pPr>
            <a:r>
              <a:rPr b="0" i="0" lang="en" sz="1300" u="none" cap="none" strike="noStrike">
                <a:solidFill>
                  <a:srgbClr val="262626"/>
                </a:solidFill>
                <a:latin typeface="Times New Roman"/>
                <a:ea typeface="Times New Roman"/>
                <a:cs typeface="Times New Roman"/>
                <a:sym typeface="Times New Roman"/>
              </a:rPr>
              <a:t>le détecteur sera réglé et validé sur image isolée avec IDRiD ;</a:t>
            </a:r>
            <a:endParaRPr/>
          </a:p>
          <a:p>
            <a:pPr indent="-228600" lvl="0" marL="571500" marR="0" rtl="0" algn="l">
              <a:lnSpc>
                <a:spcPct val="100000"/>
              </a:lnSpc>
              <a:spcBef>
                <a:spcPts val="620"/>
              </a:spcBef>
              <a:spcAft>
                <a:spcPts val="0"/>
              </a:spcAft>
              <a:buClr>
                <a:srgbClr val="2E5E9E"/>
              </a:buClr>
              <a:buSzPts val="1105"/>
              <a:buFont typeface="Arial"/>
              <a:buChar char="–"/>
            </a:pPr>
            <a:r>
              <a:rPr b="0" i="0" lang="en" sz="1300" u="none" cap="none" strike="noStrike">
                <a:solidFill>
                  <a:srgbClr val="262626"/>
                </a:solidFill>
                <a:latin typeface="Times New Roman"/>
                <a:ea typeface="Times New Roman"/>
                <a:cs typeface="Times New Roman"/>
                <a:sym typeface="Times New Roman"/>
              </a:rPr>
              <a:t>la validation longitudinale démarrera sur des lésions synthétiques à positions connues, avant de passer aux paires réelles.</a:t>
            </a:r>
            <a:endParaRPr/>
          </a:p>
          <a:p>
            <a:pPr indent="-285750" lvl="0" marL="285750" marR="0" rtl="0" algn="l">
              <a:lnSpc>
                <a:spcPct val="100000"/>
              </a:lnSpc>
              <a:spcBef>
                <a:spcPts val="620"/>
              </a:spcBef>
              <a:spcAft>
                <a:spcPts val="0"/>
              </a:spcAft>
              <a:buClr>
                <a:srgbClr val="2E5E9E"/>
              </a:buClr>
              <a:buSzPts val="1105"/>
              <a:buFont typeface="Arial"/>
              <a:buChar char="•"/>
            </a:pPr>
            <a:r>
              <a:rPr b="0" i="0" lang="en" sz="1300" u="none" cap="none" strike="noStrike">
                <a:solidFill>
                  <a:srgbClr val="262626"/>
                </a:solidFill>
                <a:latin typeface="Times New Roman"/>
                <a:ea typeface="Times New Roman"/>
                <a:cs typeface="Times New Roman"/>
                <a:sym typeface="Times New Roman"/>
              </a:rPr>
              <a:t>Le jeu longitudinal annoté en lésions reste à identifier : c'est une limite déclarée du projet, pas un oubli.</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3" name="Shape 1133"/>
        <p:cNvGrpSpPr/>
        <p:nvPr/>
      </p:nvGrpSpPr>
      <p:grpSpPr>
        <a:xfrm>
          <a:off x="0" y="0"/>
          <a:ext cx="0" cy="0"/>
          <a:chOff x="0" y="0"/>
          <a:chExt cx="0" cy="0"/>
        </a:xfrm>
      </p:grpSpPr>
      <p:sp>
        <p:nvSpPr>
          <p:cNvPr id="1134" name="Google Shape;1134;p51"/>
          <p:cNvSpPr txBox="1"/>
          <p:nvPr>
            <p:ph idx="4294967295" type="title"/>
          </p:nvPr>
        </p:nvSpPr>
        <p:spPr>
          <a:xfrm>
            <a:off x="154050" y="183256"/>
            <a:ext cx="8835900" cy="992700"/>
          </a:xfrm>
          <a:prstGeom prst="rect">
            <a:avLst/>
          </a:prstGeom>
          <a:solidFill>
            <a:srgbClr val="B1CDFB"/>
          </a:solidFill>
          <a:ln>
            <a:noFill/>
          </a:ln>
        </p:spPr>
        <p:txBody>
          <a:bodyPr anchorCtr="0" anchor="ctr" bIns="182875" lIns="182875" spcFirstLastPara="1" rIns="182875" wrap="square" tIns="182875">
            <a:noAutofit/>
          </a:bodyPr>
          <a:lstStyle/>
          <a:p>
            <a:pPr indent="0" lvl="0" marL="0" rtl="0" algn="ctr">
              <a:lnSpc>
                <a:spcPct val="90000"/>
              </a:lnSpc>
              <a:spcBef>
                <a:spcPts val="0"/>
              </a:spcBef>
              <a:spcAft>
                <a:spcPts val="0"/>
              </a:spcAft>
              <a:buSzPts val="3300"/>
              <a:buNone/>
            </a:pPr>
            <a:r>
              <a:rPr b="1" lang="en" sz="2100">
                <a:solidFill>
                  <a:srgbClr val="262626"/>
                </a:solidFill>
                <a:latin typeface="Times New Roman"/>
                <a:ea typeface="Times New Roman"/>
                <a:cs typeface="Times New Roman"/>
                <a:sym typeface="Times New Roman"/>
              </a:rPr>
              <a:t>Bibliographie : Zotero</a:t>
            </a:r>
            <a:endParaRPr/>
          </a:p>
        </p:txBody>
      </p:sp>
      <p:sp>
        <p:nvSpPr>
          <p:cNvPr id="1135" name="Google Shape;1135;p51"/>
          <p:cNvSpPr/>
          <p:nvPr/>
        </p:nvSpPr>
        <p:spPr>
          <a:xfrm>
            <a:off x="7830150" y="93500"/>
            <a:ext cx="1159800" cy="11865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6" name="Google Shape;1136;p51"/>
          <p:cNvSpPr/>
          <p:nvPr/>
        </p:nvSpPr>
        <p:spPr>
          <a:xfrm>
            <a:off x="7936500" y="190400"/>
            <a:ext cx="947100" cy="9927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7" name="Google Shape;1137;p51"/>
          <p:cNvSpPr/>
          <p:nvPr/>
        </p:nvSpPr>
        <p:spPr>
          <a:xfrm>
            <a:off x="8765725" y="501950"/>
            <a:ext cx="614249" cy="337200"/>
          </a:xfrm>
          <a:prstGeom prst="ellipse">
            <a:avLst/>
          </a:prstGeom>
          <a:solidFill>
            <a:schemeClr val="lt1"/>
          </a:solidFill>
          <a:ln cap="flat" cmpd="sng" w="9525">
            <a:solidFill>
              <a:srgbClr val="9FC5E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24</a:t>
            </a:r>
            <a:endParaRPr b="0" i="0" sz="1400" u="none" cap="none" strike="noStrike">
              <a:solidFill>
                <a:srgbClr val="000000"/>
              </a:solidFill>
              <a:latin typeface="Arial"/>
              <a:ea typeface="Arial"/>
              <a:cs typeface="Arial"/>
              <a:sym typeface="Arial"/>
            </a:endParaRPr>
          </a:p>
        </p:txBody>
      </p:sp>
      <p:pic>
        <p:nvPicPr>
          <p:cNvPr descr="Une image contenant personne, sourire, blanc, pose  Description générée automatiquement" id="1138" name="Google Shape;1138;p51"/>
          <p:cNvPicPr preferRelativeResize="0"/>
          <p:nvPr/>
        </p:nvPicPr>
        <p:blipFill rotWithShape="1">
          <a:blip r:embed="rId3">
            <a:alphaModFix/>
          </a:blip>
          <a:srcRect b="0" l="0" r="0" t="0"/>
          <a:stretch/>
        </p:blipFill>
        <p:spPr>
          <a:xfrm>
            <a:off x="8006453" y="285136"/>
            <a:ext cx="770513" cy="770513"/>
          </a:xfrm>
          <a:prstGeom prst="rect">
            <a:avLst/>
          </a:prstGeom>
          <a:noFill/>
          <a:ln>
            <a:noFill/>
          </a:ln>
        </p:spPr>
      </p:pic>
      <p:sp>
        <p:nvSpPr>
          <p:cNvPr id="1139" name="Google Shape;1139;p51"/>
          <p:cNvSpPr txBox="1"/>
          <p:nvPr/>
        </p:nvSpPr>
        <p:spPr>
          <a:xfrm>
            <a:off x="420000" y="1340000"/>
            <a:ext cx="8300000" cy="3350000"/>
          </a:xfrm>
          <a:prstGeom prst="rect">
            <a:avLst/>
          </a:prstGeom>
          <a:noFill/>
          <a:ln>
            <a:noFill/>
          </a:ln>
        </p:spPr>
        <p:txBody>
          <a:bodyPr anchorCtr="0" anchor="t" bIns="0" lIns="0" spcFirstLastPara="1" rIns="0" wrap="square" tIns="0">
            <a:noAutofit/>
          </a:bodyPr>
          <a:lstStyle/>
          <a:p>
            <a:pPr indent="-285750" lvl="0" marL="285750" marR="0" rtl="0" algn="l">
              <a:lnSpc>
                <a:spcPct val="100000"/>
              </a:lnSpc>
              <a:spcBef>
                <a:spcPts val="0"/>
              </a:spcBef>
              <a:spcAft>
                <a:spcPts val="0"/>
              </a:spcAft>
              <a:buClr>
                <a:srgbClr val="2E5E9E"/>
              </a:buClr>
              <a:buSzPts val="1105"/>
              <a:buFont typeface="Arial"/>
              <a:buChar char="•"/>
            </a:pPr>
            <a:r>
              <a:rPr b="0" i="0" lang="en" sz="1300" u="none" cap="none" strike="noStrike">
                <a:solidFill>
                  <a:srgbClr val="262626"/>
                </a:solidFill>
                <a:latin typeface="Times New Roman"/>
                <a:ea typeface="Times New Roman"/>
                <a:cs typeface="Times New Roman"/>
                <a:sym typeface="Times New Roman"/>
              </a:rPr>
              <a:t>Bibliothèque de groupe créée et partagée entre les quatre membres.</a:t>
            </a:r>
            <a:endParaRPr/>
          </a:p>
          <a:p>
            <a:pPr indent="-285750" lvl="0" marL="285750" marR="0" rtl="0" algn="l">
              <a:lnSpc>
                <a:spcPct val="100000"/>
              </a:lnSpc>
              <a:spcBef>
                <a:spcPts val="620"/>
              </a:spcBef>
              <a:spcAft>
                <a:spcPts val="0"/>
              </a:spcAft>
              <a:buClr>
                <a:srgbClr val="2E5E9E"/>
              </a:buClr>
              <a:buSzPts val="1105"/>
              <a:buFont typeface="Arial"/>
              <a:buChar char="•"/>
            </a:pPr>
            <a:r>
              <a:rPr b="1" i="0" lang="en" sz="1300" u="none" cap="none" strike="noStrike">
                <a:solidFill>
                  <a:srgbClr val="262626"/>
                </a:solidFill>
                <a:latin typeface="Times New Roman"/>
                <a:ea typeface="Times New Roman"/>
                <a:cs typeface="Times New Roman"/>
                <a:sym typeface="Times New Roman"/>
              </a:rPr>
              <a:t>8 références importées et une these pour la structuration</a:t>
            </a:r>
            <a:r>
              <a:rPr b="0" i="0" lang="en" sz="1300" u="none" cap="none" strike="noStrike">
                <a:solidFill>
                  <a:srgbClr val="262626"/>
                </a:solidFill>
                <a:latin typeface="Times New Roman"/>
                <a:ea typeface="Times New Roman"/>
                <a:cs typeface="Times New Roman"/>
                <a:sym typeface="Times New Roman"/>
              </a:rPr>
              <a:t>.</a:t>
            </a:r>
            <a:endParaRPr/>
          </a:p>
          <a:p>
            <a:pPr indent="-285750" lvl="0" marL="285750" marR="0" rtl="0" algn="l">
              <a:lnSpc>
                <a:spcPct val="100000"/>
              </a:lnSpc>
              <a:spcBef>
                <a:spcPts val="620"/>
              </a:spcBef>
              <a:spcAft>
                <a:spcPts val="0"/>
              </a:spcAft>
              <a:buClr>
                <a:srgbClr val="2E5E9E"/>
              </a:buClr>
              <a:buSzPts val="1105"/>
              <a:buFont typeface="Arial"/>
              <a:buChar char="•"/>
            </a:pPr>
            <a:r>
              <a:rPr b="0" i="0" lang="en" sz="1300" u="none" cap="none" strike="noStrike">
                <a:solidFill>
                  <a:srgbClr val="262626"/>
                </a:solidFill>
                <a:latin typeface="Times New Roman"/>
                <a:ea typeface="Times New Roman"/>
                <a:cs typeface="Times New Roman"/>
                <a:sym typeface="Times New Roman"/>
              </a:rPr>
              <a:t>Chaque source lue y est ajoutée au fur et à mesure.</a:t>
            </a:r>
            <a:endParaRPr/>
          </a:p>
          <a:p>
            <a:pPr indent="-285750" lvl="0" marL="285750" marR="0" rtl="0" algn="l">
              <a:lnSpc>
                <a:spcPct val="100000"/>
              </a:lnSpc>
              <a:spcBef>
                <a:spcPts val="620"/>
              </a:spcBef>
              <a:spcAft>
                <a:spcPts val="0"/>
              </a:spcAft>
              <a:buClr>
                <a:srgbClr val="2E5E9E"/>
              </a:buClr>
              <a:buSzPts val="1105"/>
              <a:buFont typeface="Arial"/>
              <a:buChar char="•"/>
            </a:pPr>
            <a:r>
              <a:rPr b="0" i="0" lang="en" sz="1300" u="none" cap="none" strike="noStrike">
                <a:solidFill>
                  <a:srgbClr val="262626"/>
                </a:solidFill>
                <a:latin typeface="Times New Roman"/>
                <a:ea typeface="Times New Roman"/>
                <a:cs typeface="Times New Roman"/>
                <a:sym typeface="Times New Roman"/>
              </a:rPr>
              <a:t>Correction relevée à l'import : </a:t>
            </a:r>
            <a:r>
              <a:rPr b="1" i="0" lang="en" sz="1300" u="none" cap="none" strike="noStrike">
                <a:solidFill>
                  <a:srgbClr val="262626"/>
                </a:solidFill>
                <a:latin typeface="Times New Roman"/>
                <a:ea typeface="Times New Roman"/>
                <a:cs typeface="Times New Roman"/>
                <a:sym typeface="Times New Roman"/>
              </a:rPr>
              <a:t>Patankar et Kulkarni est de 2015</a:t>
            </a:r>
            <a:r>
              <a:rPr b="0" i="0" lang="en" sz="1300" u="none" cap="none" strike="noStrike">
                <a:solidFill>
                  <a:srgbClr val="262626"/>
                </a:solidFill>
                <a:latin typeface="Times New Roman"/>
                <a:ea typeface="Times New Roman"/>
                <a:cs typeface="Times New Roman"/>
                <a:sym typeface="Times New Roman"/>
              </a:rPr>
              <a:t>, et non 2014 comme l'indiquait notre liste initiale.</a:t>
            </a:r>
            <a:endParaRPr/>
          </a:p>
          <a:p>
            <a:pPr indent="-285750" lvl="0" marL="285750" marR="0" rtl="0" algn="l">
              <a:lnSpc>
                <a:spcPct val="100000"/>
              </a:lnSpc>
              <a:spcBef>
                <a:spcPts val="620"/>
              </a:spcBef>
              <a:spcAft>
                <a:spcPts val="0"/>
              </a:spcAft>
              <a:buClr>
                <a:srgbClr val="2E5E9E"/>
              </a:buClr>
              <a:buSzPts val="1105"/>
              <a:buFont typeface="Arial"/>
              <a:buChar char="•"/>
            </a:pPr>
            <a:r>
              <a:rPr b="0" i="0" lang="en" sz="1300" u="none" cap="none" strike="noStrike">
                <a:solidFill>
                  <a:srgbClr val="262626"/>
                </a:solidFill>
                <a:latin typeface="Times New Roman"/>
                <a:ea typeface="Times New Roman"/>
                <a:cs typeface="Times New Roman"/>
                <a:sym typeface="Times New Roman"/>
              </a:rPr>
              <a:t>Une revue bibliographique complète a été rédigée à partir de ces 8 références pour ce premier point d'avancement.</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3" name="Shape 1143"/>
        <p:cNvGrpSpPr/>
        <p:nvPr/>
      </p:nvGrpSpPr>
      <p:grpSpPr>
        <a:xfrm>
          <a:off x="0" y="0"/>
          <a:ext cx="0" cy="0"/>
          <a:chOff x="0" y="0"/>
          <a:chExt cx="0" cy="0"/>
        </a:xfrm>
      </p:grpSpPr>
      <p:sp>
        <p:nvSpPr>
          <p:cNvPr id="1144" name="Google Shape;1144;p52"/>
          <p:cNvSpPr txBox="1"/>
          <p:nvPr>
            <p:ph idx="4294967295" type="title"/>
          </p:nvPr>
        </p:nvSpPr>
        <p:spPr>
          <a:xfrm>
            <a:off x="154050" y="183256"/>
            <a:ext cx="8835900" cy="992700"/>
          </a:xfrm>
          <a:prstGeom prst="rect">
            <a:avLst/>
          </a:prstGeom>
          <a:solidFill>
            <a:srgbClr val="B1CDFB"/>
          </a:solidFill>
          <a:ln>
            <a:noFill/>
          </a:ln>
        </p:spPr>
        <p:txBody>
          <a:bodyPr anchorCtr="0" anchor="ctr" bIns="182875" lIns="182875" spcFirstLastPara="1" rIns="182875" wrap="square" tIns="182875">
            <a:noAutofit/>
          </a:bodyPr>
          <a:lstStyle/>
          <a:p>
            <a:pPr indent="0" lvl="0" marL="0" rtl="0" algn="ctr">
              <a:lnSpc>
                <a:spcPct val="90000"/>
              </a:lnSpc>
              <a:spcBef>
                <a:spcPts val="0"/>
              </a:spcBef>
              <a:spcAft>
                <a:spcPts val="0"/>
              </a:spcAft>
              <a:buSzPts val="3300"/>
              <a:buNone/>
            </a:pPr>
            <a:r>
              <a:rPr b="1" lang="en" sz="2100">
                <a:solidFill>
                  <a:srgbClr val="262626"/>
                </a:solidFill>
                <a:latin typeface="Times New Roman"/>
                <a:ea typeface="Times New Roman"/>
                <a:cs typeface="Times New Roman"/>
                <a:sym typeface="Times New Roman"/>
              </a:rPr>
              <a:t>Bibliographie : Zotero</a:t>
            </a:r>
            <a:endParaRPr/>
          </a:p>
        </p:txBody>
      </p:sp>
      <p:sp>
        <p:nvSpPr>
          <p:cNvPr id="1145" name="Google Shape;1145;p52"/>
          <p:cNvSpPr/>
          <p:nvPr/>
        </p:nvSpPr>
        <p:spPr>
          <a:xfrm>
            <a:off x="7830150" y="93500"/>
            <a:ext cx="1159800" cy="11865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6" name="Google Shape;1146;p52"/>
          <p:cNvSpPr/>
          <p:nvPr/>
        </p:nvSpPr>
        <p:spPr>
          <a:xfrm>
            <a:off x="7936500" y="190400"/>
            <a:ext cx="947100" cy="9927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7" name="Google Shape;1147;p52"/>
          <p:cNvSpPr/>
          <p:nvPr/>
        </p:nvSpPr>
        <p:spPr>
          <a:xfrm>
            <a:off x="8765725" y="501950"/>
            <a:ext cx="614100" cy="337200"/>
          </a:xfrm>
          <a:prstGeom prst="ellipse">
            <a:avLst/>
          </a:prstGeom>
          <a:solidFill>
            <a:schemeClr val="lt1"/>
          </a:solidFill>
          <a:ln cap="flat" cmpd="sng" w="9525">
            <a:solidFill>
              <a:srgbClr val="9FC5E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2</a:t>
            </a:r>
            <a:r>
              <a:rPr lang="en"/>
              <a:t>5</a:t>
            </a:r>
            <a:endParaRPr b="0" i="0" sz="1400" u="none" cap="none" strike="noStrike">
              <a:solidFill>
                <a:srgbClr val="000000"/>
              </a:solidFill>
              <a:latin typeface="Arial"/>
              <a:ea typeface="Arial"/>
              <a:cs typeface="Arial"/>
              <a:sym typeface="Arial"/>
            </a:endParaRPr>
          </a:p>
        </p:txBody>
      </p:sp>
      <p:pic>
        <p:nvPicPr>
          <p:cNvPr descr="Une image contenant personne, sourire, blanc, pose  Description générée automatiquement" id="1148" name="Google Shape;1148;p52"/>
          <p:cNvPicPr preferRelativeResize="0"/>
          <p:nvPr/>
        </p:nvPicPr>
        <p:blipFill rotWithShape="1">
          <a:blip r:embed="rId3">
            <a:alphaModFix/>
          </a:blip>
          <a:srcRect b="0" l="0" r="0" t="0"/>
          <a:stretch/>
        </p:blipFill>
        <p:spPr>
          <a:xfrm>
            <a:off x="8006453" y="285136"/>
            <a:ext cx="770513" cy="770513"/>
          </a:xfrm>
          <a:prstGeom prst="rect">
            <a:avLst/>
          </a:prstGeom>
          <a:noFill/>
          <a:ln>
            <a:noFill/>
          </a:ln>
        </p:spPr>
      </p:pic>
      <p:pic>
        <p:nvPicPr>
          <p:cNvPr id="1149" name="Google Shape;1149;p52"/>
          <p:cNvPicPr preferRelativeResize="0"/>
          <p:nvPr/>
        </p:nvPicPr>
        <p:blipFill>
          <a:blip r:embed="rId4">
            <a:alphaModFix/>
          </a:blip>
          <a:stretch>
            <a:fillRect/>
          </a:stretch>
        </p:blipFill>
        <p:spPr>
          <a:xfrm>
            <a:off x="820625" y="1342700"/>
            <a:ext cx="6482376" cy="3479574"/>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3" name="Shape 1153"/>
        <p:cNvGrpSpPr/>
        <p:nvPr/>
      </p:nvGrpSpPr>
      <p:grpSpPr>
        <a:xfrm>
          <a:off x="0" y="0"/>
          <a:ext cx="0" cy="0"/>
          <a:chOff x="0" y="0"/>
          <a:chExt cx="0" cy="0"/>
        </a:xfrm>
      </p:grpSpPr>
      <p:sp>
        <p:nvSpPr>
          <p:cNvPr id="1154" name="Google Shape;1154;p53"/>
          <p:cNvSpPr txBox="1"/>
          <p:nvPr>
            <p:ph idx="4294967295" type="title"/>
          </p:nvPr>
        </p:nvSpPr>
        <p:spPr>
          <a:xfrm>
            <a:off x="154050" y="183256"/>
            <a:ext cx="8835900" cy="992700"/>
          </a:xfrm>
          <a:prstGeom prst="rect">
            <a:avLst/>
          </a:prstGeom>
          <a:solidFill>
            <a:srgbClr val="B1CDFB"/>
          </a:solidFill>
          <a:ln>
            <a:noFill/>
          </a:ln>
        </p:spPr>
        <p:txBody>
          <a:bodyPr anchorCtr="0" anchor="ctr" bIns="182875" lIns="182875" spcFirstLastPara="1" rIns="182875" wrap="square" tIns="182875">
            <a:noAutofit/>
          </a:bodyPr>
          <a:lstStyle/>
          <a:p>
            <a:pPr indent="0" lvl="0" marL="0" rtl="0" algn="ctr">
              <a:lnSpc>
                <a:spcPct val="90000"/>
              </a:lnSpc>
              <a:spcBef>
                <a:spcPts val="0"/>
              </a:spcBef>
              <a:spcAft>
                <a:spcPts val="0"/>
              </a:spcAft>
              <a:buSzPts val="3300"/>
              <a:buNone/>
            </a:pPr>
            <a:r>
              <a:rPr b="1" lang="en" sz="2100">
                <a:solidFill>
                  <a:srgbClr val="262626"/>
                </a:solidFill>
                <a:latin typeface="Times New Roman"/>
                <a:ea typeface="Times New Roman"/>
                <a:cs typeface="Times New Roman"/>
                <a:sym typeface="Times New Roman"/>
              </a:rPr>
              <a:t>Protocole d'évaluation rédigé</a:t>
            </a:r>
            <a:endParaRPr/>
          </a:p>
        </p:txBody>
      </p:sp>
      <p:sp>
        <p:nvSpPr>
          <p:cNvPr id="1155" name="Google Shape;1155;p53"/>
          <p:cNvSpPr/>
          <p:nvPr/>
        </p:nvSpPr>
        <p:spPr>
          <a:xfrm>
            <a:off x="7830150" y="93500"/>
            <a:ext cx="1159800" cy="11865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6" name="Google Shape;1156;p53"/>
          <p:cNvSpPr/>
          <p:nvPr/>
        </p:nvSpPr>
        <p:spPr>
          <a:xfrm>
            <a:off x="7936500" y="190400"/>
            <a:ext cx="947100" cy="9927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7" name="Google Shape;1157;p53"/>
          <p:cNvSpPr/>
          <p:nvPr/>
        </p:nvSpPr>
        <p:spPr>
          <a:xfrm>
            <a:off x="8765725" y="501950"/>
            <a:ext cx="614249" cy="337200"/>
          </a:xfrm>
          <a:prstGeom prst="ellipse">
            <a:avLst/>
          </a:prstGeom>
          <a:solidFill>
            <a:schemeClr val="lt1"/>
          </a:solidFill>
          <a:ln cap="flat" cmpd="sng" w="9525">
            <a:solidFill>
              <a:srgbClr val="9FC5E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2</a:t>
            </a:r>
            <a:r>
              <a:rPr lang="en"/>
              <a:t>6</a:t>
            </a:r>
            <a:endParaRPr b="0" i="0" sz="1400" u="none" cap="none" strike="noStrike">
              <a:solidFill>
                <a:srgbClr val="000000"/>
              </a:solidFill>
              <a:latin typeface="Arial"/>
              <a:ea typeface="Arial"/>
              <a:cs typeface="Arial"/>
              <a:sym typeface="Arial"/>
            </a:endParaRPr>
          </a:p>
        </p:txBody>
      </p:sp>
      <p:pic>
        <p:nvPicPr>
          <p:cNvPr descr="Une image contenant personne, sourire, blanc, pose  Description générée automatiquement" id="1158" name="Google Shape;1158;p53"/>
          <p:cNvPicPr preferRelativeResize="0"/>
          <p:nvPr/>
        </p:nvPicPr>
        <p:blipFill rotWithShape="1">
          <a:blip r:embed="rId3">
            <a:alphaModFix/>
          </a:blip>
          <a:srcRect b="0" l="0" r="0" t="0"/>
          <a:stretch/>
        </p:blipFill>
        <p:spPr>
          <a:xfrm>
            <a:off x="8006453" y="285136"/>
            <a:ext cx="770513" cy="770513"/>
          </a:xfrm>
          <a:prstGeom prst="rect">
            <a:avLst/>
          </a:prstGeom>
          <a:noFill/>
          <a:ln>
            <a:noFill/>
          </a:ln>
        </p:spPr>
      </p:pic>
      <p:graphicFrame>
        <p:nvGraphicFramePr>
          <p:cNvPr id="1159" name="Google Shape;1159;p53"/>
          <p:cNvGraphicFramePr/>
          <p:nvPr/>
        </p:nvGraphicFramePr>
        <p:xfrm>
          <a:off x="420000" y="1390000"/>
          <a:ext cx="3000000" cy="3000000"/>
        </p:xfrm>
        <a:graphic>
          <a:graphicData uri="http://schemas.openxmlformats.org/drawingml/2006/table">
            <a:tbl>
              <a:tblPr>
                <a:noFill/>
                <a:tableStyleId>{7ECE7E06-3317-46A2-B09C-27432B9E9AEE}</a:tableStyleId>
              </a:tblPr>
              <a:tblGrid>
                <a:gridCol w="1635800"/>
                <a:gridCol w="3469850"/>
                <a:gridCol w="2656925"/>
              </a:tblGrid>
              <a:tr h="586150">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solidFill>
                            <a:srgbClr val="262626"/>
                          </a:solidFill>
                          <a:latin typeface="Times New Roman"/>
                          <a:ea typeface="Times New Roman"/>
                          <a:cs typeface="Times New Roman"/>
                          <a:sym typeface="Times New Roman"/>
                        </a:rPr>
                        <a:t>Étape</a:t>
                      </a:r>
                      <a:endParaRPr/>
                    </a:p>
                  </a:txBody>
                  <a:tcPr marT="36000" marB="36000" marR="54000" marL="54000" anchor="ctr">
                    <a:lnL cap="flat" cmpd="sng" w="9525">
                      <a:solidFill>
                        <a:srgbClr val="C9D6E8"/>
                      </a:solidFill>
                      <a:prstDash val="solid"/>
                      <a:round/>
                      <a:headEnd len="sm" w="sm" type="none"/>
                      <a:tailEnd len="sm" w="sm" type="none"/>
                    </a:lnL>
                    <a:lnR cap="flat" cmpd="sng" w="9525">
                      <a:solidFill>
                        <a:srgbClr val="C9D6E8"/>
                      </a:solidFill>
                      <a:prstDash val="solid"/>
                      <a:round/>
                      <a:headEnd len="sm" w="sm" type="none"/>
                      <a:tailEnd len="sm" w="sm" type="none"/>
                    </a:lnR>
                    <a:lnT cap="flat" cmpd="sng" w="9525">
                      <a:solidFill>
                        <a:srgbClr val="C9D6E8"/>
                      </a:solidFill>
                      <a:prstDash val="solid"/>
                      <a:round/>
                      <a:headEnd len="sm" w="sm" type="none"/>
                      <a:tailEnd len="sm" w="sm" type="none"/>
                    </a:lnT>
                    <a:lnB cap="flat" cmpd="sng" w="9525">
                      <a:solidFill>
                        <a:srgbClr val="C9D6E8"/>
                      </a:solidFill>
                      <a:prstDash val="solid"/>
                      <a:round/>
                      <a:headEnd len="sm" w="sm" type="none"/>
                      <a:tailEnd len="sm" w="sm" type="none"/>
                    </a:lnB>
                    <a:solidFill>
                      <a:srgbClr val="B1CDFB"/>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solidFill>
                            <a:srgbClr val="262626"/>
                          </a:solidFill>
                          <a:latin typeface="Times New Roman"/>
                          <a:ea typeface="Times New Roman"/>
                          <a:cs typeface="Times New Roman"/>
                          <a:sym typeface="Times New Roman"/>
                        </a:rPr>
                        <a:t>Métriques</a:t>
                      </a:r>
                      <a:endParaRPr/>
                    </a:p>
                  </a:txBody>
                  <a:tcPr marT="36000" marB="36000" marR="54000" marL="54000" anchor="ctr">
                    <a:lnL cap="flat" cmpd="sng" w="9525">
                      <a:solidFill>
                        <a:srgbClr val="C9D6E8"/>
                      </a:solidFill>
                      <a:prstDash val="solid"/>
                      <a:round/>
                      <a:headEnd len="sm" w="sm" type="none"/>
                      <a:tailEnd len="sm" w="sm" type="none"/>
                    </a:lnL>
                    <a:lnR cap="flat" cmpd="sng" w="9525">
                      <a:solidFill>
                        <a:srgbClr val="C9D6E8"/>
                      </a:solidFill>
                      <a:prstDash val="solid"/>
                      <a:round/>
                      <a:headEnd len="sm" w="sm" type="none"/>
                      <a:tailEnd len="sm" w="sm" type="none"/>
                    </a:lnR>
                    <a:lnT cap="flat" cmpd="sng" w="9525">
                      <a:solidFill>
                        <a:srgbClr val="C9D6E8"/>
                      </a:solidFill>
                      <a:prstDash val="solid"/>
                      <a:round/>
                      <a:headEnd len="sm" w="sm" type="none"/>
                      <a:tailEnd len="sm" w="sm" type="none"/>
                    </a:lnT>
                    <a:lnB cap="flat" cmpd="sng" w="9525">
                      <a:solidFill>
                        <a:srgbClr val="C9D6E8"/>
                      </a:solidFill>
                      <a:prstDash val="solid"/>
                      <a:round/>
                      <a:headEnd len="sm" w="sm" type="none"/>
                      <a:tailEnd len="sm" w="sm" type="none"/>
                    </a:lnB>
                    <a:solidFill>
                      <a:srgbClr val="B1CDFB"/>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solidFill>
                            <a:srgbClr val="262626"/>
                          </a:solidFill>
                          <a:latin typeface="Times New Roman"/>
                          <a:ea typeface="Times New Roman"/>
                          <a:cs typeface="Times New Roman"/>
                          <a:sym typeface="Times New Roman"/>
                        </a:rPr>
                        <a:t>Protocole</a:t>
                      </a:r>
                      <a:endParaRPr/>
                    </a:p>
                  </a:txBody>
                  <a:tcPr marT="36000" marB="36000" marR="54000" marL="54000" anchor="ctr">
                    <a:lnL cap="flat" cmpd="sng" w="9525">
                      <a:solidFill>
                        <a:srgbClr val="C9D6E8"/>
                      </a:solidFill>
                      <a:prstDash val="solid"/>
                      <a:round/>
                      <a:headEnd len="sm" w="sm" type="none"/>
                      <a:tailEnd len="sm" w="sm" type="none"/>
                    </a:lnL>
                    <a:lnR cap="flat" cmpd="sng" w="9525">
                      <a:solidFill>
                        <a:srgbClr val="C9D6E8"/>
                      </a:solidFill>
                      <a:prstDash val="solid"/>
                      <a:round/>
                      <a:headEnd len="sm" w="sm" type="none"/>
                      <a:tailEnd len="sm" w="sm" type="none"/>
                    </a:lnR>
                    <a:lnT cap="flat" cmpd="sng" w="9525">
                      <a:solidFill>
                        <a:srgbClr val="C9D6E8"/>
                      </a:solidFill>
                      <a:prstDash val="solid"/>
                      <a:round/>
                      <a:headEnd len="sm" w="sm" type="none"/>
                      <a:tailEnd len="sm" w="sm" type="none"/>
                    </a:lnT>
                    <a:lnB cap="flat" cmpd="sng" w="9525">
                      <a:solidFill>
                        <a:srgbClr val="C9D6E8"/>
                      </a:solidFill>
                      <a:prstDash val="solid"/>
                      <a:round/>
                      <a:headEnd len="sm" w="sm" type="none"/>
                      <a:tailEnd len="sm" w="sm" type="none"/>
                    </a:lnB>
                    <a:solidFill>
                      <a:srgbClr val="B1CDFB"/>
                    </a:solidFill>
                  </a:tcPr>
                </a:tc>
              </a:tr>
              <a:tr h="586150">
                <a:tc>
                  <a:txBody>
                    <a:bodyPr/>
                    <a:lstStyle/>
                    <a:p>
                      <a:pPr indent="0" lvl="0" marL="0" marR="0" rtl="0" algn="l">
                        <a:lnSpc>
                          <a:spcPct val="100000"/>
                        </a:lnSpc>
                        <a:spcBef>
                          <a:spcPts val="0"/>
                        </a:spcBef>
                        <a:spcAft>
                          <a:spcPts val="0"/>
                        </a:spcAft>
                        <a:buClr>
                          <a:srgbClr val="000000"/>
                        </a:buClr>
                        <a:buSzPts val="1000"/>
                        <a:buFont typeface="Arial"/>
                        <a:buNone/>
                      </a:pPr>
                      <a:r>
                        <a:rPr b="0" lang="en" sz="1000" u="none" cap="none" strike="noStrike">
                          <a:solidFill>
                            <a:srgbClr val="262626"/>
                          </a:solidFill>
                          <a:latin typeface="Times New Roman"/>
                          <a:ea typeface="Times New Roman"/>
                          <a:cs typeface="Times New Roman"/>
                          <a:sym typeface="Times New Roman"/>
                        </a:rPr>
                        <a:t>Étapes intermédiaires</a:t>
                      </a:r>
                      <a:endParaRPr/>
                    </a:p>
                  </a:txBody>
                  <a:tcPr marT="36000" marB="36000" marR="54000" marL="54000" anchor="ctr">
                    <a:lnL cap="flat" cmpd="sng" w="9525">
                      <a:solidFill>
                        <a:srgbClr val="C9D6E8"/>
                      </a:solidFill>
                      <a:prstDash val="solid"/>
                      <a:round/>
                      <a:headEnd len="sm" w="sm" type="none"/>
                      <a:tailEnd len="sm" w="sm" type="none"/>
                    </a:lnL>
                    <a:lnR cap="flat" cmpd="sng" w="9525">
                      <a:solidFill>
                        <a:srgbClr val="C9D6E8"/>
                      </a:solidFill>
                      <a:prstDash val="solid"/>
                      <a:round/>
                      <a:headEnd len="sm" w="sm" type="none"/>
                      <a:tailEnd len="sm" w="sm" type="none"/>
                    </a:lnR>
                    <a:lnT cap="flat" cmpd="sng" w="9525">
                      <a:solidFill>
                        <a:srgbClr val="C9D6E8"/>
                      </a:solidFill>
                      <a:prstDash val="solid"/>
                      <a:round/>
                      <a:headEnd len="sm" w="sm" type="none"/>
                      <a:tailEnd len="sm" w="sm" type="none"/>
                    </a:lnT>
                    <a:lnB cap="flat" cmpd="sng" w="9525">
                      <a:solidFill>
                        <a:srgbClr val="C9D6E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lang="en" sz="1000" u="none" cap="none" strike="noStrike">
                          <a:solidFill>
                            <a:srgbClr val="262626"/>
                          </a:solidFill>
                          <a:latin typeface="Times New Roman"/>
                          <a:ea typeface="Times New Roman"/>
                          <a:cs typeface="Times New Roman"/>
                          <a:sym typeface="Times New Roman"/>
                        </a:rPr>
                        <a:t>Dice de la segmentation vasculaire · nombre de bifurcations retenues · taux d'inliers après RANSAC</a:t>
                      </a:r>
                      <a:endParaRPr/>
                    </a:p>
                  </a:txBody>
                  <a:tcPr marT="36000" marB="36000" marR="54000" marL="54000" anchor="ctr">
                    <a:lnL cap="flat" cmpd="sng" w="9525">
                      <a:solidFill>
                        <a:srgbClr val="C9D6E8"/>
                      </a:solidFill>
                      <a:prstDash val="solid"/>
                      <a:round/>
                      <a:headEnd len="sm" w="sm" type="none"/>
                      <a:tailEnd len="sm" w="sm" type="none"/>
                    </a:lnL>
                    <a:lnR cap="flat" cmpd="sng" w="9525">
                      <a:solidFill>
                        <a:srgbClr val="C9D6E8"/>
                      </a:solidFill>
                      <a:prstDash val="solid"/>
                      <a:round/>
                      <a:headEnd len="sm" w="sm" type="none"/>
                      <a:tailEnd len="sm" w="sm" type="none"/>
                    </a:lnR>
                    <a:lnT cap="flat" cmpd="sng" w="9525">
                      <a:solidFill>
                        <a:srgbClr val="C9D6E8"/>
                      </a:solidFill>
                      <a:prstDash val="solid"/>
                      <a:round/>
                      <a:headEnd len="sm" w="sm" type="none"/>
                      <a:tailEnd len="sm" w="sm" type="none"/>
                    </a:lnT>
                    <a:lnB cap="flat" cmpd="sng" w="9525">
                      <a:solidFill>
                        <a:srgbClr val="C9D6E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lang="en" sz="1000" u="none" cap="none" strike="noStrike">
                          <a:solidFill>
                            <a:srgbClr val="262626"/>
                          </a:solidFill>
                          <a:latin typeface="Times New Roman"/>
                          <a:ea typeface="Times New Roman"/>
                          <a:cs typeface="Times New Roman"/>
                          <a:sym typeface="Times New Roman"/>
                        </a:rPr>
                        <a:t>DRIVE et STARE pour le Dice ; par image et par paire</a:t>
                      </a:r>
                      <a:endParaRPr/>
                    </a:p>
                  </a:txBody>
                  <a:tcPr marT="36000" marB="36000" marR="54000" marL="54000" anchor="ctr">
                    <a:lnL cap="flat" cmpd="sng" w="9525">
                      <a:solidFill>
                        <a:srgbClr val="C9D6E8"/>
                      </a:solidFill>
                      <a:prstDash val="solid"/>
                      <a:round/>
                      <a:headEnd len="sm" w="sm" type="none"/>
                      <a:tailEnd len="sm" w="sm" type="none"/>
                    </a:lnL>
                    <a:lnR cap="flat" cmpd="sng" w="9525">
                      <a:solidFill>
                        <a:srgbClr val="C9D6E8"/>
                      </a:solidFill>
                      <a:prstDash val="solid"/>
                      <a:round/>
                      <a:headEnd len="sm" w="sm" type="none"/>
                      <a:tailEnd len="sm" w="sm" type="none"/>
                    </a:lnR>
                    <a:lnT cap="flat" cmpd="sng" w="9525">
                      <a:solidFill>
                        <a:srgbClr val="C9D6E8"/>
                      </a:solidFill>
                      <a:prstDash val="solid"/>
                      <a:round/>
                      <a:headEnd len="sm" w="sm" type="none"/>
                      <a:tailEnd len="sm" w="sm" type="none"/>
                    </a:lnT>
                    <a:lnB cap="flat" cmpd="sng" w="9525">
                      <a:solidFill>
                        <a:srgbClr val="C9D6E8"/>
                      </a:solidFill>
                      <a:prstDash val="solid"/>
                      <a:round/>
                      <a:headEnd len="sm" w="sm" type="none"/>
                      <a:tailEnd len="sm" w="sm" type="none"/>
                    </a:lnB>
                  </a:tcPr>
                </a:tc>
              </a:tr>
              <a:tr h="586150">
                <a:tc>
                  <a:txBody>
                    <a:bodyPr/>
                    <a:lstStyle/>
                    <a:p>
                      <a:pPr indent="0" lvl="0" marL="0" marR="0" rtl="0" algn="l">
                        <a:lnSpc>
                          <a:spcPct val="100000"/>
                        </a:lnSpc>
                        <a:spcBef>
                          <a:spcPts val="0"/>
                        </a:spcBef>
                        <a:spcAft>
                          <a:spcPts val="0"/>
                        </a:spcAft>
                        <a:buClr>
                          <a:srgbClr val="000000"/>
                        </a:buClr>
                        <a:buSzPts val="1000"/>
                        <a:buFont typeface="Arial"/>
                        <a:buNone/>
                      </a:pPr>
                      <a:r>
                        <a:rPr b="0" lang="en" sz="1000" u="none" cap="none" strike="noStrike">
                          <a:solidFill>
                            <a:srgbClr val="262626"/>
                          </a:solidFill>
                          <a:latin typeface="Times New Roman"/>
                          <a:ea typeface="Times New Roman"/>
                          <a:cs typeface="Times New Roman"/>
                          <a:sym typeface="Times New Roman"/>
                        </a:rPr>
                        <a:t>Étape 1 — Recalage</a:t>
                      </a:r>
                      <a:endParaRPr/>
                    </a:p>
                  </a:txBody>
                  <a:tcPr marT="36000" marB="36000" marR="54000" marL="54000" anchor="ctr">
                    <a:lnL cap="flat" cmpd="sng" w="9525">
                      <a:solidFill>
                        <a:srgbClr val="C9D6E8"/>
                      </a:solidFill>
                      <a:prstDash val="solid"/>
                      <a:round/>
                      <a:headEnd len="sm" w="sm" type="none"/>
                      <a:tailEnd len="sm" w="sm" type="none"/>
                    </a:lnL>
                    <a:lnR cap="flat" cmpd="sng" w="9525">
                      <a:solidFill>
                        <a:srgbClr val="C9D6E8"/>
                      </a:solidFill>
                      <a:prstDash val="solid"/>
                      <a:round/>
                      <a:headEnd len="sm" w="sm" type="none"/>
                      <a:tailEnd len="sm" w="sm" type="none"/>
                    </a:lnR>
                    <a:lnT cap="flat" cmpd="sng" w="9525">
                      <a:solidFill>
                        <a:srgbClr val="C9D6E8"/>
                      </a:solidFill>
                      <a:prstDash val="solid"/>
                      <a:round/>
                      <a:headEnd len="sm" w="sm" type="none"/>
                      <a:tailEnd len="sm" w="sm" type="none"/>
                    </a:lnT>
                    <a:lnB cap="flat" cmpd="sng" w="9525">
                      <a:solidFill>
                        <a:srgbClr val="C9D6E8"/>
                      </a:solidFill>
                      <a:prstDash val="solid"/>
                      <a:round/>
                      <a:headEnd len="sm" w="sm" type="none"/>
                      <a:tailEnd len="sm" w="sm" type="none"/>
                    </a:lnB>
                    <a:solidFill>
                      <a:srgbClr val="F4F8FD"/>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lang="en" sz="1000" u="none" cap="none" strike="noStrike">
                          <a:solidFill>
                            <a:srgbClr val="262626"/>
                          </a:solidFill>
                          <a:latin typeface="Times New Roman"/>
                          <a:ea typeface="Times New Roman"/>
                          <a:cs typeface="Times New Roman"/>
                          <a:sym typeface="Times New Roman"/>
                        </a:rPr>
                        <a:t>MRE et écart-type · courbe de succès · AUC · taux d'échec · validation visuelle · temps par paire</a:t>
                      </a:r>
                      <a:endParaRPr/>
                    </a:p>
                  </a:txBody>
                  <a:tcPr marT="36000" marB="36000" marR="54000" marL="54000" anchor="ctr">
                    <a:lnL cap="flat" cmpd="sng" w="9525">
                      <a:solidFill>
                        <a:srgbClr val="C9D6E8"/>
                      </a:solidFill>
                      <a:prstDash val="solid"/>
                      <a:round/>
                      <a:headEnd len="sm" w="sm" type="none"/>
                      <a:tailEnd len="sm" w="sm" type="none"/>
                    </a:lnL>
                    <a:lnR cap="flat" cmpd="sng" w="9525">
                      <a:solidFill>
                        <a:srgbClr val="C9D6E8"/>
                      </a:solidFill>
                      <a:prstDash val="solid"/>
                      <a:round/>
                      <a:headEnd len="sm" w="sm" type="none"/>
                      <a:tailEnd len="sm" w="sm" type="none"/>
                    </a:lnR>
                    <a:lnT cap="flat" cmpd="sng" w="9525">
                      <a:solidFill>
                        <a:srgbClr val="C9D6E8"/>
                      </a:solidFill>
                      <a:prstDash val="solid"/>
                      <a:round/>
                      <a:headEnd len="sm" w="sm" type="none"/>
                      <a:tailEnd len="sm" w="sm" type="none"/>
                    </a:lnT>
                    <a:lnB cap="flat" cmpd="sng" w="9525">
                      <a:solidFill>
                        <a:srgbClr val="C9D6E8"/>
                      </a:solidFill>
                      <a:prstDash val="solid"/>
                      <a:round/>
                      <a:headEnd len="sm" w="sm" type="none"/>
                      <a:tailEnd len="sm" w="sm" type="none"/>
                    </a:lnB>
                    <a:solidFill>
                      <a:srgbClr val="F4F8FD"/>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lang="en" sz="1000" u="none" cap="none" strike="noStrike">
                          <a:solidFill>
                            <a:srgbClr val="262626"/>
                          </a:solidFill>
                          <a:latin typeface="Times New Roman"/>
                          <a:ea typeface="Times New Roman"/>
                          <a:cs typeface="Times New Roman"/>
                          <a:sym typeface="Times New Roman"/>
                        </a:rPr>
                        <a:t>FIRE, 10 points par paire, seuil de 25 px, résultats séparés par catégorie S / P / A</a:t>
                      </a:r>
                      <a:endParaRPr/>
                    </a:p>
                  </a:txBody>
                  <a:tcPr marT="36000" marB="36000" marR="54000" marL="54000" anchor="ctr">
                    <a:lnL cap="flat" cmpd="sng" w="9525">
                      <a:solidFill>
                        <a:srgbClr val="C9D6E8"/>
                      </a:solidFill>
                      <a:prstDash val="solid"/>
                      <a:round/>
                      <a:headEnd len="sm" w="sm" type="none"/>
                      <a:tailEnd len="sm" w="sm" type="none"/>
                    </a:lnL>
                    <a:lnR cap="flat" cmpd="sng" w="9525">
                      <a:solidFill>
                        <a:srgbClr val="C9D6E8"/>
                      </a:solidFill>
                      <a:prstDash val="solid"/>
                      <a:round/>
                      <a:headEnd len="sm" w="sm" type="none"/>
                      <a:tailEnd len="sm" w="sm" type="none"/>
                    </a:lnR>
                    <a:lnT cap="flat" cmpd="sng" w="9525">
                      <a:solidFill>
                        <a:srgbClr val="C9D6E8"/>
                      </a:solidFill>
                      <a:prstDash val="solid"/>
                      <a:round/>
                      <a:headEnd len="sm" w="sm" type="none"/>
                      <a:tailEnd len="sm" w="sm" type="none"/>
                    </a:lnT>
                    <a:lnB cap="flat" cmpd="sng" w="9525">
                      <a:solidFill>
                        <a:srgbClr val="C9D6E8"/>
                      </a:solidFill>
                      <a:prstDash val="solid"/>
                      <a:round/>
                      <a:headEnd len="sm" w="sm" type="none"/>
                      <a:tailEnd len="sm" w="sm" type="none"/>
                    </a:lnB>
                    <a:solidFill>
                      <a:srgbClr val="F4F8FD"/>
                    </a:solidFill>
                  </a:tcPr>
                </a:tc>
              </a:tr>
              <a:tr h="586150">
                <a:tc>
                  <a:txBody>
                    <a:bodyPr/>
                    <a:lstStyle/>
                    <a:p>
                      <a:pPr indent="0" lvl="0" marL="0" marR="0" rtl="0" algn="l">
                        <a:lnSpc>
                          <a:spcPct val="100000"/>
                        </a:lnSpc>
                        <a:spcBef>
                          <a:spcPts val="0"/>
                        </a:spcBef>
                        <a:spcAft>
                          <a:spcPts val="0"/>
                        </a:spcAft>
                        <a:buClr>
                          <a:srgbClr val="000000"/>
                        </a:buClr>
                        <a:buSzPts val="1000"/>
                        <a:buFont typeface="Arial"/>
                        <a:buNone/>
                      </a:pPr>
                      <a:r>
                        <a:rPr b="0" lang="en" sz="1000" u="none" cap="none" strike="noStrike">
                          <a:solidFill>
                            <a:srgbClr val="262626"/>
                          </a:solidFill>
                          <a:latin typeface="Times New Roman"/>
                          <a:ea typeface="Times New Roman"/>
                          <a:cs typeface="Times New Roman"/>
                          <a:sym typeface="Times New Roman"/>
                        </a:rPr>
                        <a:t>Étape 2 — Détection</a:t>
                      </a:r>
                      <a:endParaRPr/>
                    </a:p>
                  </a:txBody>
                  <a:tcPr marT="36000" marB="36000" marR="54000" marL="54000" anchor="ctr">
                    <a:lnL cap="flat" cmpd="sng" w="9525">
                      <a:solidFill>
                        <a:srgbClr val="C9D6E8"/>
                      </a:solidFill>
                      <a:prstDash val="solid"/>
                      <a:round/>
                      <a:headEnd len="sm" w="sm" type="none"/>
                      <a:tailEnd len="sm" w="sm" type="none"/>
                    </a:lnL>
                    <a:lnR cap="flat" cmpd="sng" w="9525">
                      <a:solidFill>
                        <a:srgbClr val="C9D6E8"/>
                      </a:solidFill>
                      <a:prstDash val="solid"/>
                      <a:round/>
                      <a:headEnd len="sm" w="sm" type="none"/>
                      <a:tailEnd len="sm" w="sm" type="none"/>
                    </a:lnR>
                    <a:lnT cap="flat" cmpd="sng" w="9525">
                      <a:solidFill>
                        <a:srgbClr val="C9D6E8"/>
                      </a:solidFill>
                      <a:prstDash val="solid"/>
                      <a:round/>
                      <a:headEnd len="sm" w="sm" type="none"/>
                      <a:tailEnd len="sm" w="sm" type="none"/>
                    </a:lnT>
                    <a:lnB cap="flat" cmpd="sng" w="9525">
                      <a:solidFill>
                        <a:srgbClr val="C9D6E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lang="en" sz="1000" u="none" cap="none" strike="noStrike">
                          <a:solidFill>
                            <a:srgbClr val="262626"/>
                          </a:solidFill>
                          <a:latin typeface="Times New Roman"/>
                          <a:ea typeface="Times New Roman"/>
                          <a:cs typeface="Times New Roman"/>
                          <a:sym typeface="Times New Roman"/>
                        </a:rPr>
                        <a:t>Sensibilité · faux positifs par image · courbe FROC · origine des faux positifs</a:t>
                      </a:r>
                      <a:endParaRPr/>
                    </a:p>
                  </a:txBody>
                  <a:tcPr marT="36000" marB="36000" marR="54000" marL="54000" anchor="ctr">
                    <a:lnL cap="flat" cmpd="sng" w="9525">
                      <a:solidFill>
                        <a:srgbClr val="C9D6E8"/>
                      </a:solidFill>
                      <a:prstDash val="solid"/>
                      <a:round/>
                      <a:headEnd len="sm" w="sm" type="none"/>
                      <a:tailEnd len="sm" w="sm" type="none"/>
                    </a:lnL>
                    <a:lnR cap="flat" cmpd="sng" w="9525">
                      <a:solidFill>
                        <a:srgbClr val="C9D6E8"/>
                      </a:solidFill>
                      <a:prstDash val="solid"/>
                      <a:round/>
                      <a:headEnd len="sm" w="sm" type="none"/>
                      <a:tailEnd len="sm" w="sm" type="none"/>
                    </a:lnR>
                    <a:lnT cap="flat" cmpd="sng" w="9525">
                      <a:solidFill>
                        <a:srgbClr val="C9D6E8"/>
                      </a:solidFill>
                      <a:prstDash val="solid"/>
                      <a:round/>
                      <a:headEnd len="sm" w="sm" type="none"/>
                      <a:tailEnd len="sm" w="sm" type="none"/>
                    </a:lnT>
                    <a:lnB cap="flat" cmpd="sng" w="9525">
                      <a:solidFill>
                        <a:srgbClr val="C9D6E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lang="en" sz="1000" u="none" cap="none" strike="noStrike">
                          <a:solidFill>
                            <a:srgbClr val="262626"/>
                          </a:solidFill>
                          <a:latin typeface="Times New Roman"/>
                          <a:ea typeface="Times New Roman"/>
                          <a:cs typeface="Times New Roman"/>
                          <a:sym typeface="Times New Roman"/>
                        </a:rPr>
                        <a:t>IDRiD ; tolérance d'appariement ; disque optique et fovéa exclus du calcul</a:t>
                      </a:r>
                      <a:endParaRPr/>
                    </a:p>
                  </a:txBody>
                  <a:tcPr marT="36000" marB="36000" marR="54000" marL="54000" anchor="ctr">
                    <a:lnL cap="flat" cmpd="sng" w="9525">
                      <a:solidFill>
                        <a:srgbClr val="C9D6E8"/>
                      </a:solidFill>
                      <a:prstDash val="solid"/>
                      <a:round/>
                      <a:headEnd len="sm" w="sm" type="none"/>
                      <a:tailEnd len="sm" w="sm" type="none"/>
                    </a:lnL>
                    <a:lnR cap="flat" cmpd="sng" w="9525">
                      <a:solidFill>
                        <a:srgbClr val="C9D6E8"/>
                      </a:solidFill>
                      <a:prstDash val="solid"/>
                      <a:round/>
                      <a:headEnd len="sm" w="sm" type="none"/>
                      <a:tailEnd len="sm" w="sm" type="none"/>
                    </a:lnR>
                    <a:lnT cap="flat" cmpd="sng" w="9525">
                      <a:solidFill>
                        <a:srgbClr val="C9D6E8"/>
                      </a:solidFill>
                      <a:prstDash val="solid"/>
                      <a:round/>
                      <a:headEnd len="sm" w="sm" type="none"/>
                      <a:tailEnd len="sm" w="sm" type="none"/>
                    </a:lnT>
                    <a:lnB cap="flat" cmpd="sng" w="9525">
                      <a:solidFill>
                        <a:srgbClr val="C9D6E8"/>
                      </a:solidFill>
                      <a:prstDash val="solid"/>
                      <a:round/>
                      <a:headEnd len="sm" w="sm" type="none"/>
                      <a:tailEnd len="sm" w="sm" type="none"/>
                    </a:lnB>
                  </a:tcPr>
                </a:tc>
              </a:tr>
              <a:tr h="586150">
                <a:tc>
                  <a:txBody>
                    <a:bodyPr/>
                    <a:lstStyle/>
                    <a:p>
                      <a:pPr indent="0" lvl="0" marL="0" marR="0" rtl="0" algn="l">
                        <a:lnSpc>
                          <a:spcPct val="100000"/>
                        </a:lnSpc>
                        <a:spcBef>
                          <a:spcPts val="0"/>
                        </a:spcBef>
                        <a:spcAft>
                          <a:spcPts val="0"/>
                        </a:spcAft>
                        <a:buClr>
                          <a:srgbClr val="000000"/>
                        </a:buClr>
                        <a:buSzPts val="1000"/>
                        <a:buFont typeface="Arial"/>
                        <a:buNone/>
                      </a:pPr>
                      <a:r>
                        <a:rPr b="0" lang="en" sz="1000" u="none" cap="none" strike="noStrike">
                          <a:solidFill>
                            <a:srgbClr val="262626"/>
                          </a:solidFill>
                          <a:latin typeface="Times New Roman"/>
                          <a:ea typeface="Times New Roman"/>
                          <a:cs typeface="Times New Roman"/>
                          <a:sym typeface="Times New Roman"/>
                        </a:rPr>
                        <a:t>Chaîne complète</a:t>
                      </a:r>
                      <a:endParaRPr/>
                    </a:p>
                  </a:txBody>
                  <a:tcPr marT="36000" marB="36000" marR="54000" marL="54000" anchor="ctr">
                    <a:lnL cap="flat" cmpd="sng" w="9525">
                      <a:solidFill>
                        <a:srgbClr val="C9D6E8"/>
                      </a:solidFill>
                      <a:prstDash val="solid"/>
                      <a:round/>
                      <a:headEnd len="sm" w="sm" type="none"/>
                      <a:tailEnd len="sm" w="sm" type="none"/>
                    </a:lnL>
                    <a:lnR cap="flat" cmpd="sng" w="9525">
                      <a:solidFill>
                        <a:srgbClr val="C9D6E8"/>
                      </a:solidFill>
                      <a:prstDash val="solid"/>
                      <a:round/>
                      <a:headEnd len="sm" w="sm" type="none"/>
                      <a:tailEnd len="sm" w="sm" type="none"/>
                    </a:lnR>
                    <a:lnT cap="flat" cmpd="sng" w="9525">
                      <a:solidFill>
                        <a:srgbClr val="C9D6E8"/>
                      </a:solidFill>
                      <a:prstDash val="solid"/>
                      <a:round/>
                      <a:headEnd len="sm" w="sm" type="none"/>
                      <a:tailEnd len="sm" w="sm" type="none"/>
                    </a:lnT>
                    <a:lnB cap="flat" cmpd="sng" w="9525">
                      <a:solidFill>
                        <a:srgbClr val="C9D6E8"/>
                      </a:solidFill>
                      <a:prstDash val="solid"/>
                      <a:round/>
                      <a:headEnd len="sm" w="sm" type="none"/>
                      <a:tailEnd len="sm" w="sm" type="none"/>
                    </a:lnB>
                    <a:solidFill>
                      <a:srgbClr val="F4F8FD"/>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lang="en" sz="1000" u="none" cap="none" strike="noStrike">
                          <a:solidFill>
                            <a:srgbClr val="262626"/>
                          </a:solidFill>
                          <a:latin typeface="Times New Roman"/>
                          <a:ea typeface="Times New Roman"/>
                          <a:cs typeface="Times New Roman"/>
                          <a:sym typeface="Times New Roman"/>
                        </a:rPr>
                        <a:t>Faux positifs selon l'erreur de recalage · robustesse à l'éclairage, au bruit et à la compression JPEG</a:t>
                      </a:r>
                      <a:endParaRPr/>
                    </a:p>
                  </a:txBody>
                  <a:tcPr marT="36000" marB="36000" marR="54000" marL="54000" anchor="ctr">
                    <a:lnL cap="flat" cmpd="sng" w="9525">
                      <a:solidFill>
                        <a:srgbClr val="C9D6E8"/>
                      </a:solidFill>
                      <a:prstDash val="solid"/>
                      <a:round/>
                      <a:headEnd len="sm" w="sm" type="none"/>
                      <a:tailEnd len="sm" w="sm" type="none"/>
                    </a:lnL>
                    <a:lnR cap="flat" cmpd="sng" w="9525">
                      <a:solidFill>
                        <a:srgbClr val="C9D6E8"/>
                      </a:solidFill>
                      <a:prstDash val="solid"/>
                      <a:round/>
                      <a:headEnd len="sm" w="sm" type="none"/>
                      <a:tailEnd len="sm" w="sm" type="none"/>
                    </a:lnR>
                    <a:lnT cap="flat" cmpd="sng" w="9525">
                      <a:solidFill>
                        <a:srgbClr val="C9D6E8"/>
                      </a:solidFill>
                      <a:prstDash val="solid"/>
                      <a:round/>
                      <a:headEnd len="sm" w="sm" type="none"/>
                      <a:tailEnd len="sm" w="sm" type="none"/>
                    </a:lnT>
                    <a:lnB cap="flat" cmpd="sng" w="9525">
                      <a:solidFill>
                        <a:srgbClr val="C9D6E8"/>
                      </a:solidFill>
                      <a:prstDash val="solid"/>
                      <a:round/>
                      <a:headEnd len="sm" w="sm" type="none"/>
                      <a:tailEnd len="sm" w="sm" type="none"/>
                    </a:lnB>
                    <a:solidFill>
                      <a:srgbClr val="F4F8FD"/>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lang="en" sz="1000" u="none" cap="none" strike="noStrike">
                          <a:solidFill>
                            <a:srgbClr val="262626"/>
                          </a:solidFill>
                          <a:latin typeface="Times New Roman"/>
                          <a:ea typeface="Times New Roman"/>
                          <a:cs typeface="Times New Roman"/>
                          <a:sym typeface="Times New Roman"/>
                        </a:rPr>
                        <a:t>Mesures ajoutées par le projet, absentes de la littérature étudiée</a:t>
                      </a:r>
                      <a:endParaRPr/>
                    </a:p>
                  </a:txBody>
                  <a:tcPr marT="36000" marB="36000" marR="54000" marL="54000" anchor="ctr">
                    <a:lnL cap="flat" cmpd="sng" w="9525">
                      <a:solidFill>
                        <a:srgbClr val="C9D6E8"/>
                      </a:solidFill>
                      <a:prstDash val="solid"/>
                      <a:round/>
                      <a:headEnd len="sm" w="sm" type="none"/>
                      <a:tailEnd len="sm" w="sm" type="none"/>
                    </a:lnL>
                    <a:lnR cap="flat" cmpd="sng" w="9525">
                      <a:solidFill>
                        <a:srgbClr val="C9D6E8"/>
                      </a:solidFill>
                      <a:prstDash val="solid"/>
                      <a:round/>
                      <a:headEnd len="sm" w="sm" type="none"/>
                      <a:tailEnd len="sm" w="sm" type="none"/>
                    </a:lnR>
                    <a:lnT cap="flat" cmpd="sng" w="9525">
                      <a:solidFill>
                        <a:srgbClr val="C9D6E8"/>
                      </a:solidFill>
                      <a:prstDash val="solid"/>
                      <a:round/>
                      <a:headEnd len="sm" w="sm" type="none"/>
                      <a:tailEnd len="sm" w="sm" type="none"/>
                    </a:lnT>
                    <a:lnB cap="flat" cmpd="sng" w="9525">
                      <a:solidFill>
                        <a:srgbClr val="C9D6E8"/>
                      </a:solidFill>
                      <a:prstDash val="solid"/>
                      <a:round/>
                      <a:headEnd len="sm" w="sm" type="none"/>
                      <a:tailEnd len="sm" w="sm" type="none"/>
                    </a:lnB>
                    <a:solidFill>
                      <a:srgbClr val="F4F8FD"/>
                    </a:solidFill>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3" name="Shape 1163"/>
        <p:cNvGrpSpPr/>
        <p:nvPr/>
      </p:nvGrpSpPr>
      <p:grpSpPr>
        <a:xfrm>
          <a:off x="0" y="0"/>
          <a:ext cx="0" cy="0"/>
          <a:chOff x="0" y="0"/>
          <a:chExt cx="0" cy="0"/>
        </a:xfrm>
      </p:grpSpPr>
      <p:sp>
        <p:nvSpPr>
          <p:cNvPr id="1164" name="Google Shape;1164;p54"/>
          <p:cNvSpPr txBox="1"/>
          <p:nvPr>
            <p:ph idx="4294967295" type="title"/>
          </p:nvPr>
        </p:nvSpPr>
        <p:spPr>
          <a:xfrm>
            <a:off x="154050" y="183256"/>
            <a:ext cx="8835900" cy="992700"/>
          </a:xfrm>
          <a:prstGeom prst="rect">
            <a:avLst/>
          </a:prstGeom>
          <a:solidFill>
            <a:srgbClr val="B1CDFB"/>
          </a:solidFill>
          <a:ln>
            <a:noFill/>
          </a:ln>
        </p:spPr>
        <p:txBody>
          <a:bodyPr anchorCtr="0" anchor="ctr" bIns="182875" lIns="182875" spcFirstLastPara="1" rIns="182875" wrap="square" tIns="182875">
            <a:noAutofit/>
          </a:bodyPr>
          <a:lstStyle/>
          <a:p>
            <a:pPr indent="0" lvl="0" marL="0" rtl="0" algn="ctr">
              <a:lnSpc>
                <a:spcPct val="90000"/>
              </a:lnSpc>
              <a:spcBef>
                <a:spcPts val="0"/>
              </a:spcBef>
              <a:spcAft>
                <a:spcPts val="0"/>
              </a:spcAft>
              <a:buSzPts val="3300"/>
              <a:buNone/>
            </a:pPr>
            <a:r>
              <a:rPr b="1" lang="en" sz="2100">
                <a:solidFill>
                  <a:srgbClr val="262626"/>
                </a:solidFill>
                <a:latin typeface="Times New Roman"/>
                <a:ea typeface="Times New Roman"/>
                <a:cs typeface="Times New Roman"/>
                <a:sym typeface="Times New Roman"/>
              </a:rPr>
              <a:t>Ce que le projet ajoute à la littérature</a:t>
            </a:r>
            <a:endParaRPr/>
          </a:p>
        </p:txBody>
      </p:sp>
      <p:sp>
        <p:nvSpPr>
          <p:cNvPr id="1165" name="Google Shape;1165;p54"/>
          <p:cNvSpPr/>
          <p:nvPr/>
        </p:nvSpPr>
        <p:spPr>
          <a:xfrm>
            <a:off x="7936500" y="190400"/>
            <a:ext cx="947100" cy="9927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6" name="Google Shape;1166;p54"/>
          <p:cNvSpPr/>
          <p:nvPr/>
        </p:nvSpPr>
        <p:spPr>
          <a:xfrm>
            <a:off x="8765725" y="501950"/>
            <a:ext cx="614249" cy="337200"/>
          </a:xfrm>
          <a:prstGeom prst="ellipse">
            <a:avLst/>
          </a:prstGeom>
          <a:solidFill>
            <a:schemeClr val="lt1"/>
          </a:solidFill>
          <a:ln cap="flat" cmpd="sng" w="9525">
            <a:solidFill>
              <a:srgbClr val="9FC5E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2</a:t>
            </a:r>
            <a:r>
              <a:rPr lang="en"/>
              <a:t>7</a:t>
            </a:r>
            <a:endParaRPr b="0" i="0" sz="1400" u="none" cap="none" strike="noStrike">
              <a:solidFill>
                <a:srgbClr val="000000"/>
              </a:solidFill>
              <a:latin typeface="Arial"/>
              <a:ea typeface="Arial"/>
              <a:cs typeface="Arial"/>
              <a:sym typeface="Arial"/>
            </a:endParaRPr>
          </a:p>
        </p:txBody>
      </p:sp>
      <p:pic>
        <p:nvPicPr>
          <p:cNvPr descr="Une image contenant personne, sourire, blanc, pose  Description générée automatiquement" id="1167" name="Google Shape;1167;p54"/>
          <p:cNvPicPr preferRelativeResize="0"/>
          <p:nvPr/>
        </p:nvPicPr>
        <p:blipFill rotWithShape="1">
          <a:blip r:embed="rId3">
            <a:alphaModFix/>
          </a:blip>
          <a:srcRect b="0" l="0" r="0" t="0"/>
          <a:stretch/>
        </p:blipFill>
        <p:spPr>
          <a:xfrm>
            <a:off x="8006453" y="285136"/>
            <a:ext cx="770513" cy="770513"/>
          </a:xfrm>
          <a:prstGeom prst="rect">
            <a:avLst/>
          </a:prstGeom>
          <a:noFill/>
          <a:ln>
            <a:noFill/>
          </a:ln>
        </p:spPr>
      </p:pic>
      <p:sp>
        <p:nvSpPr>
          <p:cNvPr id="1168" name="Google Shape;1168;p54"/>
          <p:cNvSpPr txBox="1"/>
          <p:nvPr/>
        </p:nvSpPr>
        <p:spPr>
          <a:xfrm>
            <a:off x="420000" y="1340000"/>
            <a:ext cx="8300000" cy="3350000"/>
          </a:xfrm>
          <a:prstGeom prst="rect">
            <a:avLst/>
          </a:prstGeom>
          <a:noFill/>
          <a:ln>
            <a:noFill/>
          </a:ln>
        </p:spPr>
        <p:txBody>
          <a:bodyPr anchorCtr="0" anchor="t" bIns="0" lIns="0" spcFirstLastPara="1" rIns="0" wrap="square" tIns="0">
            <a:noAutofit/>
          </a:bodyPr>
          <a:lstStyle/>
          <a:p>
            <a:pPr indent="-285750" lvl="0" marL="285750" marR="0" rtl="0" algn="l">
              <a:lnSpc>
                <a:spcPct val="100000"/>
              </a:lnSpc>
              <a:spcBef>
                <a:spcPts val="0"/>
              </a:spcBef>
              <a:spcAft>
                <a:spcPts val="0"/>
              </a:spcAft>
              <a:buClr>
                <a:srgbClr val="2E5E9E"/>
              </a:buClr>
              <a:buSzPts val="1105"/>
              <a:buFont typeface="Arial"/>
              <a:buChar char="•"/>
            </a:pPr>
            <a:r>
              <a:rPr b="0" i="0" lang="en" sz="1300" u="none" cap="none" strike="noStrike">
                <a:solidFill>
                  <a:srgbClr val="262626"/>
                </a:solidFill>
                <a:latin typeface="Times New Roman"/>
                <a:ea typeface="Times New Roman"/>
                <a:cs typeface="Times New Roman"/>
                <a:sym typeface="Times New Roman"/>
              </a:rPr>
              <a:t>Les méthodes publiées sont évaluées sur leur </a:t>
            </a:r>
            <a:r>
              <a:rPr b="1" i="0" lang="en" sz="1300" u="none" cap="none" strike="noStrike">
                <a:solidFill>
                  <a:srgbClr val="262626"/>
                </a:solidFill>
                <a:latin typeface="Times New Roman"/>
                <a:ea typeface="Times New Roman"/>
                <a:cs typeface="Times New Roman"/>
                <a:sym typeface="Times New Roman"/>
              </a:rPr>
              <a:t>seule sortie</a:t>
            </a:r>
            <a:r>
              <a:rPr b="0" i="0" lang="en" sz="1300" u="none" cap="none" strike="noStrike">
                <a:solidFill>
                  <a:srgbClr val="262626"/>
                </a:solidFill>
                <a:latin typeface="Times New Roman"/>
                <a:ea typeface="Times New Roman"/>
                <a:cs typeface="Times New Roman"/>
                <a:sym typeface="Times New Roman"/>
              </a:rPr>
              <a:t> : presque aucune ne rapporte de mesure sur ses étapes intermédiaires.</a:t>
            </a:r>
            <a:endParaRPr/>
          </a:p>
          <a:p>
            <a:pPr indent="-285750" lvl="0" marL="285750" marR="0" rtl="0" algn="l">
              <a:lnSpc>
                <a:spcPct val="100000"/>
              </a:lnSpc>
              <a:spcBef>
                <a:spcPts val="620"/>
              </a:spcBef>
              <a:spcAft>
                <a:spcPts val="0"/>
              </a:spcAft>
              <a:buClr>
                <a:srgbClr val="2E5E9E"/>
              </a:buClr>
              <a:buSzPts val="1105"/>
              <a:buFont typeface="Arial"/>
              <a:buChar char="•"/>
            </a:pPr>
            <a:r>
              <a:rPr b="0" i="0" lang="en" sz="1300" u="none" cap="none" strike="noStrike">
                <a:solidFill>
                  <a:srgbClr val="262626"/>
                </a:solidFill>
                <a:latin typeface="Times New Roman"/>
                <a:ea typeface="Times New Roman"/>
                <a:cs typeface="Times New Roman"/>
                <a:sym typeface="Times New Roman"/>
              </a:rPr>
              <a:t>C'est tenable pour un système qu'on ne prétend pas inspecter. Ce ne l'est pas ici, où l'explicabilité est l'argument central.</a:t>
            </a:r>
            <a:endParaRPr/>
          </a:p>
          <a:p>
            <a:pPr indent="-285750" lvl="0" marL="285750" marR="0" rtl="0" algn="l">
              <a:lnSpc>
                <a:spcPct val="100000"/>
              </a:lnSpc>
              <a:spcBef>
                <a:spcPts val="620"/>
              </a:spcBef>
              <a:spcAft>
                <a:spcPts val="0"/>
              </a:spcAft>
              <a:buClr>
                <a:srgbClr val="2E5E9E"/>
              </a:buClr>
              <a:buSzPts val="1105"/>
              <a:buFont typeface="Arial"/>
              <a:buChar char="•"/>
            </a:pPr>
            <a:r>
              <a:rPr b="0" i="0" lang="en" sz="1300" u="none" cap="none" strike="noStrike">
                <a:solidFill>
                  <a:srgbClr val="262626"/>
                </a:solidFill>
                <a:latin typeface="Times New Roman"/>
                <a:ea typeface="Times New Roman"/>
                <a:cs typeface="Times New Roman"/>
                <a:sym typeface="Times New Roman"/>
              </a:rPr>
              <a:t>Le </a:t>
            </a:r>
            <a:r>
              <a:rPr b="1" i="0" lang="en" sz="1300" u="none" cap="none" strike="noStrike">
                <a:solidFill>
                  <a:srgbClr val="262626"/>
                </a:solidFill>
                <a:latin typeface="Times New Roman"/>
                <a:ea typeface="Times New Roman"/>
                <a:cs typeface="Times New Roman"/>
                <a:sym typeface="Times New Roman"/>
              </a:rPr>
              <a:t>taux d'inliers conservés par RANSAC</a:t>
            </a:r>
            <a:r>
              <a:rPr b="0" i="0" lang="en" sz="1300" u="none" cap="none" strike="noStrike">
                <a:solidFill>
                  <a:srgbClr val="262626"/>
                </a:solidFill>
                <a:latin typeface="Times New Roman"/>
                <a:ea typeface="Times New Roman"/>
                <a:cs typeface="Times New Roman"/>
                <a:sym typeface="Times New Roman"/>
              </a:rPr>
              <a:t> rattache un échec de recalage à l'étape qui en est responsable ce que [6] n'a pas pu faire pour ses paires à faible recouvrement.</a:t>
            </a:r>
            <a:endParaRPr/>
          </a:p>
          <a:p>
            <a:pPr indent="-285750" lvl="0" marL="285750" marR="0" rtl="0" algn="l">
              <a:lnSpc>
                <a:spcPct val="100000"/>
              </a:lnSpc>
              <a:spcBef>
                <a:spcPts val="620"/>
              </a:spcBef>
              <a:spcAft>
                <a:spcPts val="0"/>
              </a:spcAft>
              <a:buClr>
                <a:srgbClr val="2E5E9E"/>
              </a:buClr>
              <a:buSzPts val="1105"/>
              <a:buFont typeface="Arial"/>
              <a:buChar char="•"/>
            </a:pPr>
            <a:r>
              <a:rPr b="0" i="0" lang="en" sz="1300" u="none" cap="none" strike="noStrike">
                <a:solidFill>
                  <a:srgbClr val="262626"/>
                </a:solidFill>
                <a:latin typeface="Times New Roman"/>
                <a:ea typeface="Times New Roman"/>
                <a:cs typeface="Times New Roman"/>
                <a:sym typeface="Times New Roman"/>
              </a:rPr>
              <a:t>Deux mesures absentes du corpus : les faux positifs </a:t>
            </a:r>
            <a:r>
              <a:rPr b="1" i="0" lang="en" sz="1300" u="none" cap="none" strike="noStrike">
                <a:solidFill>
                  <a:srgbClr val="262626"/>
                </a:solidFill>
                <a:latin typeface="Times New Roman"/>
                <a:ea typeface="Times New Roman"/>
                <a:cs typeface="Times New Roman"/>
                <a:sym typeface="Times New Roman"/>
              </a:rPr>
              <a:t>par classe d'erreur de recalage</a:t>
            </a:r>
            <a:r>
              <a:rPr b="0" i="0" lang="en" sz="1300" u="none" cap="none" strike="noStrike">
                <a:solidFill>
                  <a:srgbClr val="262626"/>
                </a:solidFill>
                <a:latin typeface="Times New Roman"/>
                <a:ea typeface="Times New Roman"/>
                <a:cs typeface="Times New Roman"/>
                <a:sym typeface="Times New Roman"/>
              </a:rPr>
              <a:t>, et la dégradation des deux étapes sous éclairage, bruit et compression.</a:t>
            </a:r>
            <a:endParaRPr/>
          </a:p>
          <a:p>
            <a:pPr indent="-285750" lvl="0" marL="285750" marR="0" rtl="0" algn="l">
              <a:lnSpc>
                <a:spcPct val="100000"/>
              </a:lnSpc>
              <a:spcBef>
                <a:spcPts val="620"/>
              </a:spcBef>
              <a:spcAft>
                <a:spcPts val="0"/>
              </a:spcAft>
              <a:buClr>
                <a:srgbClr val="2E5E9E"/>
              </a:buClr>
              <a:buSzPts val="1105"/>
              <a:buFont typeface="Arial"/>
              <a:buChar char="•"/>
            </a:pPr>
            <a:r>
              <a:rPr b="0" i="0" lang="en" sz="1300" u="none" cap="none" strike="noStrike">
                <a:solidFill>
                  <a:srgbClr val="262626"/>
                </a:solidFill>
                <a:latin typeface="Times New Roman"/>
                <a:ea typeface="Times New Roman"/>
                <a:cs typeface="Times New Roman"/>
                <a:sym typeface="Times New Roman"/>
              </a:rPr>
              <a:t>Cette dernière a une portée pratique en télé-ophtalmologie, où les images sont compressées avant d'être transmises.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2" name="Shape 1172"/>
        <p:cNvGrpSpPr/>
        <p:nvPr/>
      </p:nvGrpSpPr>
      <p:grpSpPr>
        <a:xfrm>
          <a:off x="0" y="0"/>
          <a:ext cx="0" cy="0"/>
          <a:chOff x="0" y="0"/>
          <a:chExt cx="0" cy="0"/>
        </a:xfrm>
      </p:grpSpPr>
      <p:sp>
        <p:nvSpPr>
          <p:cNvPr id="1173" name="Google Shape;1173;p55"/>
          <p:cNvSpPr txBox="1"/>
          <p:nvPr>
            <p:ph idx="1" type="body"/>
          </p:nvPr>
        </p:nvSpPr>
        <p:spPr>
          <a:xfrm>
            <a:off x="1105067" y="1990155"/>
            <a:ext cx="6556677" cy="1163190"/>
          </a:xfrm>
          <a:prstGeom prst="rect">
            <a:avLst/>
          </a:prstGeom>
          <a:noFill/>
          <a:ln>
            <a:noFill/>
          </a:ln>
        </p:spPr>
        <p:txBody>
          <a:bodyPr anchorCtr="0" anchor="ctr" bIns="68575" lIns="68575" spcFirstLastPara="1" rIns="68575" wrap="square" tIns="68575">
            <a:normAutofit/>
          </a:bodyPr>
          <a:lstStyle/>
          <a:p>
            <a:pPr indent="0" lvl="0" marL="0" rtl="0" algn="ctr">
              <a:lnSpc>
                <a:spcPct val="100000"/>
              </a:lnSpc>
              <a:spcBef>
                <a:spcPts val="0"/>
              </a:spcBef>
              <a:spcAft>
                <a:spcPts val="0"/>
              </a:spcAft>
              <a:buSzPts val="1400"/>
              <a:buNone/>
            </a:pPr>
            <a:r>
              <a:rPr b="1" lang="en" sz="2600">
                <a:solidFill>
                  <a:schemeClr val="dk1"/>
                </a:solidFill>
                <a:latin typeface="Times New Roman"/>
                <a:ea typeface="Times New Roman"/>
                <a:cs typeface="Times New Roman"/>
                <a:sym typeface="Times New Roman"/>
              </a:rPr>
              <a:t>R</a:t>
            </a:r>
            <a:r>
              <a:rPr b="1" lang="en" sz="2600">
                <a:solidFill>
                  <a:schemeClr val="dk1"/>
                </a:solidFill>
                <a:latin typeface="Times New Roman"/>
                <a:ea typeface="Times New Roman"/>
                <a:cs typeface="Times New Roman"/>
                <a:sym typeface="Times New Roman"/>
              </a:rPr>
              <a:t>ecalage et intégration</a:t>
            </a:r>
            <a:endParaRPr>
              <a:solidFill>
                <a:schemeClr val="dk1"/>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7" name="Shape 1177"/>
        <p:cNvGrpSpPr/>
        <p:nvPr/>
      </p:nvGrpSpPr>
      <p:grpSpPr>
        <a:xfrm>
          <a:off x="0" y="0"/>
          <a:ext cx="0" cy="0"/>
          <a:chOff x="0" y="0"/>
          <a:chExt cx="0" cy="0"/>
        </a:xfrm>
      </p:grpSpPr>
      <p:sp>
        <p:nvSpPr>
          <p:cNvPr id="1178" name="Google Shape;1178;p56"/>
          <p:cNvSpPr txBox="1"/>
          <p:nvPr>
            <p:ph idx="4294967295" type="title"/>
          </p:nvPr>
        </p:nvSpPr>
        <p:spPr>
          <a:xfrm>
            <a:off x="154050" y="190400"/>
            <a:ext cx="8835900" cy="992700"/>
          </a:xfrm>
          <a:prstGeom prst="rect">
            <a:avLst/>
          </a:prstGeom>
          <a:solidFill>
            <a:srgbClr val="B1CDFB"/>
          </a:solidFill>
          <a:ln>
            <a:noFill/>
          </a:ln>
        </p:spPr>
        <p:txBody>
          <a:bodyPr anchorCtr="0" anchor="ctr" bIns="182875" lIns="182875" spcFirstLastPara="1" rIns="182875" wrap="square" tIns="182875">
            <a:normAutofit/>
          </a:bodyPr>
          <a:lstStyle/>
          <a:p>
            <a:pPr indent="0" lvl="0" marL="0" rtl="0" algn="ctr">
              <a:lnSpc>
                <a:spcPct val="90000"/>
              </a:lnSpc>
              <a:spcBef>
                <a:spcPts val="0"/>
              </a:spcBef>
              <a:spcAft>
                <a:spcPts val="0"/>
              </a:spcAft>
              <a:buSzPts val="3300"/>
              <a:buNone/>
            </a:pPr>
            <a:r>
              <a:rPr b="1" lang="en" sz="2100">
                <a:solidFill>
                  <a:srgbClr val="262626"/>
                </a:solidFill>
                <a:latin typeface="Times New Roman"/>
                <a:ea typeface="Times New Roman"/>
                <a:cs typeface="Times New Roman"/>
                <a:sym typeface="Times New Roman"/>
              </a:rPr>
              <a:t>Environnement et dépôt</a:t>
            </a:r>
            <a:endParaRPr/>
          </a:p>
        </p:txBody>
      </p:sp>
      <p:sp>
        <p:nvSpPr>
          <p:cNvPr id="1179" name="Google Shape;1179;p56"/>
          <p:cNvSpPr/>
          <p:nvPr/>
        </p:nvSpPr>
        <p:spPr>
          <a:xfrm>
            <a:off x="7830150" y="93500"/>
            <a:ext cx="1159800" cy="11865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0" name="Google Shape;1180;p56"/>
          <p:cNvSpPr/>
          <p:nvPr/>
        </p:nvSpPr>
        <p:spPr>
          <a:xfrm>
            <a:off x="7936500" y="190400"/>
            <a:ext cx="947100" cy="9927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1" name="Google Shape;1181;p56"/>
          <p:cNvSpPr/>
          <p:nvPr/>
        </p:nvSpPr>
        <p:spPr>
          <a:xfrm>
            <a:off x="8765725" y="501950"/>
            <a:ext cx="614249" cy="337200"/>
          </a:xfrm>
          <a:prstGeom prst="ellipse">
            <a:avLst/>
          </a:prstGeom>
          <a:solidFill>
            <a:schemeClr val="lt1"/>
          </a:solidFill>
          <a:ln cap="flat" cmpd="sng" w="9525">
            <a:solidFill>
              <a:srgbClr val="9FC5E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2</a:t>
            </a:r>
            <a:r>
              <a:rPr lang="en"/>
              <a:t>8</a:t>
            </a:r>
            <a:endParaRPr b="0" i="0" sz="1400" u="none" cap="none" strike="noStrike">
              <a:solidFill>
                <a:srgbClr val="000000"/>
              </a:solidFill>
              <a:latin typeface="Arial"/>
              <a:ea typeface="Arial"/>
              <a:cs typeface="Arial"/>
              <a:sym typeface="Arial"/>
            </a:endParaRPr>
          </a:p>
        </p:txBody>
      </p:sp>
      <p:pic>
        <p:nvPicPr>
          <p:cNvPr descr="Une image contenant personne, sourire, blanc, pose  Description générée automatiquement" id="1182" name="Google Shape;1182;p56"/>
          <p:cNvPicPr preferRelativeResize="0"/>
          <p:nvPr/>
        </p:nvPicPr>
        <p:blipFill rotWithShape="1">
          <a:blip r:embed="rId3">
            <a:alphaModFix/>
          </a:blip>
          <a:srcRect b="0" l="0" r="0" t="0"/>
          <a:stretch/>
        </p:blipFill>
        <p:spPr>
          <a:xfrm>
            <a:off x="8006453" y="285136"/>
            <a:ext cx="770513" cy="770513"/>
          </a:xfrm>
          <a:prstGeom prst="rect">
            <a:avLst/>
          </a:prstGeom>
          <a:noFill/>
          <a:ln>
            <a:noFill/>
          </a:ln>
        </p:spPr>
      </p:pic>
      <p:sp>
        <p:nvSpPr>
          <p:cNvPr id="1183" name="Google Shape;1183;p56"/>
          <p:cNvSpPr txBox="1"/>
          <p:nvPr/>
        </p:nvSpPr>
        <p:spPr>
          <a:xfrm>
            <a:off x="420000" y="1340000"/>
            <a:ext cx="8300000" cy="3350000"/>
          </a:xfrm>
          <a:prstGeom prst="rect">
            <a:avLst/>
          </a:prstGeom>
          <a:noFill/>
          <a:ln>
            <a:noFill/>
          </a:ln>
        </p:spPr>
        <p:txBody>
          <a:bodyPr anchorCtr="0" anchor="t" bIns="0" lIns="0" spcFirstLastPara="1" rIns="0" wrap="square" tIns="0">
            <a:noAutofit/>
          </a:bodyPr>
          <a:lstStyle/>
          <a:p>
            <a:pPr indent="-285750" lvl="0" marL="285750" marR="0" rtl="0" algn="l">
              <a:lnSpc>
                <a:spcPct val="100000"/>
              </a:lnSpc>
              <a:spcBef>
                <a:spcPts val="0"/>
              </a:spcBef>
              <a:spcAft>
                <a:spcPts val="0"/>
              </a:spcAft>
              <a:buClr>
                <a:srgbClr val="2E5E9E"/>
              </a:buClr>
              <a:buSzPts val="1105"/>
              <a:buFont typeface="Arial"/>
              <a:buChar char="•"/>
            </a:pPr>
            <a:r>
              <a:rPr b="1" i="0" lang="en" sz="1300" u="none" cap="none" strike="noStrike">
                <a:solidFill>
                  <a:srgbClr val="262626"/>
                </a:solidFill>
                <a:latin typeface="Times New Roman"/>
                <a:ea typeface="Times New Roman"/>
                <a:cs typeface="Times New Roman"/>
                <a:sym typeface="Times New Roman"/>
              </a:rPr>
              <a:t>Java, ImageJ / Fiji, Eclipse</a:t>
            </a:r>
            <a:r>
              <a:rPr b="0" i="0" lang="en" sz="1300" u="none" cap="none" strike="noStrike">
                <a:solidFill>
                  <a:srgbClr val="262626"/>
                </a:solidFill>
                <a:latin typeface="Times New Roman"/>
                <a:ea typeface="Times New Roman"/>
                <a:cs typeface="Times New Roman"/>
                <a:sym typeface="Times New Roman"/>
              </a:rPr>
              <a:t> </a:t>
            </a:r>
            <a:r>
              <a:rPr lang="en" sz="1300">
                <a:solidFill>
                  <a:srgbClr val="262626"/>
                </a:solidFill>
                <a:latin typeface="Times New Roman"/>
                <a:ea typeface="Times New Roman"/>
                <a:cs typeface="Times New Roman"/>
                <a:sym typeface="Times New Roman"/>
              </a:rPr>
              <a:t>:</a:t>
            </a:r>
            <a:r>
              <a:rPr b="0" i="0" lang="en" sz="1300" u="none" cap="none" strike="noStrike">
                <a:solidFill>
                  <a:srgbClr val="262626"/>
                </a:solidFill>
                <a:latin typeface="Times New Roman"/>
                <a:ea typeface="Times New Roman"/>
                <a:cs typeface="Times New Roman"/>
                <a:sym typeface="Times New Roman"/>
              </a:rPr>
              <a:t> l'environnement compile et exécute le plugin.</a:t>
            </a:r>
            <a:endParaRPr/>
          </a:p>
          <a:p>
            <a:pPr indent="-285750" lvl="0" marL="285750" marR="0" rtl="0" algn="l">
              <a:lnSpc>
                <a:spcPct val="100000"/>
              </a:lnSpc>
              <a:spcBef>
                <a:spcPts val="620"/>
              </a:spcBef>
              <a:spcAft>
                <a:spcPts val="0"/>
              </a:spcAft>
              <a:buClr>
                <a:srgbClr val="2E5E9E"/>
              </a:buClr>
              <a:buSzPts val="1105"/>
              <a:buFont typeface="Arial"/>
              <a:buChar char="•"/>
            </a:pPr>
            <a:r>
              <a:rPr b="1" i="0" lang="en" sz="1300" u="none" cap="none" strike="noStrike">
                <a:solidFill>
                  <a:srgbClr val="262626"/>
                </a:solidFill>
                <a:latin typeface="Times New Roman"/>
                <a:ea typeface="Times New Roman"/>
                <a:cs typeface="Times New Roman"/>
                <a:sym typeface="Times New Roman"/>
              </a:rPr>
              <a:t>Jama</a:t>
            </a:r>
            <a:r>
              <a:rPr b="0" i="0" lang="en" sz="1300" u="none" cap="none" strike="noStrike">
                <a:solidFill>
                  <a:srgbClr val="262626"/>
                </a:solidFill>
                <a:latin typeface="Times New Roman"/>
                <a:ea typeface="Times New Roman"/>
                <a:cs typeface="Times New Roman"/>
                <a:sym typeface="Times New Roman"/>
              </a:rPr>
              <a:t> pour l'algèbre linéaire (RANSAC, moindres carrés) et </a:t>
            </a:r>
            <a:r>
              <a:rPr b="1" i="0" lang="en" sz="1300" u="none" cap="none" strike="noStrike">
                <a:solidFill>
                  <a:srgbClr val="262626"/>
                </a:solidFill>
                <a:latin typeface="Times New Roman"/>
                <a:ea typeface="Times New Roman"/>
                <a:cs typeface="Times New Roman"/>
                <a:sym typeface="Times New Roman"/>
              </a:rPr>
              <a:t>JFreeChart</a:t>
            </a:r>
            <a:r>
              <a:rPr b="0" i="0" lang="en" sz="1300" u="none" cap="none" strike="noStrike">
                <a:solidFill>
                  <a:srgbClr val="262626"/>
                </a:solidFill>
                <a:latin typeface="Times New Roman"/>
                <a:ea typeface="Times New Roman"/>
                <a:cs typeface="Times New Roman"/>
                <a:sym typeface="Times New Roman"/>
              </a:rPr>
              <a:t> pour les courbes ROC à venir.</a:t>
            </a:r>
            <a:endParaRPr/>
          </a:p>
          <a:p>
            <a:pPr indent="-285750" lvl="0" marL="285750" marR="0" rtl="0" algn="l">
              <a:lnSpc>
                <a:spcPct val="100000"/>
              </a:lnSpc>
              <a:spcBef>
                <a:spcPts val="620"/>
              </a:spcBef>
              <a:spcAft>
                <a:spcPts val="0"/>
              </a:spcAft>
              <a:buClr>
                <a:srgbClr val="2E5E9E"/>
              </a:buClr>
              <a:buSzPts val="1105"/>
              <a:buFont typeface="Arial"/>
              <a:buChar char="•"/>
            </a:pPr>
            <a:r>
              <a:rPr b="1" i="0" lang="en" sz="1300" u="none" cap="none" strike="noStrike">
                <a:solidFill>
                  <a:srgbClr val="262626"/>
                </a:solidFill>
                <a:latin typeface="Times New Roman"/>
                <a:ea typeface="Times New Roman"/>
                <a:cs typeface="Times New Roman"/>
                <a:sym typeface="Times New Roman"/>
              </a:rPr>
              <a:t>Dépôt Git</a:t>
            </a:r>
            <a:r>
              <a:rPr b="0" i="0" lang="en" sz="1300" u="none" cap="none" strike="noStrike">
                <a:solidFill>
                  <a:srgbClr val="262626"/>
                </a:solidFill>
                <a:latin typeface="Times New Roman"/>
                <a:ea typeface="Times New Roman"/>
                <a:cs typeface="Times New Roman"/>
                <a:sym typeface="Times New Roman"/>
              </a:rPr>
              <a:t> créé et partagé entre les quatre membres.</a:t>
            </a:r>
            <a:endParaRPr/>
          </a:p>
          <a:p>
            <a:pPr indent="-285750" lvl="0" marL="285750" marR="0" rtl="0" algn="l">
              <a:lnSpc>
                <a:spcPct val="100000"/>
              </a:lnSpc>
              <a:spcBef>
                <a:spcPts val="620"/>
              </a:spcBef>
              <a:spcAft>
                <a:spcPts val="0"/>
              </a:spcAft>
              <a:buClr>
                <a:srgbClr val="2E5E9E"/>
              </a:buClr>
              <a:buSzPts val="1105"/>
              <a:buFont typeface="Arial"/>
              <a:buChar char="•"/>
            </a:pPr>
            <a:r>
              <a:rPr b="0" i="0" lang="en" sz="1300" u="none" cap="none" strike="noStrike">
                <a:solidFill>
                  <a:srgbClr val="262626"/>
                </a:solidFill>
                <a:latin typeface="Times New Roman"/>
                <a:ea typeface="Times New Roman"/>
                <a:cs typeface="Times New Roman"/>
                <a:sym typeface="Times New Roman"/>
              </a:rPr>
              <a:t>Dossier partagé pour les images et les résultats.</a:t>
            </a:r>
            <a:endParaRPr/>
          </a:p>
          <a:p>
            <a:pPr indent="-285750" lvl="0" marL="285750" marR="0" rtl="0" algn="l">
              <a:lnSpc>
                <a:spcPct val="100000"/>
              </a:lnSpc>
              <a:spcBef>
                <a:spcPts val="620"/>
              </a:spcBef>
              <a:spcAft>
                <a:spcPts val="0"/>
              </a:spcAft>
              <a:buClr>
                <a:srgbClr val="2E5E9E"/>
              </a:buClr>
              <a:buSzPts val="1105"/>
              <a:buFont typeface="Arial"/>
              <a:buChar char="•"/>
            </a:pPr>
            <a:r>
              <a:rPr b="0" i="0" lang="en" sz="1300" u="none" cap="none" strike="noStrike">
                <a:solidFill>
                  <a:srgbClr val="262626"/>
                </a:solidFill>
                <a:latin typeface="Times New Roman"/>
                <a:ea typeface="Times New Roman"/>
                <a:cs typeface="Times New Roman"/>
                <a:sym typeface="Times New Roman"/>
              </a:rPr>
              <a:t>Tableau de suivi commun : une ligne par tâche, un responsable par ligne.</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7" name="Shape 1187"/>
        <p:cNvGrpSpPr/>
        <p:nvPr/>
      </p:nvGrpSpPr>
      <p:grpSpPr>
        <a:xfrm>
          <a:off x="0" y="0"/>
          <a:ext cx="0" cy="0"/>
          <a:chOff x="0" y="0"/>
          <a:chExt cx="0" cy="0"/>
        </a:xfrm>
      </p:grpSpPr>
      <p:sp>
        <p:nvSpPr>
          <p:cNvPr id="1188" name="Google Shape;1188;p57"/>
          <p:cNvSpPr txBox="1"/>
          <p:nvPr>
            <p:ph idx="4294967295" type="title"/>
          </p:nvPr>
        </p:nvSpPr>
        <p:spPr>
          <a:xfrm>
            <a:off x="154050" y="183256"/>
            <a:ext cx="8835975" cy="992700"/>
          </a:xfrm>
          <a:prstGeom prst="rect">
            <a:avLst/>
          </a:prstGeom>
          <a:solidFill>
            <a:srgbClr val="B1CDFB"/>
          </a:solidFill>
          <a:ln>
            <a:noFill/>
          </a:ln>
        </p:spPr>
        <p:txBody>
          <a:bodyPr anchorCtr="0" anchor="ctr" bIns="182875" lIns="182875" spcFirstLastPara="1" rIns="182875" wrap="square" tIns="182875">
            <a:normAutofit/>
          </a:bodyPr>
          <a:lstStyle/>
          <a:p>
            <a:pPr indent="0" lvl="0" marL="0" rtl="0" algn="ctr">
              <a:lnSpc>
                <a:spcPct val="90000"/>
              </a:lnSpc>
              <a:spcBef>
                <a:spcPts val="0"/>
              </a:spcBef>
              <a:spcAft>
                <a:spcPts val="0"/>
              </a:spcAft>
              <a:buSzPts val="3300"/>
              <a:buNone/>
            </a:pPr>
            <a:r>
              <a:rPr b="1" lang="en" sz="2100">
                <a:solidFill>
                  <a:srgbClr val="262626"/>
                </a:solidFill>
                <a:latin typeface="Times New Roman"/>
                <a:ea typeface="Times New Roman"/>
                <a:cs typeface="Times New Roman"/>
                <a:sym typeface="Times New Roman"/>
              </a:rPr>
              <a:t>Le prétraitement implémenté</a:t>
            </a:r>
            <a:endParaRPr/>
          </a:p>
        </p:txBody>
      </p:sp>
      <p:sp>
        <p:nvSpPr>
          <p:cNvPr id="1189" name="Google Shape;1189;p57"/>
          <p:cNvSpPr/>
          <p:nvPr/>
        </p:nvSpPr>
        <p:spPr>
          <a:xfrm>
            <a:off x="7936500" y="190400"/>
            <a:ext cx="947025" cy="9927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0" name="Google Shape;1190;p57"/>
          <p:cNvSpPr/>
          <p:nvPr/>
        </p:nvSpPr>
        <p:spPr>
          <a:xfrm>
            <a:off x="8765725" y="501950"/>
            <a:ext cx="614250" cy="337275"/>
          </a:xfrm>
          <a:prstGeom prst="ellipse">
            <a:avLst/>
          </a:prstGeom>
          <a:solidFill>
            <a:schemeClr val="lt1"/>
          </a:solidFill>
          <a:ln cap="flat" cmpd="sng" w="9525">
            <a:solidFill>
              <a:srgbClr val="9FC5E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2</a:t>
            </a:r>
            <a:r>
              <a:rPr lang="en"/>
              <a:t>9</a:t>
            </a:r>
            <a:endParaRPr b="0" i="0" sz="1400" u="none" cap="none" strike="noStrike">
              <a:solidFill>
                <a:srgbClr val="000000"/>
              </a:solidFill>
              <a:latin typeface="Arial"/>
              <a:ea typeface="Arial"/>
              <a:cs typeface="Arial"/>
              <a:sym typeface="Arial"/>
            </a:endParaRPr>
          </a:p>
        </p:txBody>
      </p:sp>
      <p:pic>
        <p:nvPicPr>
          <p:cNvPr descr="Une image contenant personne, sourire, blanc, pose  Description générée automatiquement" id="1191" name="Google Shape;1191;p57"/>
          <p:cNvPicPr preferRelativeResize="0"/>
          <p:nvPr/>
        </p:nvPicPr>
        <p:blipFill rotWithShape="1">
          <a:blip r:embed="rId3">
            <a:alphaModFix/>
          </a:blip>
          <a:srcRect b="0" l="0" r="0" t="0"/>
          <a:stretch/>
        </p:blipFill>
        <p:spPr>
          <a:xfrm>
            <a:off x="8006453" y="285136"/>
            <a:ext cx="770513" cy="770513"/>
          </a:xfrm>
          <a:prstGeom prst="rect">
            <a:avLst/>
          </a:prstGeom>
          <a:noFill/>
          <a:ln>
            <a:noFill/>
          </a:ln>
        </p:spPr>
      </p:pic>
      <p:sp>
        <p:nvSpPr>
          <p:cNvPr id="1192" name="Google Shape;1192;p57"/>
          <p:cNvSpPr txBox="1"/>
          <p:nvPr/>
        </p:nvSpPr>
        <p:spPr>
          <a:xfrm>
            <a:off x="420000" y="1340000"/>
            <a:ext cx="8300000" cy="3350000"/>
          </a:xfrm>
          <a:prstGeom prst="rect">
            <a:avLst/>
          </a:prstGeom>
          <a:noFill/>
          <a:ln>
            <a:noFill/>
          </a:ln>
        </p:spPr>
        <p:txBody>
          <a:bodyPr anchorCtr="0" anchor="t" bIns="0" lIns="0" spcFirstLastPara="1" rIns="0" wrap="square" tIns="0">
            <a:noAutofit/>
          </a:bodyPr>
          <a:lstStyle/>
          <a:p>
            <a:pPr indent="-342900" lvl="0" marL="342900" marR="0" rtl="0" algn="l">
              <a:lnSpc>
                <a:spcPct val="100000"/>
              </a:lnSpc>
              <a:spcBef>
                <a:spcPts val="0"/>
              </a:spcBef>
              <a:spcAft>
                <a:spcPts val="0"/>
              </a:spcAft>
              <a:buClr>
                <a:srgbClr val="2E5E9E"/>
              </a:buClr>
              <a:buSzPts val="1062"/>
              <a:buFont typeface="Arial"/>
              <a:buAutoNum type="arabicPeriod"/>
            </a:pPr>
            <a:r>
              <a:rPr b="1" i="0" lang="en" sz="1250" u="none" cap="none" strike="noStrike">
                <a:solidFill>
                  <a:srgbClr val="262626"/>
                </a:solidFill>
                <a:latin typeface="Times New Roman"/>
                <a:ea typeface="Times New Roman"/>
                <a:cs typeface="Times New Roman"/>
                <a:sym typeface="Times New Roman"/>
              </a:rPr>
              <a:t>Canal vert</a:t>
            </a:r>
            <a:r>
              <a:rPr b="0" i="0" lang="en" sz="1250" u="none" cap="none" strike="noStrike">
                <a:solidFill>
                  <a:srgbClr val="262626"/>
                </a:solidFill>
                <a:latin typeface="Times New Roman"/>
                <a:ea typeface="Times New Roman"/>
                <a:cs typeface="Times New Roman"/>
                <a:sym typeface="Times New Roman"/>
              </a:rPr>
              <a:t> </a:t>
            </a:r>
            <a:r>
              <a:rPr lang="en" sz="1250">
                <a:solidFill>
                  <a:srgbClr val="262626"/>
                </a:solidFill>
                <a:latin typeface="Times New Roman"/>
                <a:ea typeface="Times New Roman"/>
                <a:cs typeface="Times New Roman"/>
                <a:sym typeface="Times New Roman"/>
              </a:rPr>
              <a:t>:</a:t>
            </a:r>
            <a:r>
              <a:rPr b="0" i="0" lang="en" sz="1250" u="none" cap="none" strike="noStrike">
                <a:solidFill>
                  <a:srgbClr val="262626"/>
                </a:solidFill>
                <a:latin typeface="Times New Roman"/>
                <a:ea typeface="Times New Roman"/>
                <a:cs typeface="Times New Roman"/>
                <a:sym typeface="Times New Roman"/>
              </a:rPr>
              <a:t> meilleur contraste entre les vaisseaux et le fond que le rouge ou le bleu.</a:t>
            </a:r>
            <a:endParaRPr/>
          </a:p>
          <a:p>
            <a:pPr indent="-342900" lvl="0" marL="342900" marR="0" rtl="0" algn="l">
              <a:lnSpc>
                <a:spcPct val="100000"/>
              </a:lnSpc>
              <a:spcBef>
                <a:spcPts val="500"/>
              </a:spcBef>
              <a:spcAft>
                <a:spcPts val="0"/>
              </a:spcAft>
              <a:buClr>
                <a:srgbClr val="2E5E9E"/>
              </a:buClr>
              <a:buSzPts val="1062"/>
              <a:buFont typeface="Arial"/>
              <a:buAutoNum type="arabicPeriod"/>
            </a:pPr>
            <a:r>
              <a:rPr b="1" i="0" lang="en" sz="1250" u="none" cap="none" strike="noStrike">
                <a:solidFill>
                  <a:srgbClr val="262626"/>
                </a:solidFill>
                <a:latin typeface="Times New Roman"/>
                <a:ea typeface="Times New Roman"/>
                <a:cs typeface="Times New Roman"/>
                <a:sym typeface="Times New Roman"/>
              </a:rPr>
              <a:t>Masque du champ de vue</a:t>
            </a:r>
            <a:r>
              <a:rPr b="0" i="0" lang="en" sz="1250" u="none" cap="none" strike="noStrike">
                <a:solidFill>
                  <a:srgbClr val="262626"/>
                </a:solidFill>
                <a:latin typeface="Times New Roman"/>
                <a:ea typeface="Times New Roman"/>
                <a:cs typeface="Times New Roman"/>
                <a:sym typeface="Times New Roman"/>
              </a:rPr>
              <a:t> </a:t>
            </a:r>
            <a:r>
              <a:rPr lang="en" sz="1250">
                <a:solidFill>
                  <a:srgbClr val="262626"/>
                </a:solidFill>
                <a:latin typeface="Times New Roman"/>
                <a:ea typeface="Times New Roman"/>
                <a:cs typeface="Times New Roman"/>
                <a:sym typeface="Times New Roman"/>
              </a:rPr>
              <a:t>:</a:t>
            </a:r>
            <a:r>
              <a:rPr b="0" i="0" lang="en" sz="1250" u="none" cap="none" strike="noStrike">
                <a:solidFill>
                  <a:srgbClr val="262626"/>
                </a:solidFill>
                <a:latin typeface="Times New Roman"/>
                <a:ea typeface="Times New Roman"/>
                <a:cs typeface="Times New Roman"/>
                <a:sym typeface="Times New Roman"/>
              </a:rPr>
              <a:t> isole le disque rétinien et évite que le bord circulaire fausse les statistiques.</a:t>
            </a:r>
            <a:endParaRPr/>
          </a:p>
          <a:p>
            <a:pPr indent="-342900" lvl="0" marL="342900" marR="0" rtl="0" algn="l">
              <a:lnSpc>
                <a:spcPct val="100000"/>
              </a:lnSpc>
              <a:spcBef>
                <a:spcPts val="500"/>
              </a:spcBef>
              <a:spcAft>
                <a:spcPts val="0"/>
              </a:spcAft>
              <a:buClr>
                <a:srgbClr val="2E5E9E"/>
              </a:buClr>
              <a:buSzPts val="1062"/>
              <a:buFont typeface="Arial"/>
              <a:buAutoNum type="arabicPeriod"/>
            </a:pPr>
            <a:r>
              <a:rPr b="1" i="0" lang="en" sz="1250" u="none" cap="none" strike="noStrike">
                <a:solidFill>
                  <a:srgbClr val="262626"/>
                </a:solidFill>
                <a:latin typeface="Times New Roman"/>
                <a:ea typeface="Times New Roman"/>
                <a:cs typeface="Times New Roman"/>
                <a:sym typeface="Times New Roman"/>
              </a:rPr>
              <a:t>Correction de l'éclairage non uniforme</a:t>
            </a:r>
            <a:r>
              <a:rPr b="0" i="0" lang="en" sz="1250" u="none" cap="none" strike="noStrike">
                <a:solidFill>
                  <a:srgbClr val="262626"/>
                </a:solidFill>
                <a:latin typeface="Times New Roman"/>
                <a:ea typeface="Times New Roman"/>
                <a:cs typeface="Times New Roman"/>
                <a:sym typeface="Times New Roman"/>
              </a:rPr>
              <a:t> </a:t>
            </a:r>
            <a:r>
              <a:rPr lang="en" sz="1250">
                <a:solidFill>
                  <a:srgbClr val="262626"/>
                </a:solidFill>
                <a:latin typeface="Times New Roman"/>
                <a:ea typeface="Times New Roman"/>
                <a:cs typeface="Times New Roman"/>
                <a:sym typeface="Times New Roman"/>
              </a:rPr>
              <a:t>:</a:t>
            </a:r>
            <a:r>
              <a:rPr b="0" i="0" lang="en" sz="1250" u="none" cap="none" strike="noStrike">
                <a:solidFill>
                  <a:srgbClr val="262626"/>
                </a:solidFill>
                <a:latin typeface="Times New Roman"/>
                <a:ea typeface="Times New Roman"/>
                <a:cs typeface="Times New Roman"/>
                <a:sym typeface="Times New Roman"/>
              </a:rPr>
              <a:t> la variation de luminosité entre deux visites est la première cause de faux changements.</a:t>
            </a:r>
            <a:endParaRPr/>
          </a:p>
          <a:p>
            <a:pPr indent="-342900" lvl="0" marL="342900" marR="0" rtl="0" algn="l">
              <a:lnSpc>
                <a:spcPct val="100000"/>
              </a:lnSpc>
              <a:spcBef>
                <a:spcPts val="500"/>
              </a:spcBef>
              <a:spcAft>
                <a:spcPts val="0"/>
              </a:spcAft>
              <a:buClr>
                <a:srgbClr val="2E5E9E"/>
              </a:buClr>
              <a:buSzPts val="1062"/>
              <a:buFont typeface="Arial"/>
              <a:buAutoNum type="arabicPeriod"/>
            </a:pPr>
            <a:r>
              <a:rPr b="1" i="0" lang="en" sz="1250" u="none" cap="none" strike="noStrike">
                <a:solidFill>
                  <a:srgbClr val="262626"/>
                </a:solidFill>
                <a:latin typeface="Times New Roman"/>
                <a:ea typeface="Times New Roman"/>
                <a:cs typeface="Times New Roman"/>
                <a:sym typeface="Times New Roman"/>
              </a:rPr>
              <a:t>Rehaussement du contraste</a:t>
            </a:r>
            <a:r>
              <a:rPr b="0" i="0" lang="en" sz="1250" u="none" cap="none" strike="noStrike">
                <a:solidFill>
                  <a:srgbClr val="262626"/>
                </a:solidFill>
                <a:latin typeface="Times New Roman"/>
                <a:ea typeface="Times New Roman"/>
                <a:cs typeface="Times New Roman"/>
                <a:sym typeface="Times New Roman"/>
              </a:rPr>
              <a:t> </a:t>
            </a:r>
            <a:r>
              <a:rPr lang="en" sz="1250">
                <a:solidFill>
                  <a:srgbClr val="262626"/>
                </a:solidFill>
                <a:latin typeface="Times New Roman"/>
                <a:ea typeface="Times New Roman"/>
                <a:cs typeface="Times New Roman"/>
                <a:sym typeface="Times New Roman"/>
              </a:rPr>
              <a:t>:</a:t>
            </a:r>
            <a:r>
              <a:rPr b="0" i="0" lang="en" sz="1250" u="none" cap="none" strike="noStrike">
                <a:solidFill>
                  <a:srgbClr val="262626"/>
                </a:solidFill>
                <a:latin typeface="Times New Roman"/>
                <a:ea typeface="Times New Roman"/>
                <a:cs typeface="Times New Roman"/>
                <a:sym typeface="Times New Roman"/>
              </a:rPr>
              <a:t> rend visibles les structures fines.</a:t>
            </a:r>
            <a:endParaRPr/>
          </a:p>
          <a:p>
            <a:pPr indent="-342900" lvl="0" marL="342900" marR="0" rtl="0" algn="l">
              <a:lnSpc>
                <a:spcPct val="100000"/>
              </a:lnSpc>
              <a:spcBef>
                <a:spcPts val="500"/>
              </a:spcBef>
              <a:spcAft>
                <a:spcPts val="0"/>
              </a:spcAft>
              <a:buClr>
                <a:srgbClr val="2E5E9E"/>
              </a:buClr>
              <a:buSzPts val="1062"/>
              <a:buFont typeface="Arial"/>
              <a:buAutoNum type="arabicPeriod"/>
            </a:pPr>
            <a:r>
              <a:rPr b="1" i="0" lang="en" sz="1250" u="none" cap="none" strike="noStrike">
                <a:solidFill>
                  <a:srgbClr val="262626"/>
                </a:solidFill>
                <a:latin typeface="Times New Roman"/>
                <a:ea typeface="Times New Roman"/>
                <a:cs typeface="Times New Roman"/>
                <a:sym typeface="Times New Roman"/>
              </a:rPr>
              <a:t>Filtre médian</a:t>
            </a:r>
            <a:r>
              <a:rPr b="0" i="0" lang="en" sz="1250" u="none" cap="none" strike="noStrike">
                <a:solidFill>
                  <a:srgbClr val="262626"/>
                </a:solidFill>
                <a:latin typeface="Times New Roman"/>
                <a:ea typeface="Times New Roman"/>
                <a:cs typeface="Times New Roman"/>
                <a:sym typeface="Times New Roman"/>
              </a:rPr>
              <a:t> </a:t>
            </a:r>
            <a:r>
              <a:rPr lang="en" sz="1250">
                <a:solidFill>
                  <a:srgbClr val="262626"/>
                </a:solidFill>
                <a:latin typeface="Times New Roman"/>
                <a:ea typeface="Times New Roman"/>
                <a:cs typeface="Times New Roman"/>
                <a:sym typeface="Times New Roman"/>
              </a:rPr>
              <a:t>:</a:t>
            </a:r>
            <a:r>
              <a:rPr b="0" i="0" lang="en" sz="1250" u="none" cap="none" strike="noStrike">
                <a:solidFill>
                  <a:srgbClr val="262626"/>
                </a:solidFill>
                <a:latin typeface="Times New Roman"/>
                <a:ea typeface="Times New Roman"/>
                <a:cs typeface="Times New Roman"/>
                <a:sym typeface="Times New Roman"/>
              </a:rPr>
              <a:t> débruite en préservant les petites taches sombres que l'on cherchera ensuite.</a:t>
            </a:r>
            <a:endParaRPr/>
          </a:p>
          <a:p>
            <a:pPr indent="0" lvl="0" marL="0" marR="0" rtl="0" algn="l">
              <a:lnSpc>
                <a:spcPct val="100000"/>
              </a:lnSpc>
              <a:spcBef>
                <a:spcPts val="500"/>
              </a:spcBef>
              <a:spcAft>
                <a:spcPts val="0"/>
              </a:spcAft>
              <a:buClr>
                <a:srgbClr val="000000"/>
              </a:buClr>
              <a:buSzPts val="1250"/>
              <a:buFont typeface="Arial"/>
              <a:buNone/>
            </a:pPr>
            <a:r>
              <a:rPr b="0" i="0" lang="en" sz="1250" u="none" cap="none" strike="noStrike">
                <a:solidFill>
                  <a:srgbClr val="262626"/>
                </a:solidFill>
                <a:latin typeface="Times New Roman"/>
                <a:ea typeface="Times New Roman"/>
                <a:cs typeface="Times New Roman"/>
                <a:sym typeface="Times New Roman"/>
              </a:rPr>
              <a:t>Le plugin applique ces cinq opérations aux deux images d'une paire et affiche un avant / après pour chacune.</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6" name="Shape 1196"/>
        <p:cNvGrpSpPr/>
        <p:nvPr/>
      </p:nvGrpSpPr>
      <p:grpSpPr>
        <a:xfrm>
          <a:off x="0" y="0"/>
          <a:ext cx="0" cy="0"/>
          <a:chOff x="0" y="0"/>
          <a:chExt cx="0" cy="0"/>
        </a:xfrm>
      </p:grpSpPr>
      <p:sp>
        <p:nvSpPr>
          <p:cNvPr id="1197" name="Google Shape;1197;p58"/>
          <p:cNvSpPr txBox="1"/>
          <p:nvPr>
            <p:ph idx="4294967295" type="title"/>
          </p:nvPr>
        </p:nvSpPr>
        <p:spPr>
          <a:xfrm>
            <a:off x="154013" y="190406"/>
            <a:ext cx="8835900" cy="992700"/>
          </a:xfrm>
          <a:prstGeom prst="rect">
            <a:avLst/>
          </a:prstGeom>
          <a:solidFill>
            <a:srgbClr val="B1CDFB"/>
          </a:solidFill>
          <a:ln>
            <a:noFill/>
          </a:ln>
        </p:spPr>
        <p:txBody>
          <a:bodyPr anchorCtr="0" anchor="ctr" bIns="182875" lIns="182875" spcFirstLastPara="1" rIns="182875" wrap="square" tIns="182875">
            <a:normAutofit/>
          </a:bodyPr>
          <a:lstStyle/>
          <a:p>
            <a:pPr indent="0" lvl="0" marL="0" rtl="0" algn="ctr">
              <a:lnSpc>
                <a:spcPct val="90000"/>
              </a:lnSpc>
              <a:spcBef>
                <a:spcPts val="0"/>
              </a:spcBef>
              <a:spcAft>
                <a:spcPts val="0"/>
              </a:spcAft>
              <a:buSzPts val="3300"/>
              <a:buNone/>
            </a:pPr>
            <a:r>
              <a:rPr b="1" lang="en" sz="2100">
                <a:solidFill>
                  <a:srgbClr val="262626"/>
                </a:solidFill>
                <a:latin typeface="Times New Roman"/>
                <a:ea typeface="Times New Roman"/>
                <a:cs typeface="Times New Roman"/>
                <a:sym typeface="Times New Roman"/>
              </a:rPr>
              <a:t>Démonstration</a:t>
            </a:r>
            <a:endParaRPr/>
          </a:p>
        </p:txBody>
      </p:sp>
      <p:sp>
        <p:nvSpPr>
          <p:cNvPr id="1198" name="Google Shape;1198;p58"/>
          <p:cNvSpPr/>
          <p:nvPr/>
        </p:nvSpPr>
        <p:spPr>
          <a:xfrm>
            <a:off x="7936500" y="190400"/>
            <a:ext cx="947025" cy="9927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9" name="Google Shape;1199;p58"/>
          <p:cNvSpPr/>
          <p:nvPr/>
        </p:nvSpPr>
        <p:spPr>
          <a:xfrm>
            <a:off x="8765725" y="501950"/>
            <a:ext cx="614250" cy="337275"/>
          </a:xfrm>
          <a:prstGeom prst="ellipse">
            <a:avLst/>
          </a:prstGeom>
          <a:solidFill>
            <a:schemeClr val="lt1"/>
          </a:solidFill>
          <a:ln cap="flat" cmpd="sng" w="9525">
            <a:solidFill>
              <a:srgbClr val="9FC5E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lang="en"/>
              <a:t>30</a:t>
            </a:r>
            <a:endParaRPr b="0" i="0" sz="1400" u="none" cap="none" strike="noStrike">
              <a:solidFill>
                <a:srgbClr val="000000"/>
              </a:solidFill>
              <a:latin typeface="Arial"/>
              <a:ea typeface="Arial"/>
              <a:cs typeface="Arial"/>
              <a:sym typeface="Arial"/>
            </a:endParaRPr>
          </a:p>
        </p:txBody>
      </p:sp>
      <p:pic>
        <p:nvPicPr>
          <p:cNvPr descr="Une image contenant personne, sourire, blanc, pose  Description générée automatiquement" id="1200" name="Google Shape;1200;p58"/>
          <p:cNvPicPr preferRelativeResize="0"/>
          <p:nvPr/>
        </p:nvPicPr>
        <p:blipFill rotWithShape="1">
          <a:blip r:embed="rId3">
            <a:alphaModFix/>
          </a:blip>
          <a:srcRect b="0" l="0" r="0" t="0"/>
          <a:stretch/>
        </p:blipFill>
        <p:spPr>
          <a:xfrm>
            <a:off x="8006453" y="285136"/>
            <a:ext cx="770513" cy="770513"/>
          </a:xfrm>
          <a:prstGeom prst="rect">
            <a:avLst/>
          </a:prstGeom>
          <a:noFill/>
          <a:ln>
            <a:noFill/>
          </a:ln>
        </p:spPr>
      </p:pic>
      <p:sp>
        <p:nvSpPr>
          <p:cNvPr id="1201" name="Google Shape;1201;p58"/>
          <p:cNvSpPr txBox="1"/>
          <p:nvPr/>
        </p:nvSpPr>
        <p:spPr>
          <a:xfrm>
            <a:off x="420000" y="1340000"/>
            <a:ext cx="8300000" cy="3350000"/>
          </a:xfrm>
          <a:prstGeom prst="rect">
            <a:avLst/>
          </a:prstGeom>
          <a:noFill/>
          <a:ln>
            <a:noFill/>
          </a:ln>
        </p:spPr>
        <p:txBody>
          <a:bodyPr anchorCtr="0" anchor="t" bIns="0" lIns="0" spcFirstLastPara="1" rIns="0" wrap="square" tIns="0">
            <a:noAutofit/>
          </a:bodyPr>
          <a:lstStyle/>
          <a:p>
            <a:pPr indent="-285750" lvl="0" marL="285750" marR="0" rtl="0" algn="l">
              <a:lnSpc>
                <a:spcPct val="100000"/>
              </a:lnSpc>
              <a:spcBef>
                <a:spcPts val="0"/>
              </a:spcBef>
              <a:spcAft>
                <a:spcPts val="0"/>
              </a:spcAft>
              <a:buClr>
                <a:srgbClr val="2E5E9E"/>
              </a:buClr>
              <a:buSzPts val="1105"/>
              <a:buFont typeface="Arial"/>
              <a:buChar char="•"/>
            </a:pPr>
            <a:r>
              <a:rPr b="0" i="0" lang="en" sz="1300" u="none" cap="none" strike="noStrike">
                <a:solidFill>
                  <a:srgbClr val="262626"/>
                </a:solidFill>
                <a:latin typeface="Times New Roman"/>
                <a:ea typeface="Times New Roman"/>
                <a:cs typeface="Times New Roman"/>
                <a:sym typeface="Times New Roman"/>
              </a:rPr>
              <a:t>Chargement de la paire : image de référence et image de suivi, côte à côte.</a:t>
            </a:r>
            <a:endParaRPr/>
          </a:p>
          <a:p>
            <a:pPr indent="-285750" lvl="0" marL="285750" marR="0" rtl="0" algn="l">
              <a:lnSpc>
                <a:spcPct val="100000"/>
              </a:lnSpc>
              <a:spcBef>
                <a:spcPts val="620"/>
              </a:spcBef>
              <a:spcAft>
                <a:spcPts val="0"/>
              </a:spcAft>
              <a:buClr>
                <a:srgbClr val="2E5E9E"/>
              </a:buClr>
              <a:buSzPts val="1105"/>
              <a:buFont typeface="Arial"/>
              <a:buChar char="•"/>
            </a:pPr>
            <a:r>
              <a:rPr b="0" i="0" lang="en" sz="1300" u="none" cap="none" strike="noStrike">
                <a:solidFill>
                  <a:srgbClr val="262626"/>
                </a:solidFill>
                <a:latin typeface="Times New Roman"/>
                <a:ea typeface="Times New Roman"/>
                <a:cs typeface="Times New Roman"/>
                <a:sym typeface="Times New Roman"/>
              </a:rPr>
              <a:t>Avant / après du prétraitement sur chacune des deux images.</a:t>
            </a:r>
            <a:endParaRPr/>
          </a:p>
          <a:p>
            <a:pPr indent="-285750" lvl="0" marL="285750" marR="0" rtl="0" algn="l">
              <a:lnSpc>
                <a:spcPct val="100000"/>
              </a:lnSpc>
              <a:spcBef>
                <a:spcPts val="620"/>
              </a:spcBef>
              <a:spcAft>
                <a:spcPts val="0"/>
              </a:spcAft>
              <a:buClr>
                <a:srgbClr val="2E5E9E"/>
              </a:buClr>
              <a:buSzPts val="1105"/>
              <a:buFont typeface="Arial"/>
              <a:buChar char="•"/>
            </a:pPr>
            <a:r>
              <a:rPr b="0" i="0" lang="en" sz="1300" u="none" cap="none" strike="noStrike">
                <a:solidFill>
                  <a:srgbClr val="262626"/>
                </a:solidFill>
                <a:latin typeface="Times New Roman"/>
                <a:ea typeface="Times New Roman"/>
                <a:cs typeface="Times New Roman"/>
                <a:sym typeface="Times New Roman"/>
              </a:rPr>
              <a:t>À montrer : la disparition du gradient d'éclairage entre le centre et la périphérie, et la netteté des vaisseaux sur le canal vert.</a:t>
            </a:r>
            <a:endParaRPr/>
          </a:p>
          <a:p>
            <a:pPr indent="-285750" lvl="0" marL="285750" marR="0" rtl="0" algn="l">
              <a:lnSpc>
                <a:spcPct val="100000"/>
              </a:lnSpc>
              <a:spcBef>
                <a:spcPts val="620"/>
              </a:spcBef>
              <a:spcAft>
                <a:spcPts val="0"/>
              </a:spcAft>
              <a:buClr>
                <a:srgbClr val="2E5E9E"/>
              </a:buClr>
              <a:buSzPts val="1105"/>
              <a:buFont typeface="Arial"/>
              <a:buChar char="•"/>
            </a:pPr>
            <a:r>
              <a:rPr b="0" i="0" lang="en" sz="1300" u="none" cap="none" strike="noStrike">
                <a:solidFill>
                  <a:srgbClr val="262626"/>
                </a:solidFill>
                <a:latin typeface="Times New Roman"/>
                <a:ea typeface="Times New Roman"/>
                <a:cs typeface="Times New Roman"/>
                <a:sym typeface="Times New Roman"/>
              </a:rPr>
              <a:t>À INSÉRER AVANT LA PRÉSENTATION : capture d'écran avant / après, en secours si la démonstration en direct ne passe pas.</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5" name="Shape 1205"/>
        <p:cNvGrpSpPr/>
        <p:nvPr/>
      </p:nvGrpSpPr>
      <p:grpSpPr>
        <a:xfrm>
          <a:off x="0" y="0"/>
          <a:ext cx="0" cy="0"/>
          <a:chOff x="0" y="0"/>
          <a:chExt cx="0" cy="0"/>
        </a:xfrm>
      </p:grpSpPr>
      <p:sp>
        <p:nvSpPr>
          <p:cNvPr id="1206" name="Google Shape;1206;p59"/>
          <p:cNvSpPr txBox="1"/>
          <p:nvPr>
            <p:ph idx="4294967295" type="title"/>
          </p:nvPr>
        </p:nvSpPr>
        <p:spPr>
          <a:xfrm>
            <a:off x="154050" y="183256"/>
            <a:ext cx="8835975" cy="992700"/>
          </a:xfrm>
          <a:prstGeom prst="rect">
            <a:avLst/>
          </a:prstGeom>
          <a:solidFill>
            <a:srgbClr val="B1CDFB"/>
          </a:solidFill>
          <a:ln>
            <a:noFill/>
          </a:ln>
        </p:spPr>
        <p:txBody>
          <a:bodyPr anchorCtr="0" anchor="ctr" bIns="182875" lIns="182875" spcFirstLastPara="1" rIns="182875" wrap="square" tIns="182875">
            <a:normAutofit/>
          </a:bodyPr>
          <a:lstStyle/>
          <a:p>
            <a:pPr indent="0" lvl="0" marL="0" rtl="0" algn="ctr">
              <a:lnSpc>
                <a:spcPct val="90000"/>
              </a:lnSpc>
              <a:spcBef>
                <a:spcPts val="0"/>
              </a:spcBef>
              <a:spcAft>
                <a:spcPts val="0"/>
              </a:spcAft>
              <a:buSzPts val="3300"/>
              <a:buNone/>
            </a:pPr>
            <a:r>
              <a:rPr b="1" lang="en" sz="2100">
                <a:solidFill>
                  <a:srgbClr val="262626"/>
                </a:solidFill>
                <a:latin typeface="Times New Roman"/>
                <a:ea typeface="Times New Roman"/>
                <a:cs typeface="Times New Roman"/>
                <a:sym typeface="Times New Roman"/>
              </a:rPr>
              <a:t>Ce que le prétraitement change pour la suite</a:t>
            </a:r>
            <a:endParaRPr/>
          </a:p>
        </p:txBody>
      </p:sp>
      <p:sp>
        <p:nvSpPr>
          <p:cNvPr id="1207" name="Google Shape;1207;p59"/>
          <p:cNvSpPr/>
          <p:nvPr/>
        </p:nvSpPr>
        <p:spPr>
          <a:xfrm>
            <a:off x="7830150" y="93500"/>
            <a:ext cx="1159875" cy="1186425"/>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8" name="Google Shape;1208;p59"/>
          <p:cNvSpPr/>
          <p:nvPr/>
        </p:nvSpPr>
        <p:spPr>
          <a:xfrm>
            <a:off x="7936500" y="190400"/>
            <a:ext cx="947025" cy="9927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9" name="Google Shape;1209;p59"/>
          <p:cNvSpPr/>
          <p:nvPr/>
        </p:nvSpPr>
        <p:spPr>
          <a:xfrm>
            <a:off x="8765725" y="501950"/>
            <a:ext cx="614250" cy="337275"/>
          </a:xfrm>
          <a:prstGeom prst="ellipse">
            <a:avLst/>
          </a:prstGeom>
          <a:solidFill>
            <a:schemeClr val="lt1"/>
          </a:solidFill>
          <a:ln cap="flat" cmpd="sng" w="9525">
            <a:solidFill>
              <a:srgbClr val="9FC5E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3</a:t>
            </a:r>
            <a:r>
              <a:rPr lang="en"/>
              <a:t>1</a:t>
            </a:r>
            <a:endParaRPr b="0" i="0" sz="1400" u="none" cap="none" strike="noStrike">
              <a:solidFill>
                <a:srgbClr val="000000"/>
              </a:solidFill>
              <a:latin typeface="Arial"/>
              <a:ea typeface="Arial"/>
              <a:cs typeface="Arial"/>
              <a:sym typeface="Arial"/>
            </a:endParaRPr>
          </a:p>
        </p:txBody>
      </p:sp>
      <p:pic>
        <p:nvPicPr>
          <p:cNvPr descr="Une image contenant personne, sourire, blanc, pose  Description générée automatiquement" id="1210" name="Google Shape;1210;p59"/>
          <p:cNvPicPr preferRelativeResize="0"/>
          <p:nvPr/>
        </p:nvPicPr>
        <p:blipFill rotWithShape="1">
          <a:blip r:embed="rId3">
            <a:alphaModFix/>
          </a:blip>
          <a:srcRect b="0" l="0" r="0" t="0"/>
          <a:stretch/>
        </p:blipFill>
        <p:spPr>
          <a:xfrm>
            <a:off x="8006453" y="285136"/>
            <a:ext cx="770513" cy="770513"/>
          </a:xfrm>
          <a:prstGeom prst="rect">
            <a:avLst/>
          </a:prstGeom>
          <a:noFill/>
          <a:ln>
            <a:noFill/>
          </a:ln>
        </p:spPr>
      </p:pic>
      <p:sp>
        <p:nvSpPr>
          <p:cNvPr id="1211" name="Google Shape;1211;p59"/>
          <p:cNvSpPr txBox="1"/>
          <p:nvPr/>
        </p:nvSpPr>
        <p:spPr>
          <a:xfrm>
            <a:off x="420000" y="1340000"/>
            <a:ext cx="8300000" cy="3350000"/>
          </a:xfrm>
          <a:prstGeom prst="rect">
            <a:avLst/>
          </a:prstGeom>
          <a:noFill/>
          <a:ln>
            <a:noFill/>
          </a:ln>
        </p:spPr>
        <p:txBody>
          <a:bodyPr anchorCtr="0" anchor="t" bIns="0" lIns="0" spcFirstLastPara="1" rIns="0" wrap="square" tIns="0">
            <a:noAutofit/>
          </a:bodyPr>
          <a:lstStyle/>
          <a:p>
            <a:pPr indent="-285750" lvl="0" marL="285750" marR="0" rtl="0" algn="l">
              <a:lnSpc>
                <a:spcPct val="100000"/>
              </a:lnSpc>
              <a:spcBef>
                <a:spcPts val="0"/>
              </a:spcBef>
              <a:spcAft>
                <a:spcPts val="0"/>
              </a:spcAft>
              <a:buClr>
                <a:srgbClr val="2E5E9E"/>
              </a:buClr>
              <a:buSzPts val="1105"/>
              <a:buFont typeface="Arial"/>
              <a:buChar char="•"/>
            </a:pPr>
            <a:r>
              <a:rPr b="0" i="0" lang="en" sz="1300" u="none" cap="none" strike="noStrike">
                <a:solidFill>
                  <a:srgbClr val="262626"/>
                </a:solidFill>
                <a:latin typeface="Times New Roman"/>
                <a:ea typeface="Times New Roman"/>
                <a:cs typeface="Times New Roman"/>
                <a:sym typeface="Times New Roman"/>
              </a:rPr>
              <a:t>Sans correction d'éclairage, la différence entre deux visites est dominée par la luminosité, pas par les lésions.</a:t>
            </a:r>
            <a:endParaRPr/>
          </a:p>
          <a:p>
            <a:pPr indent="-285750" lvl="0" marL="285750" marR="0" rtl="0" algn="l">
              <a:lnSpc>
                <a:spcPct val="100000"/>
              </a:lnSpc>
              <a:spcBef>
                <a:spcPts val="620"/>
              </a:spcBef>
              <a:spcAft>
                <a:spcPts val="0"/>
              </a:spcAft>
              <a:buClr>
                <a:srgbClr val="2E5E9E"/>
              </a:buClr>
              <a:buSzPts val="1105"/>
              <a:buFont typeface="Arial"/>
              <a:buChar char="•"/>
            </a:pPr>
            <a:r>
              <a:rPr b="0" i="0" lang="en" sz="1300" u="none" cap="none" strike="noStrike">
                <a:solidFill>
                  <a:srgbClr val="262626"/>
                </a:solidFill>
                <a:latin typeface="Times New Roman"/>
                <a:ea typeface="Times New Roman"/>
                <a:cs typeface="Times New Roman"/>
                <a:sym typeface="Times New Roman"/>
              </a:rPr>
              <a:t>Adal et al. placent cette normalisation en première étape de leur système, pour la même raison.</a:t>
            </a:r>
            <a:endParaRPr/>
          </a:p>
          <a:p>
            <a:pPr indent="-285750" lvl="0" marL="285750" marR="0" rtl="0" algn="l">
              <a:lnSpc>
                <a:spcPct val="100000"/>
              </a:lnSpc>
              <a:spcBef>
                <a:spcPts val="620"/>
              </a:spcBef>
              <a:spcAft>
                <a:spcPts val="0"/>
              </a:spcAft>
              <a:buClr>
                <a:srgbClr val="2E5E9E"/>
              </a:buClr>
              <a:buSzPts val="1105"/>
              <a:buFont typeface="Arial"/>
              <a:buChar char="•"/>
            </a:pPr>
            <a:r>
              <a:rPr b="0" i="0" lang="en" sz="1300" u="none" cap="none" strike="noStrike">
                <a:solidFill>
                  <a:srgbClr val="262626"/>
                </a:solidFill>
                <a:latin typeface="Times New Roman"/>
                <a:ea typeface="Times New Roman"/>
                <a:cs typeface="Times New Roman"/>
                <a:sym typeface="Times New Roman"/>
              </a:rPr>
              <a:t>Le canal vert conditionne la segmentation des vaisseaux du Point 2 : un mauvais contraste donne un squelette fragmenté, donc moins de bifurcations exploitables.</a:t>
            </a:r>
            <a:endParaRPr/>
          </a:p>
          <a:p>
            <a:pPr indent="-285750" lvl="0" marL="285750" marR="0" rtl="0" algn="l">
              <a:lnSpc>
                <a:spcPct val="100000"/>
              </a:lnSpc>
              <a:spcBef>
                <a:spcPts val="620"/>
              </a:spcBef>
              <a:spcAft>
                <a:spcPts val="0"/>
              </a:spcAft>
              <a:buClr>
                <a:srgbClr val="2E5E9E"/>
              </a:buClr>
              <a:buSzPts val="1105"/>
              <a:buFont typeface="Arial"/>
              <a:buChar char="•"/>
            </a:pPr>
            <a:r>
              <a:rPr b="0" i="0" lang="en" sz="1300" u="none" cap="none" strike="noStrike">
                <a:solidFill>
                  <a:srgbClr val="262626"/>
                </a:solidFill>
                <a:latin typeface="Times New Roman"/>
                <a:ea typeface="Times New Roman"/>
                <a:cs typeface="Times New Roman"/>
                <a:sym typeface="Times New Roman"/>
              </a:rPr>
              <a:t>Le filtre médian est préféré au lissage gaussien parce qu'il préserve les petites structures sombres précisément ce que l'on cherchera à détecter.</a:t>
            </a:r>
            <a:endParaRPr/>
          </a:p>
          <a:p>
            <a:pPr indent="-285750" lvl="0" marL="285750" marR="0" rtl="0" algn="l">
              <a:lnSpc>
                <a:spcPct val="100000"/>
              </a:lnSpc>
              <a:spcBef>
                <a:spcPts val="620"/>
              </a:spcBef>
              <a:spcAft>
                <a:spcPts val="0"/>
              </a:spcAft>
              <a:buClr>
                <a:srgbClr val="2E5E9E"/>
              </a:buClr>
              <a:buSzPts val="1105"/>
              <a:buFont typeface="Arial"/>
              <a:buChar char="•"/>
            </a:pPr>
            <a:r>
              <a:rPr b="0" i="0" lang="en" sz="1300" u="none" cap="none" strike="noStrike">
                <a:solidFill>
                  <a:srgbClr val="262626"/>
                </a:solidFill>
                <a:latin typeface="Times New Roman"/>
                <a:ea typeface="Times New Roman"/>
                <a:cs typeface="Times New Roman"/>
                <a:sym typeface="Times New Roman"/>
              </a:rPr>
              <a:t>Ces choix seront </a:t>
            </a:r>
            <a:r>
              <a:rPr b="1" i="0" lang="en" sz="1300" u="none" cap="none" strike="noStrike">
                <a:solidFill>
                  <a:srgbClr val="262626"/>
                </a:solidFill>
                <a:latin typeface="Times New Roman"/>
                <a:ea typeface="Times New Roman"/>
                <a:cs typeface="Times New Roman"/>
                <a:sym typeface="Times New Roman"/>
              </a:rPr>
              <a:t>mesurés et non supposés</a:t>
            </a:r>
            <a:r>
              <a:rPr b="0" i="0" lang="en" sz="1300" u="none" cap="none" strike="noStrike">
                <a:solidFill>
                  <a:srgbClr val="262626"/>
                </a:solidFill>
                <a:latin typeface="Times New Roman"/>
                <a:ea typeface="Times New Roman"/>
                <a:cs typeface="Times New Roman"/>
                <a:sym typeface="Times New Roman"/>
              </a:rPr>
              <a:t> : Dice de la segmentation et nombre de bifurcations retenues dès le Point 2.</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6" name="Shape 1216"/>
        <p:cNvGrpSpPr/>
        <p:nvPr/>
      </p:nvGrpSpPr>
      <p:grpSpPr>
        <a:xfrm>
          <a:off x="0" y="0"/>
          <a:ext cx="0" cy="0"/>
          <a:chOff x="0" y="0"/>
          <a:chExt cx="0" cy="0"/>
        </a:xfrm>
      </p:grpSpPr>
      <p:sp>
        <p:nvSpPr>
          <p:cNvPr id="1217" name="Google Shape;1217;p60"/>
          <p:cNvSpPr txBox="1"/>
          <p:nvPr>
            <p:ph idx="4294967295" type="title"/>
          </p:nvPr>
        </p:nvSpPr>
        <p:spPr>
          <a:xfrm>
            <a:off x="154050" y="183256"/>
            <a:ext cx="8835975" cy="992700"/>
          </a:xfrm>
          <a:prstGeom prst="rect">
            <a:avLst/>
          </a:prstGeom>
          <a:solidFill>
            <a:srgbClr val="B1CDFB"/>
          </a:solidFill>
          <a:ln>
            <a:noFill/>
          </a:ln>
        </p:spPr>
        <p:txBody>
          <a:bodyPr anchorCtr="0" anchor="ctr" bIns="182875" lIns="182875" spcFirstLastPara="1" rIns="182875" wrap="square" tIns="182875">
            <a:normAutofit/>
          </a:bodyPr>
          <a:lstStyle/>
          <a:p>
            <a:pPr indent="0" lvl="0" marL="0" rtl="0" algn="ctr">
              <a:lnSpc>
                <a:spcPct val="90000"/>
              </a:lnSpc>
              <a:spcBef>
                <a:spcPts val="0"/>
              </a:spcBef>
              <a:spcAft>
                <a:spcPts val="0"/>
              </a:spcAft>
              <a:buSzPts val="3300"/>
              <a:buNone/>
            </a:pPr>
            <a:r>
              <a:rPr b="1" lang="en" sz="2100">
                <a:solidFill>
                  <a:srgbClr val="262626"/>
                </a:solidFill>
                <a:latin typeface="Times New Roman"/>
                <a:ea typeface="Times New Roman"/>
                <a:cs typeface="Times New Roman"/>
                <a:sym typeface="Times New Roman"/>
              </a:rPr>
              <a:t>Lien avec le cours</a:t>
            </a:r>
            <a:endParaRPr/>
          </a:p>
        </p:txBody>
      </p:sp>
      <p:sp>
        <p:nvSpPr>
          <p:cNvPr id="1218" name="Google Shape;1218;p60"/>
          <p:cNvSpPr/>
          <p:nvPr/>
        </p:nvSpPr>
        <p:spPr>
          <a:xfrm>
            <a:off x="7936500" y="190400"/>
            <a:ext cx="947025" cy="9927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9" name="Google Shape;1219;p60"/>
          <p:cNvSpPr/>
          <p:nvPr/>
        </p:nvSpPr>
        <p:spPr>
          <a:xfrm>
            <a:off x="8765725" y="501950"/>
            <a:ext cx="614250" cy="337275"/>
          </a:xfrm>
          <a:prstGeom prst="ellipse">
            <a:avLst/>
          </a:prstGeom>
          <a:solidFill>
            <a:schemeClr val="lt1"/>
          </a:solidFill>
          <a:ln cap="flat" cmpd="sng" w="9525">
            <a:solidFill>
              <a:srgbClr val="9FC5E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3</a:t>
            </a:r>
            <a:r>
              <a:rPr lang="en"/>
              <a:t>2</a:t>
            </a:r>
            <a:endParaRPr b="0" i="0" sz="1400" u="none" cap="none" strike="noStrike">
              <a:solidFill>
                <a:srgbClr val="000000"/>
              </a:solidFill>
              <a:latin typeface="Arial"/>
              <a:ea typeface="Arial"/>
              <a:cs typeface="Arial"/>
              <a:sym typeface="Arial"/>
            </a:endParaRPr>
          </a:p>
        </p:txBody>
      </p:sp>
      <p:pic>
        <p:nvPicPr>
          <p:cNvPr descr="Une image contenant personne, sourire, blanc, pose  Description générée automatiquement" id="1220" name="Google Shape;1220;p60"/>
          <p:cNvPicPr preferRelativeResize="0"/>
          <p:nvPr/>
        </p:nvPicPr>
        <p:blipFill rotWithShape="1">
          <a:blip r:embed="rId3">
            <a:alphaModFix/>
          </a:blip>
          <a:srcRect b="0" l="0" r="0" t="0"/>
          <a:stretch/>
        </p:blipFill>
        <p:spPr>
          <a:xfrm>
            <a:off x="8006453" y="285136"/>
            <a:ext cx="770513" cy="770513"/>
          </a:xfrm>
          <a:prstGeom prst="rect">
            <a:avLst/>
          </a:prstGeom>
          <a:noFill/>
          <a:ln>
            <a:noFill/>
          </a:ln>
        </p:spPr>
      </p:pic>
      <p:sp>
        <p:nvSpPr>
          <p:cNvPr id="1221" name="Google Shape;1221;p60"/>
          <p:cNvSpPr txBox="1"/>
          <p:nvPr/>
        </p:nvSpPr>
        <p:spPr>
          <a:xfrm>
            <a:off x="420000" y="1340000"/>
            <a:ext cx="8300000" cy="3350000"/>
          </a:xfrm>
          <a:prstGeom prst="rect">
            <a:avLst/>
          </a:prstGeom>
          <a:noFill/>
          <a:ln>
            <a:noFill/>
          </a:ln>
        </p:spPr>
        <p:txBody>
          <a:bodyPr anchorCtr="0" anchor="t" bIns="0" lIns="0" spcFirstLastPara="1" rIns="0" wrap="square" tIns="0">
            <a:noAutofit/>
          </a:bodyPr>
          <a:lstStyle/>
          <a:p>
            <a:pPr indent="-285750" lvl="0" marL="285750" marR="0" rtl="0" algn="l">
              <a:lnSpc>
                <a:spcPct val="100000"/>
              </a:lnSpc>
              <a:spcBef>
                <a:spcPts val="0"/>
              </a:spcBef>
              <a:spcAft>
                <a:spcPts val="0"/>
              </a:spcAft>
              <a:buClr>
                <a:srgbClr val="2E5E9E"/>
              </a:buClr>
              <a:buSzPts val="1105"/>
              <a:buFont typeface="Arial"/>
              <a:buChar char="•"/>
            </a:pPr>
            <a:r>
              <a:rPr b="1" i="0" lang="en" sz="1300" u="none" cap="none" strike="noStrike">
                <a:solidFill>
                  <a:srgbClr val="262626"/>
                </a:solidFill>
                <a:latin typeface="Times New Roman"/>
                <a:ea typeface="Times New Roman"/>
                <a:cs typeface="Times New Roman"/>
                <a:sym typeface="Times New Roman"/>
              </a:rPr>
              <a:t>Chapitre 1</a:t>
            </a:r>
            <a:r>
              <a:rPr b="0" i="0" lang="en" sz="1300" u="none" cap="none" strike="noStrike">
                <a:solidFill>
                  <a:srgbClr val="262626"/>
                </a:solidFill>
                <a:latin typeface="Times New Roman"/>
                <a:ea typeface="Times New Roman"/>
                <a:cs typeface="Times New Roman"/>
                <a:sym typeface="Times New Roman"/>
              </a:rPr>
              <a:t> </a:t>
            </a:r>
            <a:r>
              <a:rPr lang="en" sz="1300">
                <a:solidFill>
                  <a:srgbClr val="262626"/>
                </a:solidFill>
                <a:latin typeface="Times New Roman"/>
                <a:ea typeface="Times New Roman"/>
                <a:cs typeface="Times New Roman"/>
                <a:sym typeface="Times New Roman"/>
              </a:rPr>
              <a:t>:</a:t>
            </a:r>
            <a:r>
              <a:rPr b="0" i="0" lang="en" sz="1300" u="none" cap="none" strike="noStrike">
                <a:solidFill>
                  <a:srgbClr val="262626"/>
                </a:solidFill>
                <a:latin typeface="Times New Roman"/>
                <a:ea typeface="Times New Roman"/>
                <a:cs typeface="Times New Roman"/>
                <a:sym typeface="Times New Roman"/>
              </a:rPr>
              <a:t> normalisation de résolution (Nyquist), correction d'éclairage dans le domaine fréquentiel, entropie comme indice de qualité.</a:t>
            </a:r>
            <a:endParaRPr/>
          </a:p>
          <a:p>
            <a:pPr indent="-285750" lvl="0" marL="285750" marR="0" rtl="0" algn="l">
              <a:lnSpc>
                <a:spcPct val="100000"/>
              </a:lnSpc>
              <a:spcBef>
                <a:spcPts val="620"/>
              </a:spcBef>
              <a:spcAft>
                <a:spcPts val="0"/>
              </a:spcAft>
              <a:buClr>
                <a:srgbClr val="2E5E9E"/>
              </a:buClr>
              <a:buSzPts val="1105"/>
              <a:buFont typeface="Arial"/>
              <a:buChar char="•"/>
            </a:pPr>
            <a:r>
              <a:rPr b="1" i="0" lang="en" sz="1300" u="none" cap="none" strike="noStrike">
                <a:solidFill>
                  <a:srgbClr val="262626"/>
                </a:solidFill>
                <a:latin typeface="Times New Roman"/>
                <a:ea typeface="Times New Roman"/>
                <a:cs typeface="Times New Roman"/>
                <a:sym typeface="Times New Roman"/>
              </a:rPr>
              <a:t>Chapitre 2</a:t>
            </a:r>
            <a:r>
              <a:rPr b="0" i="0" lang="en" sz="1300" u="none" cap="none" strike="noStrike">
                <a:solidFill>
                  <a:srgbClr val="262626"/>
                </a:solidFill>
                <a:latin typeface="Times New Roman"/>
                <a:ea typeface="Times New Roman"/>
                <a:cs typeface="Times New Roman"/>
                <a:sym typeface="Times New Roman"/>
              </a:rPr>
              <a:t> </a:t>
            </a:r>
            <a:r>
              <a:rPr lang="en" sz="1300">
                <a:solidFill>
                  <a:srgbClr val="262626"/>
                </a:solidFill>
                <a:latin typeface="Times New Roman"/>
                <a:ea typeface="Times New Roman"/>
                <a:cs typeface="Times New Roman"/>
                <a:sym typeface="Times New Roman"/>
              </a:rPr>
              <a:t>:</a:t>
            </a:r>
            <a:r>
              <a:rPr b="0" i="0" lang="en" sz="1300" u="none" cap="none" strike="noStrike">
                <a:solidFill>
                  <a:srgbClr val="262626"/>
                </a:solidFill>
                <a:latin typeface="Times New Roman"/>
                <a:ea typeface="Times New Roman"/>
                <a:cs typeface="Times New Roman"/>
                <a:sym typeface="Times New Roman"/>
              </a:rPr>
              <a:t> ImageJ comme plateforme de développement, filtre de Gabor.</a:t>
            </a:r>
            <a:endParaRPr/>
          </a:p>
          <a:p>
            <a:pPr indent="-285750" lvl="0" marL="285750" marR="0" rtl="0" algn="l">
              <a:lnSpc>
                <a:spcPct val="100000"/>
              </a:lnSpc>
              <a:spcBef>
                <a:spcPts val="620"/>
              </a:spcBef>
              <a:spcAft>
                <a:spcPts val="0"/>
              </a:spcAft>
              <a:buClr>
                <a:srgbClr val="2E5E9E"/>
              </a:buClr>
              <a:buSzPts val="1105"/>
              <a:buFont typeface="Arial"/>
              <a:buChar char="•"/>
            </a:pPr>
            <a:r>
              <a:rPr b="1" i="0" lang="en" sz="1300" u="none" cap="none" strike="noStrike">
                <a:solidFill>
                  <a:srgbClr val="262626"/>
                </a:solidFill>
                <a:latin typeface="Times New Roman"/>
                <a:ea typeface="Times New Roman"/>
                <a:cs typeface="Times New Roman"/>
                <a:sym typeface="Times New Roman"/>
              </a:rPr>
              <a:t>Chapitre 3</a:t>
            </a:r>
            <a:r>
              <a:rPr b="0" i="0" lang="en" sz="1300" u="none" cap="none" strike="noStrike">
                <a:solidFill>
                  <a:srgbClr val="262626"/>
                </a:solidFill>
                <a:latin typeface="Times New Roman"/>
                <a:ea typeface="Times New Roman"/>
                <a:cs typeface="Times New Roman"/>
                <a:sym typeface="Times New Roman"/>
              </a:rPr>
              <a:t> </a:t>
            </a:r>
            <a:r>
              <a:rPr lang="en" sz="1300">
                <a:solidFill>
                  <a:srgbClr val="262626"/>
                </a:solidFill>
                <a:latin typeface="Times New Roman"/>
                <a:ea typeface="Times New Roman"/>
                <a:cs typeface="Times New Roman"/>
                <a:sym typeface="Times New Roman"/>
              </a:rPr>
              <a:t>:</a:t>
            </a:r>
            <a:r>
              <a:rPr b="0" i="0" lang="en" sz="1300" u="none" cap="none" strike="noStrike">
                <a:solidFill>
                  <a:srgbClr val="262626"/>
                </a:solidFill>
                <a:latin typeface="Times New Roman"/>
                <a:ea typeface="Times New Roman"/>
                <a:cs typeface="Times New Roman"/>
                <a:sym typeface="Times New Roman"/>
              </a:rPr>
              <a:t> histogramme, rehaussement de contraste, seuillage.</a:t>
            </a:r>
            <a:endParaRPr/>
          </a:p>
          <a:p>
            <a:pPr indent="-285750" lvl="0" marL="285750" marR="0" rtl="0" algn="l">
              <a:lnSpc>
                <a:spcPct val="100000"/>
              </a:lnSpc>
              <a:spcBef>
                <a:spcPts val="620"/>
              </a:spcBef>
              <a:spcAft>
                <a:spcPts val="0"/>
              </a:spcAft>
              <a:buClr>
                <a:srgbClr val="2E5E9E"/>
              </a:buClr>
              <a:buSzPts val="1105"/>
              <a:buFont typeface="Arial"/>
              <a:buChar char="•"/>
            </a:pPr>
            <a:r>
              <a:rPr b="1" i="0" lang="en" sz="1300" u="none" cap="none" strike="noStrike">
                <a:solidFill>
                  <a:srgbClr val="262626"/>
                </a:solidFill>
                <a:latin typeface="Times New Roman"/>
                <a:ea typeface="Times New Roman"/>
                <a:cs typeface="Times New Roman"/>
                <a:sym typeface="Times New Roman"/>
              </a:rPr>
              <a:t>Chapitre 8</a:t>
            </a:r>
            <a:r>
              <a:rPr b="0" i="0" lang="en" sz="1300" u="none" cap="none" strike="noStrike">
                <a:solidFill>
                  <a:srgbClr val="262626"/>
                </a:solidFill>
                <a:latin typeface="Times New Roman"/>
                <a:ea typeface="Times New Roman"/>
                <a:cs typeface="Times New Roman"/>
                <a:sym typeface="Times New Roman"/>
              </a:rPr>
              <a:t> </a:t>
            </a:r>
            <a:r>
              <a:rPr lang="en" sz="1300">
                <a:solidFill>
                  <a:srgbClr val="262626"/>
                </a:solidFill>
                <a:latin typeface="Times New Roman"/>
                <a:ea typeface="Times New Roman"/>
                <a:cs typeface="Times New Roman"/>
                <a:sym typeface="Times New Roman"/>
              </a:rPr>
              <a:t>:</a:t>
            </a:r>
            <a:r>
              <a:rPr b="0" i="0" lang="en" sz="1300" u="none" cap="none" strike="noStrike">
                <a:solidFill>
                  <a:srgbClr val="262626"/>
                </a:solidFill>
                <a:latin typeface="Times New Roman"/>
                <a:ea typeface="Times New Roman"/>
                <a:cs typeface="Times New Roman"/>
                <a:sym typeface="Times New Roman"/>
              </a:rPr>
              <a:t> choix du canal vert ; plus tard, robustesse à la compression JPEG.</a:t>
            </a:r>
            <a:endParaRPr/>
          </a:p>
          <a:p>
            <a:pPr indent="-285750" lvl="0" marL="285750" marR="0" rtl="0" algn="l">
              <a:lnSpc>
                <a:spcPct val="100000"/>
              </a:lnSpc>
              <a:spcBef>
                <a:spcPts val="620"/>
              </a:spcBef>
              <a:spcAft>
                <a:spcPts val="0"/>
              </a:spcAft>
              <a:buClr>
                <a:srgbClr val="2E5E9E"/>
              </a:buClr>
              <a:buSzPts val="1105"/>
              <a:buFont typeface="Arial"/>
              <a:buChar char="•"/>
            </a:pPr>
            <a:r>
              <a:rPr b="0" i="0" lang="en" sz="1300" u="none" cap="none" strike="noStrike">
                <a:solidFill>
                  <a:srgbClr val="262626"/>
                </a:solidFill>
                <a:latin typeface="Times New Roman"/>
                <a:ea typeface="Times New Roman"/>
                <a:cs typeface="Times New Roman"/>
                <a:sym typeface="Times New Roman"/>
              </a:rPr>
              <a:t>À venir : </a:t>
            </a:r>
            <a:r>
              <a:rPr b="1" i="0" lang="en" sz="1300" u="none" cap="none" strike="noStrike">
                <a:solidFill>
                  <a:srgbClr val="262626"/>
                </a:solidFill>
                <a:latin typeface="Times New Roman"/>
                <a:ea typeface="Times New Roman"/>
                <a:cs typeface="Times New Roman"/>
                <a:sym typeface="Times New Roman"/>
              </a:rPr>
              <a:t>chapitres 4 à 7</a:t>
            </a:r>
            <a:r>
              <a:rPr b="0" i="0" lang="en" sz="1300" u="none" cap="none" strike="noStrike">
                <a:solidFill>
                  <a:srgbClr val="262626"/>
                </a:solidFill>
                <a:latin typeface="Times New Roman"/>
                <a:ea typeface="Times New Roman"/>
                <a:cs typeface="Times New Roman"/>
                <a:sym typeface="Times New Roman"/>
              </a:rPr>
              <a:t> au Point 2 (filtrage 1D, convolution et médian, filtrage différentiel, segmentation) ; </a:t>
            </a:r>
            <a:r>
              <a:rPr b="1" i="0" lang="en" sz="1300" u="none" cap="none" strike="noStrike">
                <a:solidFill>
                  <a:srgbClr val="262626"/>
                </a:solidFill>
                <a:latin typeface="Times New Roman"/>
                <a:ea typeface="Times New Roman"/>
                <a:cs typeface="Times New Roman"/>
                <a:sym typeface="Times New Roman"/>
              </a:rPr>
              <a:t>chapitres 9 et 10</a:t>
            </a:r>
            <a:r>
              <a:rPr b="0" i="0" lang="en" sz="1300" u="none" cap="none" strike="noStrike">
                <a:solidFill>
                  <a:srgbClr val="262626"/>
                </a:solidFill>
                <a:latin typeface="Times New Roman"/>
                <a:ea typeface="Times New Roman"/>
                <a:cs typeface="Times New Roman"/>
                <a:sym typeface="Times New Roman"/>
              </a:rPr>
              <a:t> au Point 3 (recalage, évaluation).</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5" name="Shape 1225"/>
        <p:cNvGrpSpPr/>
        <p:nvPr/>
      </p:nvGrpSpPr>
      <p:grpSpPr>
        <a:xfrm>
          <a:off x="0" y="0"/>
          <a:ext cx="0" cy="0"/>
          <a:chOff x="0" y="0"/>
          <a:chExt cx="0" cy="0"/>
        </a:xfrm>
      </p:grpSpPr>
      <p:sp>
        <p:nvSpPr>
          <p:cNvPr id="1226" name="Google Shape;1226;p61"/>
          <p:cNvSpPr txBox="1"/>
          <p:nvPr>
            <p:ph idx="1" type="body"/>
          </p:nvPr>
        </p:nvSpPr>
        <p:spPr>
          <a:xfrm>
            <a:off x="1293661" y="1697355"/>
            <a:ext cx="6556677" cy="1491615"/>
          </a:xfrm>
          <a:prstGeom prst="rect">
            <a:avLst/>
          </a:prstGeom>
          <a:noFill/>
          <a:ln>
            <a:noFill/>
          </a:ln>
        </p:spPr>
        <p:txBody>
          <a:bodyPr anchorCtr="0" anchor="ctr" bIns="68575" lIns="68575" spcFirstLastPara="1" rIns="68575" wrap="square" tIns="68575">
            <a:normAutofit/>
          </a:bodyPr>
          <a:lstStyle/>
          <a:p>
            <a:pPr indent="0" lvl="0" marL="0" rtl="0" algn="ctr">
              <a:lnSpc>
                <a:spcPct val="100000"/>
              </a:lnSpc>
              <a:spcBef>
                <a:spcPts val="0"/>
              </a:spcBef>
              <a:spcAft>
                <a:spcPts val="0"/>
              </a:spcAft>
              <a:buSzPts val="1400"/>
              <a:buNone/>
            </a:pPr>
            <a:r>
              <a:rPr b="1" lang="en" sz="3200">
                <a:solidFill>
                  <a:schemeClr val="dk1"/>
                </a:solidFill>
                <a:latin typeface="Times New Roman"/>
                <a:ea typeface="Times New Roman"/>
                <a:cs typeface="Times New Roman"/>
                <a:sym typeface="Times New Roman"/>
              </a:rPr>
              <a:t>Bilan et suite</a:t>
            </a:r>
            <a:endParaRPr>
              <a:solidFill>
                <a:schemeClr val="dk1"/>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0" name="Shape 1230"/>
        <p:cNvGrpSpPr/>
        <p:nvPr/>
      </p:nvGrpSpPr>
      <p:grpSpPr>
        <a:xfrm>
          <a:off x="0" y="0"/>
          <a:ext cx="0" cy="0"/>
          <a:chOff x="0" y="0"/>
          <a:chExt cx="0" cy="0"/>
        </a:xfrm>
      </p:grpSpPr>
      <p:sp>
        <p:nvSpPr>
          <p:cNvPr id="1231" name="Google Shape;1231;p62"/>
          <p:cNvSpPr txBox="1"/>
          <p:nvPr>
            <p:ph idx="4294967295" type="title"/>
          </p:nvPr>
        </p:nvSpPr>
        <p:spPr>
          <a:xfrm>
            <a:off x="154050" y="183256"/>
            <a:ext cx="8835975" cy="992700"/>
          </a:xfrm>
          <a:prstGeom prst="rect">
            <a:avLst/>
          </a:prstGeom>
          <a:solidFill>
            <a:srgbClr val="B1CDFB"/>
          </a:solidFill>
          <a:ln>
            <a:noFill/>
          </a:ln>
        </p:spPr>
        <p:txBody>
          <a:bodyPr anchorCtr="0" anchor="ctr" bIns="182875" lIns="182875" spcFirstLastPara="1" rIns="182875" wrap="square" tIns="182875">
            <a:normAutofit/>
          </a:bodyPr>
          <a:lstStyle/>
          <a:p>
            <a:pPr indent="0" lvl="0" marL="0" rtl="0" algn="ctr">
              <a:lnSpc>
                <a:spcPct val="90000"/>
              </a:lnSpc>
              <a:spcBef>
                <a:spcPts val="0"/>
              </a:spcBef>
              <a:spcAft>
                <a:spcPts val="0"/>
              </a:spcAft>
              <a:buSzPts val="3300"/>
              <a:buNone/>
            </a:pPr>
            <a:r>
              <a:rPr b="1" lang="en" sz="2100">
                <a:solidFill>
                  <a:srgbClr val="262626"/>
                </a:solidFill>
                <a:latin typeface="Times New Roman"/>
                <a:ea typeface="Times New Roman"/>
                <a:cs typeface="Times New Roman"/>
                <a:sym typeface="Times New Roman"/>
              </a:rPr>
              <a:t>Bilan du Point 1</a:t>
            </a:r>
            <a:endParaRPr/>
          </a:p>
        </p:txBody>
      </p:sp>
      <p:sp>
        <p:nvSpPr>
          <p:cNvPr id="1232" name="Google Shape;1232;p62"/>
          <p:cNvSpPr/>
          <p:nvPr/>
        </p:nvSpPr>
        <p:spPr>
          <a:xfrm>
            <a:off x="7830150" y="93500"/>
            <a:ext cx="1159875" cy="1186425"/>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3" name="Google Shape;1233;p62"/>
          <p:cNvSpPr/>
          <p:nvPr/>
        </p:nvSpPr>
        <p:spPr>
          <a:xfrm>
            <a:off x="7936500" y="190400"/>
            <a:ext cx="947025" cy="9927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4" name="Google Shape;1234;p62"/>
          <p:cNvSpPr/>
          <p:nvPr/>
        </p:nvSpPr>
        <p:spPr>
          <a:xfrm>
            <a:off x="8765725" y="501950"/>
            <a:ext cx="614250" cy="337275"/>
          </a:xfrm>
          <a:prstGeom prst="ellipse">
            <a:avLst/>
          </a:prstGeom>
          <a:solidFill>
            <a:schemeClr val="lt1"/>
          </a:solidFill>
          <a:ln cap="flat" cmpd="sng" w="9525">
            <a:solidFill>
              <a:srgbClr val="9FC5E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33</a:t>
            </a:r>
            <a:endParaRPr b="0" i="0" sz="1400" u="none" cap="none" strike="noStrike">
              <a:solidFill>
                <a:srgbClr val="000000"/>
              </a:solidFill>
              <a:latin typeface="Arial"/>
              <a:ea typeface="Arial"/>
              <a:cs typeface="Arial"/>
              <a:sym typeface="Arial"/>
            </a:endParaRPr>
          </a:p>
        </p:txBody>
      </p:sp>
      <p:pic>
        <p:nvPicPr>
          <p:cNvPr descr="Une image contenant personne, sourire, blanc, pose  Description générée automatiquement" id="1235" name="Google Shape;1235;p62"/>
          <p:cNvPicPr preferRelativeResize="0"/>
          <p:nvPr/>
        </p:nvPicPr>
        <p:blipFill rotWithShape="1">
          <a:blip r:embed="rId3">
            <a:alphaModFix/>
          </a:blip>
          <a:srcRect b="0" l="0" r="0" t="0"/>
          <a:stretch/>
        </p:blipFill>
        <p:spPr>
          <a:xfrm>
            <a:off x="8006453" y="285136"/>
            <a:ext cx="770513" cy="770513"/>
          </a:xfrm>
          <a:prstGeom prst="rect">
            <a:avLst/>
          </a:prstGeom>
          <a:noFill/>
          <a:ln>
            <a:noFill/>
          </a:ln>
        </p:spPr>
      </p:pic>
      <p:sp>
        <p:nvSpPr>
          <p:cNvPr id="1236" name="Google Shape;1236;p62"/>
          <p:cNvSpPr txBox="1"/>
          <p:nvPr/>
        </p:nvSpPr>
        <p:spPr>
          <a:xfrm>
            <a:off x="420000" y="1340000"/>
            <a:ext cx="8300100" cy="1900200"/>
          </a:xfrm>
          <a:prstGeom prst="rect">
            <a:avLst/>
          </a:prstGeom>
          <a:noFill/>
          <a:ln>
            <a:noFill/>
          </a:ln>
        </p:spPr>
        <p:txBody>
          <a:bodyPr anchorCtr="0" anchor="t" bIns="0" lIns="0" spcFirstLastPara="1" rIns="0" wrap="square" tIns="0">
            <a:noAutofit/>
          </a:bodyPr>
          <a:lstStyle/>
          <a:p>
            <a:pPr indent="-285750" lvl="0" marL="285750" marR="0" rtl="0" algn="l">
              <a:lnSpc>
                <a:spcPct val="100000"/>
              </a:lnSpc>
              <a:spcBef>
                <a:spcPts val="0"/>
              </a:spcBef>
              <a:spcAft>
                <a:spcPts val="0"/>
              </a:spcAft>
              <a:buClr>
                <a:srgbClr val="2E5E9E"/>
              </a:buClr>
              <a:buSzPts val="1062"/>
              <a:buFont typeface="Arial"/>
              <a:buChar char="•"/>
            </a:pPr>
            <a:r>
              <a:rPr b="0" i="0" lang="en" sz="1250" u="none" cap="none" strike="noStrike">
                <a:solidFill>
                  <a:srgbClr val="262626"/>
                </a:solidFill>
                <a:latin typeface="Times New Roman"/>
                <a:ea typeface="Times New Roman"/>
                <a:cs typeface="Times New Roman"/>
                <a:sym typeface="Times New Roman"/>
              </a:rPr>
              <a:t>Périmètre validé et question de recherche formulée.</a:t>
            </a:r>
            <a:endParaRPr/>
          </a:p>
          <a:p>
            <a:pPr indent="-285750" lvl="0" marL="285750" marR="0" rtl="0" algn="l">
              <a:lnSpc>
                <a:spcPct val="100000"/>
              </a:lnSpc>
              <a:spcBef>
                <a:spcPts val="420"/>
              </a:spcBef>
              <a:spcAft>
                <a:spcPts val="0"/>
              </a:spcAft>
              <a:buClr>
                <a:srgbClr val="2E5E9E"/>
              </a:buClr>
              <a:buSzPts val="1062"/>
              <a:buFont typeface="Arial"/>
              <a:buChar char="•"/>
            </a:pPr>
            <a:r>
              <a:rPr b="0" i="0" lang="en" sz="1250" u="none" cap="none" strike="noStrike">
                <a:solidFill>
                  <a:srgbClr val="262626"/>
                </a:solidFill>
                <a:latin typeface="Times New Roman"/>
                <a:ea typeface="Times New Roman"/>
                <a:cs typeface="Times New Roman"/>
                <a:sym typeface="Times New Roman"/>
              </a:rPr>
              <a:t>Données en main et organisées : FIRE et IDRiD ; e-ophtha demandé.</a:t>
            </a:r>
            <a:endParaRPr/>
          </a:p>
          <a:p>
            <a:pPr indent="-285750" lvl="0" marL="285750" marR="0" rtl="0" algn="l">
              <a:lnSpc>
                <a:spcPct val="100000"/>
              </a:lnSpc>
              <a:spcBef>
                <a:spcPts val="420"/>
              </a:spcBef>
              <a:spcAft>
                <a:spcPts val="0"/>
              </a:spcAft>
              <a:buClr>
                <a:srgbClr val="2E5E9E"/>
              </a:buClr>
              <a:buSzPts val="1062"/>
              <a:buFont typeface="Arial"/>
              <a:buChar char="•"/>
            </a:pPr>
            <a:r>
              <a:rPr b="0" i="0" lang="en" sz="1250" u="none" cap="none" strike="noStrike">
                <a:solidFill>
                  <a:srgbClr val="262626"/>
                </a:solidFill>
                <a:latin typeface="Times New Roman"/>
                <a:ea typeface="Times New Roman"/>
                <a:cs typeface="Times New Roman"/>
                <a:sym typeface="Times New Roman"/>
              </a:rPr>
              <a:t>Environnement opérationnel : le plugin se compile, charge une paire et applique le prétraitement.</a:t>
            </a:r>
            <a:endParaRPr/>
          </a:p>
          <a:p>
            <a:pPr indent="-285750" lvl="0" marL="285750" marR="0" rtl="0" algn="l">
              <a:lnSpc>
                <a:spcPct val="100000"/>
              </a:lnSpc>
              <a:spcBef>
                <a:spcPts val="420"/>
              </a:spcBef>
              <a:spcAft>
                <a:spcPts val="0"/>
              </a:spcAft>
              <a:buClr>
                <a:srgbClr val="2E5E9E"/>
              </a:buClr>
              <a:buSzPts val="1062"/>
              <a:buFont typeface="Arial"/>
              <a:buChar char="•"/>
            </a:pPr>
            <a:r>
              <a:rPr b="0" i="0" lang="en" sz="1250" u="none" cap="none" strike="noStrike">
                <a:solidFill>
                  <a:srgbClr val="262626"/>
                </a:solidFill>
                <a:latin typeface="Times New Roman"/>
                <a:ea typeface="Times New Roman"/>
                <a:cs typeface="Times New Roman"/>
                <a:sym typeface="Times New Roman"/>
              </a:rPr>
              <a:t>Bibliothèque Zotero initialisée avec 8 références ; revue bibliographique rédigée.</a:t>
            </a:r>
            <a:endParaRPr/>
          </a:p>
          <a:p>
            <a:pPr indent="-285750" lvl="0" marL="285750" marR="0" rtl="0" algn="l">
              <a:lnSpc>
                <a:spcPct val="100000"/>
              </a:lnSpc>
              <a:spcBef>
                <a:spcPts val="420"/>
              </a:spcBef>
              <a:spcAft>
                <a:spcPts val="0"/>
              </a:spcAft>
              <a:buClr>
                <a:srgbClr val="2E5E9E"/>
              </a:buClr>
              <a:buSzPts val="1062"/>
              <a:buFont typeface="Arial"/>
              <a:buChar char="•"/>
            </a:pPr>
            <a:r>
              <a:rPr b="0" i="0" lang="en" sz="1250" u="none" cap="none" strike="noStrike">
                <a:solidFill>
                  <a:srgbClr val="262626"/>
                </a:solidFill>
                <a:latin typeface="Times New Roman"/>
                <a:ea typeface="Times New Roman"/>
                <a:cs typeface="Times New Roman"/>
                <a:sym typeface="Times New Roman"/>
              </a:rPr>
              <a:t>Protocole d'évaluation rédigé, pour les deux étapes et pour les étapes intermédiaires.</a:t>
            </a:r>
            <a:endParaRPr/>
          </a:p>
          <a:p>
            <a:pPr indent="-285750" lvl="0" marL="285750" marR="0" rtl="0" algn="l">
              <a:lnSpc>
                <a:spcPct val="100000"/>
              </a:lnSpc>
              <a:spcBef>
                <a:spcPts val="420"/>
              </a:spcBef>
              <a:spcAft>
                <a:spcPts val="0"/>
              </a:spcAft>
              <a:buClr>
                <a:srgbClr val="2E5E9E"/>
              </a:buClr>
              <a:buSzPts val="1062"/>
              <a:buFont typeface="Arial"/>
              <a:buChar char="•"/>
            </a:pPr>
            <a:r>
              <a:rPr b="1" i="0" lang="en" sz="1250" u="none" cap="none" strike="noStrike">
                <a:solidFill>
                  <a:srgbClr val="262626"/>
                </a:solidFill>
                <a:latin typeface="Times New Roman"/>
                <a:ea typeface="Times New Roman"/>
                <a:cs typeface="Times New Roman"/>
                <a:sym typeface="Times New Roman"/>
              </a:rPr>
              <a:t>Avancement cumulé : plancher de 25 % atteint, cible de 30 à 4</a:t>
            </a:r>
            <a:r>
              <a:rPr b="1" lang="en" sz="1250">
                <a:solidFill>
                  <a:srgbClr val="262626"/>
                </a:solidFill>
                <a:latin typeface="Times New Roman"/>
                <a:ea typeface="Times New Roman"/>
                <a:cs typeface="Times New Roman"/>
                <a:sym typeface="Times New Roman"/>
              </a:rPr>
              <a:t>5</a:t>
            </a:r>
            <a:r>
              <a:rPr b="1" i="0" lang="en" sz="1250" u="none" cap="none" strike="noStrike">
                <a:solidFill>
                  <a:srgbClr val="262626"/>
                </a:solidFill>
                <a:latin typeface="Times New Roman"/>
                <a:ea typeface="Times New Roman"/>
                <a:cs typeface="Times New Roman"/>
                <a:sym typeface="Times New Roman"/>
              </a:rPr>
              <a:t>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0" name="Shape 1240"/>
        <p:cNvGrpSpPr/>
        <p:nvPr/>
      </p:nvGrpSpPr>
      <p:grpSpPr>
        <a:xfrm>
          <a:off x="0" y="0"/>
          <a:ext cx="0" cy="0"/>
          <a:chOff x="0" y="0"/>
          <a:chExt cx="0" cy="0"/>
        </a:xfrm>
      </p:grpSpPr>
      <p:sp>
        <p:nvSpPr>
          <p:cNvPr id="1241" name="Google Shape;1241;p63"/>
          <p:cNvSpPr txBox="1"/>
          <p:nvPr>
            <p:ph idx="4294967295" type="title"/>
          </p:nvPr>
        </p:nvSpPr>
        <p:spPr>
          <a:xfrm>
            <a:off x="154013" y="174043"/>
            <a:ext cx="8835900" cy="992700"/>
          </a:xfrm>
          <a:prstGeom prst="rect">
            <a:avLst/>
          </a:prstGeom>
          <a:solidFill>
            <a:srgbClr val="B1CDFB"/>
          </a:solidFill>
          <a:ln>
            <a:noFill/>
          </a:ln>
        </p:spPr>
        <p:txBody>
          <a:bodyPr anchorCtr="0" anchor="ctr" bIns="182875" lIns="182875" spcFirstLastPara="1" rIns="182875" wrap="square" tIns="182875">
            <a:normAutofit/>
          </a:bodyPr>
          <a:lstStyle/>
          <a:p>
            <a:pPr indent="0" lvl="0" marL="0" rtl="0" algn="ctr">
              <a:lnSpc>
                <a:spcPct val="90000"/>
              </a:lnSpc>
              <a:spcBef>
                <a:spcPts val="0"/>
              </a:spcBef>
              <a:spcAft>
                <a:spcPts val="0"/>
              </a:spcAft>
              <a:buSzPts val="3300"/>
              <a:buNone/>
            </a:pPr>
            <a:r>
              <a:rPr b="1" lang="en" sz="2100">
                <a:solidFill>
                  <a:srgbClr val="262626"/>
                </a:solidFill>
                <a:latin typeface="Times New Roman"/>
                <a:ea typeface="Times New Roman"/>
                <a:cs typeface="Times New Roman"/>
                <a:sym typeface="Times New Roman"/>
              </a:rPr>
              <a:t>Point 2</a:t>
            </a:r>
            <a:endParaRPr/>
          </a:p>
        </p:txBody>
      </p:sp>
      <p:sp>
        <p:nvSpPr>
          <p:cNvPr id="1242" name="Google Shape;1242;p63"/>
          <p:cNvSpPr/>
          <p:nvPr/>
        </p:nvSpPr>
        <p:spPr>
          <a:xfrm>
            <a:off x="7830150" y="93500"/>
            <a:ext cx="1159875" cy="1186425"/>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3" name="Google Shape;1243;p63"/>
          <p:cNvSpPr/>
          <p:nvPr/>
        </p:nvSpPr>
        <p:spPr>
          <a:xfrm>
            <a:off x="7936500" y="190400"/>
            <a:ext cx="947025" cy="9927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4" name="Google Shape;1244;p63"/>
          <p:cNvSpPr/>
          <p:nvPr/>
        </p:nvSpPr>
        <p:spPr>
          <a:xfrm>
            <a:off x="8765725" y="501950"/>
            <a:ext cx="614250" cy="337275"/>
          </a:xfrm>
          <a:prstGeom prst="ellipse">
            <a:avLst/>
          </a:prstGeom>
          <a:solidFill>
            <a:schemeClr val="lt1"/>
          </a:solidFill>
          <a:ln cap="flat" cmpd="sng" w="9525">
            <a:solidFill>
              <a:srgbClr val="9FC5E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34</a:t>
            </a:r>
            <a:endParaRPr b="0" i="0" sz="1400" u="none" cap="none" strike="noStrike">
              <a:solidFill>
                <a:srgbClr val="000000"/>
              </a:solidFill>
              <a:latin typeface="Arial"/>
              <a:ea typeface="Arial"/>
              <a:cs typeface="Arial"/>
              <a:sym typeface="Arial"/>
            </a:endParaRPr>
          </a:p>
        </p:txBody>
      </p:sp>
      <p:pic>
        <p:nvPicPr>
          <p:cNvPr descr="Une image contenant personne, sourire, blanc, pose  Description générée automatiquement" id="1245" name="Google Shape;1245;p63"/>
          <p:cNvPicPr preferRelativeResize="0"/>
          <p:nvPr/>
        </p:nvPicPr>
        <p:blipFill rotWithShape="1">
          <a:blip r:embed="rId3">
            <a:alphaModFix/>
          </a:blip>
          <a:srcRect b="0" l="0" r="0" t="0"/>
          <a:stretch/>
        </p:blipFill>
        <p:spPr>
          <a:xfrm>
            <a:off x="8006453" y="285136"/>
            <a:ext cx="770513" cy="770513"/>
          </a:xfrm>
          <a:prstGeom prst="rect">
            <a:avLst/>
          </a:prstGeom>
          <a:noFill/>
          <a:ln>
            <a:noFill/>
          </a:ln>
        </p:spPr>
      </p:pic>
      <p:sp>
        <p:nvSpPr>
          <p:cNvPr id="1246" name="Google Shape;1246;p63"/>
          <p:cNvSpPr txBox="1"/>
          <p:nvPr/>
        </p:nvSpPr>
        <p:spPr>
          <a:xfrm>
            <a:off x="420000" y="1340000"/>
            <a:ext cx="8300000" cy="3350000"/>
          </a:xfrm>
          <a:prstGeom prst="rect">
            <a:avLst/>
          </a:prstGeom>
          <a:noFill/>
          <a:ln>
            <a:noFill/>
          </a:ln>
        </p:spPr>
        <p:txBody>
          <a:bodyPr anchorCtr="0" anchor="t" bIns="0" lIns="0" spcFirstLastPara="1" rIns="0" wrap="square" tIns="0">
            <a:noAutofit/>
          </a:bodyPr>
          <a:lstStyle/>
          <a:p>
            <a:pPr indent="-285750" lvl="0" marL="285750" marR="0" rtl="0" algn="l">
              <a:lnSpc>
                <a:spcPct val="100000"/>
              </a:lnSpc>
              <a:spcBef>
                <a:spcPts val="0"/>
              </a:spcBef>
              <a:spcAft>
                <a:spcPts val="0"/>
              </a:spcAft>
              <a:buClr>
                <a:srgbClr val="2E5E9E"/>
              </a:buClr>
              <a:buSzPts val="1105"/>
              <a:buFont typeface="Arial"/>
              <a:buChar char="•"/>
            </a:pPr>
            <a:r>
              <a:rPr b="1" i="0" lang="en" sz="1300" u="none" cap="none" strike="noStrike">
                <a:solidFill>
                  <a:srgbClr val="262626"/>
                </a:solidFill>
                <a:latin typeface="Times New Roman"/>
                <a:ea typeface="Times New Roman"/>
                <a:cs typeface="Times New Roman"/>
                <a:sym typeface="Times New Roman"/>
              </a:rPr>
              <a:t>Binôme A</a:t>
            </a:r>
            <a:r>
              <a:rPr b="0" i="0" lang="en" sz="1300" u="none" cap="none" strike="noStrike">
                <a:solidFill>
                  <a:srgbClr val="262626"/>
                </a:solidFill>
                <a:latin typeface="Times New Roman"/>
                <a:ea typeface="Times New Roman"/>
                <a:cs typeface="Times New Roman"/>
                <a:sym typeface="Times New Roman"/>
              </a:rPr>
              <a:t> : segmentation des vaisseaux (Gabor, Hessien, seuillage), squelettisation, détection des bifurcations, premier descripteur.</a:t>
            </a:r>
            <a:endParaRPr/>
          </a:p>
          <a:p>
            <a:pPr indent="-285750" lvl="0" marL="285750" marR="0" rtl="0" algn="l">
              <a:lnSpc>
                <a:spcPct val="100000"/>
              </a:lnSpc>
              <a:spcBef>
                <a:spcPts val="620"/>
              </a:spcBef>
              <a:spcAft>
                <a:spcPts val="0"/>
              </a:spcAft>
              <a:buClr>
                <a:srgbClr val="2E5E9E"/>
              </a:buClr>
              <a:buSzPts val="1105"/>
              <a:buFont typeface="Arial"/>
              <a:buChar char="•"/>
            </a:pPr>
            <a:r>
              <a:rPr b="1" i="0" lang="en" sz="1300" u="none" cap="none" strike="noStrike">
                <a:solidFill>
                  <a:srgbClr val="262626"/>
                </a:solidFill>
                <a:latin typeface="Times New Roman"/>
                <a:ea typeface="Times New Roman"/>
                <a:cs typeface="Times New Roman"/>
                <a:sym typeface="Times New Roman"/>
              </a:rPr>
              <a:t>Binôme B</a:t>
            </a:r>
            <a:r>
              <a:rPr b="0" i="0" lang="en" sz="1300" u="none" cap="none" strike="noStrike">
                <a:solidFill>
                  <a:srgbClr val="262626"/>
                </a:solidFill>
                <a:latin typeface="Times New Roman"/>
                <a:ea typeface="Times New Roman"/>
                <a:cs typeface="Times New Roman"/>
                <a:sym typeface="Times New Roman"/>
              </a:rPr>
              <a:t> </a:t>
            </a:r>
            <a:r>
              <a:rPr lang="en" sz="1300">
                <a:solidFill>
                  <a:srgbClr val="262626"/>
                </a:solidFill>
                <a:latin typeface="Times New Roman"/>
                <a:ea typeface="Times New Roman"/>
                <a:cs typeface="Times New Roman"/>
                <a:sym typeface="Times New Roman"/>
              </a:rPr>
              <a:t>:</a:t>
            </a:r>
            <a:r>
              <a:rPr b="0" i="0" lang="en" sz="1300" u="none" cap="none" strike="noStrike">
                <a:solidFill>
                  <a:srgbClr val="262626"/>
                </a:solidFill>
                <a:latin typeface="Times New Roman"/>
                <a:ea typeface="Times New Roman"/>
                <a:cs typeface="Times New Roman"/>
                <a:sym typeface="Times New Roman"/>
              </a:rPr>
              <a:t> contrôle de la qualité de segmentation, comptage des bifurcations, distributions GM / IM, premier seuil et premier EER, sous-ensemble de test figé.</a:t>
            </a:r>
            <a:endParaRPr/>
          </a:p>
          <a:p>
            <a:pPr indent="-285750" lvl="0" marL="285750" marR="0" rtl="0" algn="l">
              <a:lnSpc>
                <a:spcPct val="100000"/>
              </a:lnSpc>
              <a:spcBef>
                <a:spcPts val="620"/>
              </a:spcBef>
              <a:spcAft>
                <a:spcPts val="0"/>
              </a:spcAft>
              <a:buClr>
                <a:srgbClr val="2E5E9E"/>
              </a:buClr>
              <a:buSzPts val="1105"/>
              <a:buFont typeface="Arial"/>
              <a:buChar char="•"/>
            </a:pPr>
            <a:r>
              <a:rPr b="0" i="0" lang="en" sz="1300" u="none" cap="none" strike="noStrike">
                <a:solidFill>
                  <a:srgbClr val="262626"/>
                </a:solidFill>
                <a:latin typeface="Times New Roman"/>
                <a:ea typeface="Times New Roman"/>
                <a:cs typeface="Times New Roman"/>
                <a:sym typeface="Times New Roman"/>
              </a:rPr>
              <a:t>C'est l'étape la plus risquée du projet : si la segmentation échoue, rien ne se mesure. </a:t>
            </a:r>
            <a:r>
              <a:rPr lang="en" sz="1300">
                <a:solidFill>
                  <a:srgbClr val="262626"/>
                </a:solidFill>
                <a:latin typeface="Times New Roman"/>
                <a:ea typeface="Times New Roman"/>
                <a:cs typeface="Times New Roman"/>
                <a:sym typeface="Times New Roman"/>
              </a:rPr>
              <a:t>O</a:t>
            </a:r>
            <a:r>
              <a:rPr b="0" i="0" lang="en" sz="1300" u="none" cap="none" strike="noStrike">
                <a:solidFill>
                  <a:srgbClr val="262626"/>
                </a:solidFill>
                <a:latin typeface="Times New Roman"/>
                <a:ea typeface="Times New Roman"/>
                <a:cs typeface="Times New Roman"/>
                <a:sym typeface="Times New Roman"/>
              </a:rPr>
              <a:t>n a :</a:t>
            </a:r>
            <a:endParaRPr/>
          </a:p>
          <a:p>
            <a:pPr indent="0" lvl="0" marL="457200" marR="0" rtl="0" algn="l">
              <a:lnSpc>
                <a:spcPct val="100000"/>
              </a:lnSpc>
              <a:spcBef>
                <a:spcPts val="620"/>
              </a:spcBef>
              <a:spcAft>
                <a:spcPts val="0"/>
              </a:spcAft>
              <a:buNone/>
            </a:pPr>
            <a:r>
              <a:rPr b="1" lang="en" sz="1300">
                <a:solidFill>
                  <a:srgbClr val="262626"/>
                </a:solidFill>
                <a:latin typeface="Times New Roman"/>
                <a:ea typeface="Times New Roman"/>
                <a:cs typeface="Times New Roman"/>
                <a:sym typeface="Times New Roman"/>
              </a:rPr>
              <a:t>Au cas 1 : si</a:t>
            </a:r>
            <a:r>
              <a:rPr b="0" i="0" lang="en" sz="1300" u="none" cap="none" strike="noStrike">
                <a:solidFill>
                  <a:srgbClr val="262626"/>
                </a:solidFill>
                <a:latin typeface="Times New Roman"/>
                <a:ea typeface="Times New Roman"/>
                <a:cs typeface="Times New Roman"/>
                <a:sym typeface="Times New Roman"/>
              </a:rPr>
              <a:t>la segmentation globale est instable : se concentrer sur la zone centrale autour du disque optique, ou passer à un seuillage adaptatif local.</a:t>
            </a:r>
            <a:endParaRPr/>
          </a:p>
          <a:p>
            <a:pPr indent="0" lvl="0" marL="457200" marR="0" rtl="0" algn="l">
              <a:lnSpc>
                <a:spcPct val="100000"/>
              </a:lnSpc>
              <a:spcBef>
                <a:spcPts val="620"/>
              </a:spcBef>
              <a:spcAft>
                <a:spcPts val="0"/>
              </a:spcAft>
              <a:buNone/>
            </a:pPr>
            <a:r>
              <a:rPr b="1" lang="en" sz="1300">
                <a:solidFill>
                  <a:srgbClr val="262626"/>
                </a:solidFill>
                <a:latin typeface="Times New Roman"/>
                <a:ea typeface="Times New Roman"/>
                <a:cs typeface="Times New Roman"/>
                <a:sym typeface="Times New Roman"/>
              </a:rPr>
              <a:t>Au cas 2</a:t>
            </a:r>
            <a:r>
              <a:rPr b="0" i="0" lang="en" sz="1300" u="none" cap="none" strike="noStrike">
                <a:solidFill>
                  <a:srgbClr val="262626"/>
                </a:solidFill>
                <a:latin typeface="Times New Roman"/>
                <a:ea typeface="Times New Roman"/>
                <a:cs typeface="Times New Roman"/>
                <a:sym typeface="Times New Roman"/>
              </a:rPr>
              <a:t> </a:t>
            </a:r>
            <a:r>
              <a:rPr lang="en" sz="1300">
                <a:solidFill>
                  <a:srgbClr val="262626"/>
                </a:solidFill>
                <a:latin typeface="Times New Roman"/>
                <a:ea typeface="Times New Roman"/>
                <a:cs typeface="Times New Roman"/>
                <a:sym typeface="Times New Roman"/>
              </a:rPr>
              <a:t>:</a:t>
            </a:r>
            <a:r>
              <a:rPr b="0" i="0" lang="en" sz="1300" u="none" cap="none" strike="noStrike">
                <a:solidFill>
                  <a:srgbClr val="262626"/>
                </a:solidFill>
                <a:latin typeface="Times New Roman"/>
                <a:ea typeface="Times New Roman"/>
                <a:cs typeface="Times New Roman"/>
                <a:sym typeface="Times New Roman"/>
              </a:rPr>
              <a:t> si le prétraitement d'IDRiD pose problème : caler toute la chaîne sur FIRE, puis l'adapter.</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0" name="Shape 1250"/>
        <p:cNvGrpSpPr/>
        <p:nvPr/>
      </p:nvGrpSpPr>
      <p:grpSpPr>
        <a:xfrm>
          <a:off x="0" y="0"/>
          <a:ext cx="0" cy="0"/>
          <a:chOff x="0" y="0"/>
          <a:chExt cx="0" cy="0"/>
        </a:xfrm>
      </p:grpSpPr>
      <p:sp>
        <p:nvSpPr>
          <p:cNvPr id="1251" name="Google Shape;1251;p64"/>
          <p:cNvSpPr txBox="1"/>
          <p:nvPr>
            <p:ph idx="12" type="sldNum"/>
          </p:nvPr>
        </p:nvSpPr>
        <p:spPr>
          <a:xfrm>
            <a:off x="6457950" y="4767263"/>
            <a:ext cx="2057400" cy="273825"/>
          </a:xfrm>
          <a:prstGeom prst="rect">
            <a:avLst/>
          </a:prstGeom>
          <a:noFill/>
          <a:ln>
            <a:noFill/>
          </a:ln>
        </p:spPr>
        <p:txBody>
          <a:bodyPr anchorCtr="0" anchor="ctr" bIns="91425" lIns="91425" spcFirstLastPara="1" rIns="91425" wrap="square" tIns="91425">
            <a:normAutofit fontScale="77500" lnSpcReduction="20000"/>
          </a:bodyPr>
          <a:lstStyle/>
          <a:p>
            <a:pPr indent="0" lvl="0" marL="0" rtl="0" algn="r">
              <a:lnSpc>
                <a:spcPct val="100000"/>
              </a:lnSpc>
              <a:spcBef>
                <a:spcPts val="0"/>
              </a:spcBef>
              <a:spcAft>
                <a:spcPts val="0"/>
              </a:spcAft>
              <a:buClr>
                <a:srgbClr val="000000"/>
              </a:buClr>
              <a:buSzPct val="100000"/>
              <a:buFont typeface="Arial"/>
              <a:buNone/>
            </a:pPr>
            <a:fld id="{00000000-1234-1234-1234-123412341234}" type="slidenum">
              <a:rPr lang="en"/>
              <a:t>‹#›</a:t>
            </a:fld>
            <a:endParaRPr/>
          </a:p>
        </p:txBody>
      </p:sp>
      <p:sp>
        <p:nvSpPr>
          <p:cNvPr id="1252" name="Google Shape;1252;p64"/>
          <p:cNvSpPr/>
          <p:nvPr/>
        </p:nvSpPr>
        <p:spPr>
          <a:xfrm>
            <a:off x="-76135" y="0"/>
            <a:ext cx="9144000" cy="5143500"/>
          </a:xfrm>
          <a:custGeom>
            <a:rect b="b" l="l" r="r" t="t"/>
            <a:pathLst>
              <a:path extrusionOk="0" h="6858000" w="12192000">
                <a:moveTo>
                  <a:pt x="7768088" y="791795"/>
                </a:moveTo>
                <a:lnTo>
                  <a:pt x="7770756" y="795947"/>
                </a:lnTo>
                <a:cubicBezTo>
                  <a:pt x="7772034" y="801062"/>
                  <a:pt x="7772034" y="806817"/>
                  <a:pt x="7770755" y="811293"/>
                </a:cubicBezTo>
                <a:lnTo>
                  <a:pt x="7763398" y="818653"/>
                </a:lnTo>
                <a:close/>
                <a:moveTo>
                  <a:pt x="8172820" y="217571"/>
                </a:moveTo>
                <a:cubicBezTo>
                  <a:pt x="8161953" y="214694"/>
                  <a:pt x="8149169" y="215334"/>
                  <a:pt x="8133827" y="220449"/>
                </a:cubicBezTo>
                <a:cubicBezTo>
                  <a:pt x="8161953" y="246027"/>
                  <a:pt x="8136385" y="281835"/>
                  <a:pt x="8159396" y="307413"/>
                </a:cubicBezTo>
                <a:cubicBezTo>
                  <a:pt x="8156839" y="345779"/>
                  <a:pt x="8177294" y="376473"/>
                  <a:pt x="8184965" y="409723"/>
                </a:cubicBezTo>
                <a:cubicBezTo>
                  <a:pt x="8190078" y="442974"/>
                  <a:pt x="8200306" y="478783"/>
                  <a:pt x="8213090" y="509477"/>
                </a:cubicBezTo>
                <a:cubicBezTo>
                  <a:pt x="8236102" y="560631"/>
                  <a:pt x="8190078" y="591325"/>
                  <a:pt x="8149168" y="583651"/>
                </a:cubicBezTo>
                <a:cubicBezTo>
                  <a:pt x="8141498" y="583651"/>
                  <a:pt x="8136384" y="578536"/>
                  <a:pt x="8133828" y="573421"/>
                </a:cubicBezTo>
                <a:cubicBezTo>
                  <a:pt x="8128713" y="568305"/>
                  <a:pt x="8128714" y="560631"/>
                  <a:pt x="8126157" y="555516"/>
                </a:cubicBezTo>
                <a:cubicBezTo>
                  <a:pt x="8110816" y="540170"/>
                  <a:pt x="8092918" y="529938"/>
                  <a:pt x="8075020" y="535054"/>
                </a:cubicBezTo>
                <a:cubicBezTo>
                  <a:pt x="8054565" y="540169"/>
                  <a:pt x="8052009" y="560632"/>
                  <a:pt x="8046894" y="575978"/>
                </a:cubicBezTo>
                <a:cubicBezTo>
                  <a:pt x="8044337" y="583652"/>
                  <a:pt x="8046895" y="591325"/>
                  <a:pt x="8046894" y="596440"/>
                </a:cubicBezTo>
                <a:cubicBezTo>
                  <a:pt x="8044337" y="647596"/>
                  <a:pt x="8016212" y="685962"/>
                  <a:pt x="7970189" y="696194"/>
                </a:cubicBezTo>
                <a:cubicBezTo>
                  <a:pt x="7959962" y="698752"/>
                  <a:pt x="7947177" y="698751"/>
                  <a:pt x="7934393" y="693636"/>
                </a:cubicBezTo>
                <a:cubicBezTo>
                  <a:pt x="7901154" y="678289"/>
                  <a:pt x="7862801" y="683405"/>
                  <a:pt x="7827006" y="668058"/>
                </a:cubicBezTo>
                <a:cubicBezTo>
                  <a:pt x="7821892" y="665500"/>
                  <a:pt x="7809108" y="673173"/>
                  <a:pt x="7803994" y="678289"/>
                </a:cubicBezTo>
                <a:cubicBezTo>
                  <a:pt x="7798880" y="683406"/>
                  <a:pt x="7793767" y="688521"/>
                  <a:pt x="7788973" y="694275"/>
                </a:cubicBezTo>
                <a:lnTo>
                  <a:pt x="7780206" y="707536"/>
                </a:lnTo>
                <a:lnTo>
                  <a:pt x="7778081" y="697004"/>
                </a:lnTo>
                <a:cubicBezTo>
                  <a:pt x="7772380" y="696572"/>
                  <a:pt x="7769753" y="700962"/>
                  <a:pt x="7767126" y="705352"/>
                </a:cubicBezTo>
                <a:lnTo>
                  <a:pt x="7753961" y="722432"/>
                </a:lnTo>
                <a:lnTo>
                  <a:pt x="7745187" y="719213"/>
                </a:lnTo>
                <a:cubicBezTo>
                  <a:pt x="7742630" y="716655"/>
                  <a:pt x="7740073" y="711540"/>
                  <a:pt x="7734960" y="708982"/>
                </a:cubicBezTo>
                <a:cubicBezTo>
                  <a:pt x="7727289" y="706425"/>
                  <a:pt x="7717061" y="703867"/>
                  <a:pt x="7711947" y="708982"/>
                </a:cubicBezTo>
                <a:cubicBezTo>
                  <a:pt x="7704277" y="719214"/>
                  <a:pt x="7711948" y="724329"/>
                  <a:pt x="7717062" y="732002"/>
                </a:cubicBezTo>
                <a:lnTo>
                  <a:pt x="7734360" y="747864"/>
                </a:lnTo>
                <a:lnTo>
                  <a:pt x="7728802" y="755074"/>
                </a:lnTo>
                <a:cubicBezTo>
                  <a:pt x="7713028" y="768362"/>
                  <a:pt x="7693962" y="777817"/>
                  <a:pt x="7670723" y="781795"/>
                </a:cubicBezTo>
                <a:cubicBezTo>
                  <a:pt x="7662394" y="785752"/>
                  <a:pt x="7657574" y="788829"/>
                  <a:pt x="7652320" y="797609"/>
                </a:cubicBezTo>
                <a:cubicBezTo>
                  <a:pt x="7647513" y="815598"/>
                  <a:pt x="7626035" y="826590"/>
                  <a:pt x="7630886" y="853340"/>
                </a:cubicBezTo>
                <a:cubicBezTo>
                  <a:pt x="7633960" y="858160"/>
                  <a:pt x="7626080" y="871330"/>
                  <a:pt x="7613363" y="872662"/>
                </a:cubicBezTo>
                <a:cubicBezTo>
                  <a:pt x="7557678" y="881067"/>
                  <a:pt x="7512095" y="907443"/>
                  <a:pt x="7457289" y="919356"/>
                </a:cubicBezTo>
                <a:cubicBezTo>
                  <a:pt x="7425722" y="927293"/>
                  <a:pt x="7406828" y="889158"/>
                  <a:pt x="7376575" y="894898"/>
                </a:cubicBezTo>
                <a:cubicBezTo>
                  <a:pt x="7376575" y="894898"/>
                  <a:pt x="7373500" y="890078"/>
                  <a:pt x="7372620" y="886571"/>
                </a:cubicBezTo>
                <a:cubicBezTo>
                  <a:pt x="7371292" y="873852"/>
                  <a:pt x="7368650" y="863329"/>
                  <a:pt x="7369517" y="851924"/>
                </a:cubicBezTo>
                <a:cubicBezTo>
                  <a:pt x="7365979" y="822980"/>
                  <a:pt x="7372084" y="787883"/>
                  <a:pt x="7350130" y="759840"/>
                </a:cubicBezTo>
                <a:cubicBezTo>
                  <a:pt x="7331280" y="766444"/>
                  <a:pt x="7309788" y="762524"/>
                  <a:pt x="7292264" y="781846"/>
                </a:cubicBezTo>
                <a:cubicBezTo>
                  <a:pt x="7287444" y="784923"/>
                  <a:pt x="7275161" y="780552"/>
                  <a:pt x="7276907" y="772655"/>
                </a:cubicBezTo>
                <a:cubicBezTo>
                  <a:pt x="7285206" y="738871"/>
                  <a:pt x="7260178" y="706008"/>
                  <a:pt x="7266283" y="670911"/>
                </a:cubicBezTo>
                <a:cubicBezTo>
                  <a:pt x="7268029" y="663013"/>
                  <a:pt x="7260567" y="655567"/>
                  <a:pt x="7260119" y="646357"/>
                </a:cubicBezTo>
                <a:cubicBezTo>
                  <a:pt x="7260538" y="625741"/>
                  <a:pt x="7236419" y="626211"/>
                  <a:pt x="7232016" y="608673"/>
                </a:cubicBezTo>
                <a:cubicBezTo>
                  <a:pt x="7231568" y="599462"/>
                  <a:pt x="7216225" y="605184"/>
                  <a:pt x="7204822" y="604322"/>
                </a:cubicBezTo>
                <a:cubicBezTo>
                  <a:pt x="7167539" y="596913"/>
                  <a:pt x="7134226" y="612747"/>
                  <a:pt x="7099152" y="621564"/>
                </a:cubicBezTo>
                <a:cubicBezTo>
                  <a:pt x="7074599" y="627737"/>
                  <a:pt x="7050928" y="637416"/>
                  <a:pt x="7027675" y="626482"/>
                </a:cubicBezTo>
                <a:cubicBezTo>
                  <a:pt x="7019751" y="594912"/>
                  <a:pt x="7011825" y="563342"/>
                  <a:pt x="7002588" y="533967"/>
                </a:cubicBezTo>
                <a:cubicBezTo>
                  <a:pt x="7017050" y="524737"/>
                  <a:pt x="7031513" y="515507"/>
                  <a:pt x="7048169" y="507591"/>
                </a:cubicBezTo>
                <a:cubicBezTo>
                  <a:pt x="7056498" y="503633"/>
                  <a:pt x="7060439" y="497048"/>
                  <a:pt x="7062185" y="489151"/>
                </a:cubicBezTo>
                <a:cubicBezTo>
                  <a:pt x="7068737" y="463265"/>
                  <a:pt x="7062574" y="438710"/>
                  <a:pt x="7051589" y="417233"/>
                </a:cubicBezTo>
                <a:cubicBezTo>
                  <a:pt x="7045874" y="401888"/>
                  <a:pt x="7027890" y="397087"/>
                  <a:pt x="7014725" y="389209"/>
                </a:cubicBezTo>
                <a:cubicBezTo>
                  <a:pt x="7002442" y="384839"/>
                  <a:pt x="6991368" y="383428"/>
                  <a:pt x="6981007" y="383935"/>
                </a:cubicBezTo>
                <a:cubicBezTo>
                  <a:pt x="6970648" y="384441"/>
                  <a:pt x="6961002" y="386866"/>
                  <a:pt x="6951576" y="390168"/>
                </a:cubicBezTo>
                <a:cubicBezTo>
                  <a:pt x="6934920" y="398084"/>
                  <a:pt x="6923531" y="412135"/>
                  <a:pt x="6913457" y="423990"/>
                </a:cubicBezTo>
                <a:cubicBezTo>
                  <a:pt x="6901189" y="434533"/>
                  <a:pt x="6913919" y="448113"/>
                  <a:pt x="6914367" y="457323"/>
                </a:cubicBezTo>
                <a:cubicBezTo>
                  <a:pt x="6913933" y="463026"/>
                  <a:pt x="6917008" y="467847"/>
                  <a:pt x="6917889" y="471355"/>
                </a:cubicBezTo>
                <a:cubicBezTo>
                  <a:pt x="6910441" y="478821"/>
                  <a:pt x="6901218" y="464358"/>
                  <a:pt x="6895964" y="473138"/>
                </a:cubicBezTo>
                <a:cubicBezTo>
                  <a:pt x="6889829" y="478409"/>
                  <a:pt x="6881069" y="488070"/>
                  <a:pt x="6886336" y="494203"/>
                </a:cubicBezTo>
                <a:cubicBezTo>
                  <a:pt x="6906962" y="509528"/>
                  <a:pt x="6892962" y="542880"/>
                  <a:pt x="6921036" y="550740"/>
                </a:cubicBezTo>
                <a:cubicBezTo>
                  <a:pt x="6925424" y="553366"/>
                  <a:pt x="6924991" y="559068"/>
                  <a:pt x="6924559" y="564770"/>
                </a:cubicBezTo>
                <a:cubicBezTo>
                  <a:pt x="6921065" y="580565"/>
                  <a:pt x="6924587" y="594596"/>
                  <a:pt x="6936005" y="610372"/>
                </a:cubicBezTo>
                <a:cubicBezTo>
                  <a:pt x="6945229" y="624834"/>
                  <a:pt x="6956213" y="646311"/>
                  <a:pt x="6947018" y="661675"/>
                </a:cubicBezTo>
                <a:cubicBezTo>
                  <a:pt x="6931257" y="688011"/>
                  <a:pt x="6921196" y="714780"/>
                  <a:pt x="6894465" y="734552"/>
                </a:cubicBezTo>
                <a:cubicBezTo>
                  <a:pt x="6875181" y="746858"/>
                  <a:pt x="6844062" y="764004"/>
                  <a:pt x="6849360" y="799964"/>
                </a:cubicBezTo>
                <a:cubicBezTo>
                  <a:pt x="6851553" y="801277"/>
                  <a:pt x="6845852" y="800845"/>
                  <a:pt x="6844539" y="803041"/>
                </a:cubicBezTo>
                <a:lnTo>
                  <a:pt x="6812156" y="849121"/>
                </a:lnTo>
                <a:lnTo>
                  <a:pt x="6806639" y="850395"/>
                </a:lnTo>
                <a:cubicBezTo>
                  <a:pt x="6801525" y="852954"/>
                  <a:pt x="6798968" y="858069"/>
                  <a:pt x="6796412" y="860626"/>
                </a:cubicBezTo>
                <a:cubicBezTo>
                  <a:pt x="6781070" y="870857"/>
                  <a:pt x="6770843" y="870857"/>
                  <a:pt x="6765729" y="855511"/>
                </a:cubicBezTo>
                <a:cubicBezTo>
                  <a:pt x="6758058" y="840165"/>
                  <a:pt x="6747831" y="829933"/>
                  <a:pt x="6737604" y="819702"/>
                </a:cubicBezTo>
                <a:cubicBezTo>
                  <a:pt x="6732490" y="814586"/>
                  <a:pt x="6719706" y="806913"/>
                  <a:pt x="6714593" y="809471"/>
                </a:cubicBezTo>
                <a:cubicBezTo>
                  <a:pt x="6678796" y="824818"/>
                  <a:pt x="6640444" y="819703"/>
                  <a:pt x="6607204" y="835049"/>
                </a:cubicBezTo>
                <a:cubicBezTo>
                  <a:pt x="6594421" y="840164"/>
                  <a:pt x="6581637" y="840164"/>
                  <a:pt x="6571409" y="837607"/>
                </a:cubicBezTo>
                <a:cubicBezTo>
                  <a:pt x="6525386" y="827375"/>
                  <a:pt x="6497261" y="789009"/>
                  <a:pt x="6494704" y="737854"/>
                </a:cubicBezTo>
                <a:cubicBezTo>
                  <a:pt x="6494703" y="732738"/>
                  <a:pt x="6497260" y="725065"/>
                  <a:pt x="6494704" y="717391"/>
                </a:cubicBezTo>
                <a:cubicBezTo>
                  <a:pt x="6489590" y="702045"/>
                  <a:pt x="6487033" y="681583"/>
                  <a:pt x="6466578" y="676468"/>
                </a:cubicBezTo>
                <a:cubicBezTo>
                  <a:pt x="6448680" y="671352"/>
                  <a:pt x="6430783" y="681583"/>
                  <a:pt x="6415441" y="696930"/>
                </a:cubicBezTo>
                <a:cubicBezTo>
                  <a:pt x="6412885" y="702045"/>
                  <a:pt x="6412885" y="709719"/>
                  <a:pt x="6407771" y="714834"/>
                </a:cubicBezTo>
                <a:cubicBezTo>
                  <a:pt x="6405214" y="719949"/>
                  <a:pt x="6400100" y="725065"/>
                  <a:pt x="6392429" y="725064"/>
                </a:cubicBezTo>
                <a:cubicBezTo>
                  <a:pt x="6351520" y="732738"/>
                  <a:pt x="6305497" y="702045"/>
                  <a:pt x="6328509" y="650890"/>
                </a:cubicBezTo>
                <a:cubicBezTo>
                  <a:pt x="6341292" y="620197"/>
                  <a:pt x="6351520" y="584388"/>
                  <a:pt x="6356633" y="551137"/>
                </a:cubicBezTo>
                <a:cubicBezTo>
                  <a:pt x="6364304" y="517885"/>
                  <a:pt x="6384759" y="487192"/>
                  <a:pt x="6382202" y="448826"/>
                </a:cubicBezTo>
                <a:cubicBezTo>
                  <a:pt x="6405214" y="423249"/>
                  <a:pt x="6379645" y="387440"/>
                  <a:pt x="6407770" y="361862"/>
                </a:cubicBezTo>
                <a:cubicBezTo>
                  <a:pt x="6377089" y="351631"/>
                  <a:pt x="6356634" y="359304"/>
                  <a:pt x="6341292" y="377208"/>
                </a:cubicBezTo>
                <a:cubicBezTo>
                  <a:pt x="6323394" y="392555"/>
                  <a:pt x="6310610" y="415575"/>
                  <a:pt x="6302940" y="436037"/>
                </a:cubicBezTo>
                <a:cubicBezTo>
                  <a:pt x="6285042" y="482077"/>
                  <a:pt x="6274815" y="528117"/>
                  <a:pt x="6259474" y="571599"/>
                </a:cubicBezTo>
                <a:cubicBezTo>
                  <a:pt x="6251802" y="594619"/>
                  <a:pt x="6249246" y="620197"/>
                  <a:pt x="6231347" y="638101"/>
                </a:cubicBezTo>
                <a:cubicBezTo>
                  <a:pt x="6210894" y="658563"/>
                  <a:pt x="6205779" y="658563"/>
                  <a:pt x="6182768" y="643216"/>
                </a:cubicBezTo>
                <a:cubicBezTo>
                  <a:pt x="6144415" y="615081"/>
                  <a:pt x="6131631" y="617639"/>
                  <a:pt x="6098392" y="648332"/>
                </a:cubicBezTo>
                <a:cubicBezTo>
                  <a:pt x="6095836" y="650890"/>
                  <a:pt x="6093279" y="653447"/>
                  <a:pt x="6090722" y="656005"/>
                </a:cubicBezTo>
                <a:lnTo>
                  <a:pt x="6087754" y="658371"/>
                </a:lnTo>
                <a:lnTo>
                  <a:pt x="6089140" y="649692"/>
                </a:lnTo>
                <a:cubicBezTo>
                  <a:pt x="6107914" y="604617"/>
                  <a:pt x="6122934" y="552031"/>
                  <a:pt x="6130443" y="503200"/>
                </a:cubicBezTo>
                <a:cubicBezTo>
                  <a:pt x="6141708" y="454370"/>
                  <a:pt x="6171747" y="409296"/>
                  <a:pt x="6167993" y="352953"/>
                </a:cubicBezTo>
                <a:cubicBezTo>
                  <a:pt x="6201785" y="315391"/>
                  <a:pt x="6164237" y="262804"/>
                  <a:pt x="6205540" y="225243"/>
                </a:cubicBezTo>
                <a:cubicBezTo>
                  <a:pt x="6194276" y="221486"/>
                  <a:pt x="6183950" y="219374"/>
                  <a:pt x="6174445" y="218728"/>
                </a:cubicBezTo>
                <a:cubicBezTo>
                  <a:pt x="6145932" y="216791"/>
                  <a:pt x="6124812" y="228060"/>
                  <a:pt x="6107914" y="247780"/>
                </a:cubicBezTo>
                <a:cubicBezTo>
                  <a:pt x="6081631" y="270317"/>
                  <a:pt x="6062856" y="304123"/>
                  <a:pt x="6051592" y="334172"/>
                </a:cubicBezTo>
                <a:cubicBezTo>
                  <a:pt x="6025308" y="401783"/>
                  <a:pt x="6010289" y="469395"/>
                  <a:pt x="5987760" y="533250"/>
                </a:cubicBezTo>
                <a:lnTo>
                  <a:pt x="5976689" y="571320"/>
                </a:lnTo>
                <a:lnTo>
                  <a:pt x="5973106" y="566483"/>
                </a:lnTo>
                <a:cubicBezTo>
                  <a:pt x="5962879" y="558810"/>
                  <a:pt x="5950095" y="561368"/>
                  <a:pt x="5942426" y="576715"/>
                </a:cubicBezTo>
                <a:cubicBezTo>
                  <a:pt x="5929640" y="599734"/>
                  <a:pt x="5914299" y="622754"/>
                  <a:pt x="5901515" y="645774"/>
                </a:cubicBezTo>
                <a:lnTo>
                  <a:pt x="5897212" y="651179"/>
                </a:lnTo>
                <a:lnTo>
                  <a:pt x="5896294" y="650983"/>
                </a:lnTo>
                <a:cubicBezTo>
                  <a:pt x="5890370" y="648283"/>
                  <a:pt x="5883564" y="644057"/>
                  <a:pt x="5875115" y="638423"/>
                </a:cubicBezTo>
                <a:cubicBezTo>
                  <a:pt x="5832873" y="607434"/>
                  <a:pt x="5811752" y="601800"/>
                  <a:pt x="5783239" y="619935"/>
                </a:cubicBezTo>
                <a:lnTo>
                  <a:pt x="5775361" y="626329"/>
                </a:lnTo>
                <a:lnTo>
                  <a:pt x="5768558" y="622754"/>
                </a:lnTo>
                <a:cubicBezTo>
                  <a:pt x="5760890" y="622754"/>
                  <a:pt x="5755775" y="607407"/>
                  <a:pt x="5742990" y="620196"/>
                </a:cubicBezTo>
                <a:cubicBezTo>
                  <a:pt x="5737877" y="627870"/>
                  <a:pt x="5730207" y="625312"/>
                  <a:pt x="5727649" y="640658"/>
                </a:cubicBezTo>
                <a:lnTo>
                  <a:pt x="5719716" y="673321"/>
                </a:lnTo>
                <a:lnTo>
                  <a:pt x="5712250" y="679271"/>
                </a:lnTo>
                <a:cubicBezTo>
                  <a:pt x="5701454" y="683497"/>
                  <a:pt x="5689250" y="685376"/>
                  <a:pt x="5676109" y="687254"/>
                </a:cubicBezTo>
                <a:cubicBezTo>
                  <a:pt x="5673292" y="688192"/>
                  <a:pt x="5667191" y="687723"/>
                  <a:pt x="5659623" y="686373"/>
                </a:cubicBezTo>
                <a:lnTo>
                  <a:pt x="5652882" y="684730"/>
                </a:lnTo>
                <a:lnTo>
                  <a:pt x="5646150" y="677746"/>
                </a:lnTo>
                <a:cubicBezTo>
                  <a:pt x="5638159" y="672631"/>
                  <a:pt x="5627932" y="670073"/>
                  <a:pt x="5620262" y="666236"/>
                </a:cubicBezTo>
                <a:cubicBezTo>
                  <a:pt x="5616427" y="664318"/>
                  <a:pt x="5612431" y="663678"/>
                  <a:pt x="5608356" y="663998"/>
                </a:cubicBezTo>
                <a:lnTo>
                  <a:pt x="5602386" y="665694"/>
                </a:lnTo>
                <a:lnTo>
                  <a:pt x="5601012" y="664716"/>
                </a:lnTo>
                <a:cubicBezTo>
                  <a:pt x="5601013" y="660960"/>
                  <a:pt x="5608521" y="657204"/>
                  <a:pt x="5608522" y="653447"/>
                </a:cubicBezTo>
                <a:cubicBezTo>
                  <a:pt x="5619786" y="597105"/>
                  <a:pt x="5604768" y="552031"/>
                  <a:pt x="5567218" y="525738"/>
                </a:cubicBezTo>
                <a:cubicBezTo>
                  <a:pt x="5552199" y="514469"/>
                  <a:pt x="5533425" y="518225"/>
                  <a:pt x="5522161" y="540762"/>
                </a:cubicBezTo>
                <a:cubicBezTo>
                  <a:pt x="5503386" y="574568"/>
                  <a:pt x="5480857" y="608374"/>
                  <a:pt x="5462083" y="642180"/>
                </a:cubicBezTo>
                <a:cubicBezTo>
                  <a:pt x="5443309" y="683497"/>
                  <a:pt x="5398251" y="675985"/>
                  <a:pt x="5368213" y="698521"/>
                </a:cubicBezTo>
                <a:cubicBezTo>
                  <a:pt x="5345684" y="683497"/>
                  <a:pt x="5315644" y="679741"/>
                  <a:pt x="5308135" y="645936"/>
                </a:cubicBezTo>
                <a:cubicBezTo>
                  <a:pt x="5304380" y="630910"/>
                  <a:pt x="5289361" y="612130"/>
                  <a:pt x="5266832" y="608374"/>
                </a:cubicBezTo>
                <a:cubicBezTo>
                  <a:pt x="5255568" y="608374"/>
                  <a:pt x="5248057" y="585837"/>
                  <a:pt x="5229284" y="604618"/>
                </a:cubicBezTo>
                <a:cubicBezTo>
                  <a:pt x="5221774" y="615885"/>
                  <a:pt x="5210509" y="612130"/>
                  <a:pt x="5206754" y="634667"/>
                </a:cubicBezTo>
                <a:lnTo>
                  <a:pt x="5195121" y="682560"/>
                </a:lnTo>
                <a:lnTo>
                  <a:pt x="5180164" y="648972"/>
                </a:lnTo>
                <a:cubicBezTo>
                  <a:pt x="5174093" y="637462"/>
                  <a:pt x="5166421" y="626590"/>
                  <a:pt x="5154915" y="617639"/>
                </a:cubicBezTo>
                <a:cubicBezTo>
                  <a:pt x="5144688" y="612523"/>
                  <a:pt x="5144688" y="602293"/>
                  <a:pt x="5144688" y="592061"/>
                </a:cubicBezTo>
                <a:cubicBezTo>
                  <a:pt x="5152358" y="556252"/>
                  <a:pt x="5134461" y="525559"/>
                  <a:pt x="5116562" y="497424"/>
                </a:cubicBezTo>
                <a:cubicBezTo>
                  <a:pt x="5114006" y="492309"/>
                  <a:pt x="5116563" y="482077"/>
                  <a:pt x="5108893" y="479520"/>
                </a:cubicBezTo>
                <a:cubicBezTo>
                  <a:pt x="5098665" y="479520"/>
                  <a:pt x="5090995" y="479520"/>
                  <a:pt x="5083324" y="479519"/>
                </a:cubicBezTo>
                <a:cubicBezTo>
                  <a:pt x="5062868" y="484635"/>
                  <a:pt x="5042414" y="517886"/>
                  <a:pt x="5042414" y="538348"/>
                </a:cubicBezTo>
                <a:cubicBezTo>
                  <a:pt x="5042414" y="558810"/>
                  <a:pt x="5052642" y="576715"/>
                  <a:pt x="5065425" y="589503"/>
                </a:cubicBezTo>
                <a:cubicBezTo>
                  <a:pt x="5080767" y="604850"/>
                  <a:pt x="5093551" y="620197"/>
                  <a:pt x="5111448" y="632985"/>
                </a:cubicBezTo>
                <a:cubicBezTo>
                  <a:pt x="5124234" y="643217"/>
                  <a:pt x="5124234" y="661120"/>
                  <a:pt x="5134460" y="668794"/>
                </a:cubicBezTo>
                <a:cubicBezTo>
                  <a:pt x="5124234" y="696930"/>
                  <a:pt x="5149802" y="712275"/>
                  <a:pt x="5157473" y="732738"/>
                </a:cubicBezTo>
                <a:lnTo>
                  <a:pt x="5166315" y="749420"/>
                </a:lnTo>
                <a:lnTo>
                  <a:pt x="5163574" y="753926"/>
                </a:lnTo>
                <a:cubicBezTo>
                  <a:pt x="5157003" y="758620"/>
                  <a:pt x="5148554" y="760499"/>
                  <a:pt x="5139168" y="758621"/>
                </a:cubicBezTo>
                <a:cubicBezTo>
                  <a:pt x="5116639" y="758621"/>
                  <a:pt x="5101619" y="747352"/>
                  <a:pt x="5105374" y="728572"/>
                </a:cubicBezTo>
                <a:cubicBezTo>
                  <a:pt x="5109129" y="687253"/>
                  <a:pt x="5071580" y="683497"/>
                  <a:pt x="5049051" y="672229"/>
                </a:cubicBezTo>
                <a:cubicBezTo>
                  <a:pt x="5026523" y="660961"/>
                  <a:pt x="5000239" y="679741"/>
                  <a:pt x="4977709" y="698522"/>
                </a:cubicBezTo>
                <a:cubicBezTo>
                  <a:pt x="4958935" y="709790"/>
                  <a:pt x="4962690" y="728572"/>
                  <a:pt x="4977710" y="747353"/>
                </a:cubicBezTo>
                <a:cubicBezTo>
                  <a:pt x="5000240" y="777402"/>
                  <a:pt x="4966445" y="796183"/>
                  <a:pt x="4966445" y="822476"/>
                </a:cubicBezTo>
                <a:cubicBezTo>
                  <a:pt x="4966445" y="841257"/>
                  <a:pt x="4943916" y="856281"/>
                  <a:pt x="4921387" y="863793"/>
                </a:cubicBezTo>
                <a:cubicBezTo>
                  <a:pt x="4865064" y="882575"/>
                  <a:pt x="4808742" y="897599"/>
                  <a:pt x="4763684" y="837501"/>
                </a:cubicBezTo>
                <a:cubicBezTo>
                  <a:pt x="4741155" y="803695"/>
                  <a:pt x="4703606" y="814964"/>
                  <a:pt x="4681077" y="848769"/>
                </a:cubicBezTo>
                <a:cubicBezTo>
                  <a:pt x="4666058" y="875062"/>
                  <a:pt x="4651039" y="901356"/>
                  <a:pt x="4628510" y="923893"/>
                </a:cubicBezTo>
                <a:cubicBezTo>
                  <a:pt x="4609736" y="946430"/>
                  <a:pt x="4590961" y="946430"/>
                  <a:pt x="4575942" y="927649"/>
                </a:cubicBezTo>
                <a:cubicBezTo>
                  <a:pt x="4553414" y="908868"/>
                  <a:pt x="4530884" y="890087"/>
                  <a:pt x="4515865" y="863793"/>
                </a:cubicBezTo>
                <a:cubicBezTo>
                  <a:pt x="4482072" y="807451"/>
                  <a:pt x="4452033" y="754865"/>
                  <a:pt x="4425749" y="698522"/>
                </a:cubicBezTo>
                <a:cubicBezTo>
                  <a:pt x="4410729" y="664716"/>
                  <a:pt x="4399465" y="627154"/>
                  <a:pt x="4365672" y="600861"/>
                </a:cubicBezTo>
                <a:cubicBezTo>
                  <a:pt x="4350654" y="593348"/>
                  <a:pt x="4350653" y="578324"/>
                  <a:pt x="4350652" y="563300"/>
                </a:cubicBezTo>
                <a:cubicBezTo>
                  <a:pt x="4361918" y="510712"/>
                  <a:pt x="4335632" y="465639"/>
                  <a:pt x="4309349" y="424321"/>
                </a:cubicBezTo>
                <a:cubicBezTo>
                  <a:pt x="4305594" y="416808"/>
                  <a:pt x="4309349" y="401783"/>
                  <a:pt x="4298084" y="398028"/>
                </a:cubicBezTo>
                <a:cubicBezTo>
                  <a:pt x="4283066" y="398027"/>
                  <a:pt x="4271800" y="398027"/>
                  <a:pt x="4260537" y="398027"/>
                </a:cubicBezTo>
                <a:cubicBezTo>
                  <a:pt x="4230498" y="405540"/>
                  <a:pt x="4200458" y="454370"/>
                  <a:pt x="4200459" y="484420"/>
                </a:cubicBezTo>
                <a:cubicBezTo>
                  <a:pt x="4200458" y="514469"/>
                  <a:pt x="4215479" y="540762"/>
                  <a:pt x="4234254" y="559543"/>
                </a:cubicBezTo>
                <a:cubicBezTo>
                  <a:pt x="4256783" y="582080"/>
                  <a:pt x="4275556" y="604618"/>
                  <a:pt x="4301840" y="623398"/>
                </a:cubicBezTo>
                <a:cubicBezTo>
                  <a:pt x="4320613" y="638423"/>
                  <a:pt x="4320613" y="664717"/>
                  <a:pt x="4335633" y="675985"/>
                </a:cubicBezTo>
                <a:cubicBezTo>
                  <a:pt x="4320613" y="717303"/>
                  <a:pt x="4358163" y="739840"/>
                  <a:pt x="4369427" y="769890"/>
                </a:cubicBezTo>
                <a:cubicBezTo>
                  <a:pt x="4380691" y="788670"/>
                  <a:pt x="4388201" y="814964"/>
                  <a:pt x="4410730" y="826232"/>
                </a:cubicBezTo>
                <a:cubicBezTo>
                  <a:pt x="4399465" y="878818"/>
                  <a:pt x="4444523" y="927649"/>
                  <a:pt x="4414484" y="987748"/>
                </a:cubicBezTo>
                <a:cubicBezTo>
                  <a:pt x="4388200" y="1040335"/>
                  <a:pt x="4388201" y="1104189"/>
                  <a:pt x="4343143" y="1153021"/>
                </a:cubicBezTo>
                <a:lnTo>
                  <a:pt x="4342350" y="1155928"/>
                </a:lnTo>
                <a:lnTo>
                  <a:pt x="4329055" y="1170116"/>
                </a:lnTo>
                <a:cubicBezTo>
                  <a:pt x="4303486" y="1200809"/>
                  <a:pt x="4275360" y="1208483"/>
                  <a:pt x="4242121" y="1188020"/>
                </a:cubicBezTo>
                <a:cubicBezTo>
                  <a:pt x="4213996" y="1193136"/>
                  <a:pt x="4196098" y="1159885"/>
                  <a:pt x="4167973" y="1165000"/>
                </a:cubicBezTo>
                <a:cubicBezTo>
                  <a:pt x="4139848" y="1147096"/>
                  <a:pt x="4106608" y="1131750"/>
                  <a:pt x="4081040" y="1108730"/>
                </a:cubicBezTo>
                <a:cubicBezTo>
                  <a:pt x="4075926" y="1103614"/>
                  <a:pt x="4068256" y="1095940"/>
                  <a:pt x="4073370" y="1090825"/>
                </a:cubicBezTo>
                <a:cubicBezTo>
                  <a:pt x="4088710" y="1070363"/>
                  <a:pt x="4073370" y="1042228"/>
                  <a:pt x="4083597" y="1024323"/>
                </a:cubicBezTo>
                <a:cubicBezTo>
                  <a:pt x="4098938" y="985957"/>
                  <a:pt x="4086154" y="947590"/>
                  <a:pt x="4093824" y="911782"/>
                </a:cubicBezTo>
                <a:cubicBezTo>
                  <a:pt x="4042687" y="911781"/>
                  <a:pt x="4029903" y="916898"/>
                  <a:pt x="4012005" y="955263"/>
                </a:cubicBezTo>
                <a:cubicBezTo>
                  <a:pt x="3999220" y="978284"/>
                  <a:pt x="3996664" y="1006419"/>
                  <a:pt x="3978766" y="1029439"/>
                </a:cubicBezTo>
                <a:cubicBezTo>
                  <a:pt x="3968538" y="1044785"/>
                  <a:pt x="3935299" y="1072921"/>
                  <a:pt x="3922515" y="1072920"/>
                </a:cubicBezTo>
                <a:cubicBezTo>
                  <a:pt x="3879049" y="1072921"/>
                  <a:pt x="3835583" y="1078036"/>
                  <a:pt x="3794673" y="1072921"/>
                </a:cubicBezTo>
                <a:cubicBezTo>
                  <a:pt x="3751206" y="1067806"/>
                  <a:pt x="3707740" y="1031997"/>
                  <a:pt x="3728195" y="985957"/>
                </a:cubicBezTo>
                <a:cubicBezTo>
                  <a:pt x="3746093" y="937360"/>
                  <a:pt x="3728196" y="898993"/>
                  <a:pt x="3707741" y="860627"/>
                </a:cubicBezTo>
                <a:cubicBezTo>
                  <a:pt x="3700070" y="845280"/>
                  <a:pt x="3692399" y="832491"/>
                  <a:pt x="3692398" y="814587"/>
                </a:cubicBezTo>
                <a:cubicBezTo>
                  <a:pt x="3692398" y="725065"/>
                  <a:pt x="3692398" y="635544"/>
                  <a:pt x="3692399" y="543464"/>
                </a:cubicBezTo>
                <a:cubicBezTo>
                  <a:pt x="3694956" y="507655"/>
                  <a:pt x="3677058" y="474404"/>
                  <a:pt x="3682171" y="436037"/>
                </a:cubicBezTo>
                <a:cubicBezTo>
                  <a:pt x="3682172" y="428364"/>
                  <a:pt x="3674501" y="415575"/>
                  <a:pt x="3671944" y="405345"/>
                </a:cubicBezTo>
                <a:cubicBezTo>
                  <a:pt x="3669388" y="397671"/>
                  <a:pt x="3661716" y="384882"/>
                  <a:pt x="3648933" y="389998"/>
                </a:cubicBezTo>
                <a:cubicBezTo>
                  <a:pt x="3636148" y="392555"/>
                  <a:pt x="3641262" y="405344"/>
                  <a:pt x="3643819" y="415575"/>
                </a:cubicBezTo>
                <a:cubicBezTo>
                  <a:pt x="3643818" y="420691"/>
                  <a:pt x="3651490" y="423248"/>
                  <a:pt x="3651489" y="430922"/>
                </a:cubicBezTo>
                <a:cubicBezTo>
                  <a:pt x="3651489" y="453941"/>
                  <a:pt x="3654046" y="474404"/>
                  <a:pt x="3651489" y="497424"/>
                </a:cubicBezTo>
                <a:cubicBezTo>
                  <a:pt x="3648933" y="520443"/>
                  <a:pt x="3664274" y="540906"/>
                  <a:pt x="3664274" y="563926"/>
                </a:cubicBezTo>
                <a:cubicBezTo>
                  <a:pt x="3661716" y="656005"/>
                  <a:pt x="3661716" y="745527"/>
                  <a:pt x="3661716" y="835048"/>
                </a:cubicBezTo>
                <a:cubicBezTo>
                  <a:pt x="3661717" y="850395"/>
                  <a:pt x="3661716" y="863185"/>
                  <a:pt x="3654046" y="878531"/>
                </a:cubicBezTo>
                <a:cubicBezTo>
                  <a:pt x="3625921" y="932244"/>
                  <a:pt x="3625920" y="937359"/>
                  <a:pt x="3641262" y="1008977"/>
                </a:cubicBezTo>
                <a:cubicBezTo>
                  <a:pt x="3643819" y="1021765"/>
                  <a:pt x="3633591" y="1047344"/>
                  <a:pt x="3620807" y="1052459"/>
                </a:cubicBezTo>
                <a:cubicBezTo>
                  <a:pt x="3579898" y="1080595"/>
                  <a:pt x="3531318" y="1090826"/>
                  <a:pt x="3482737" y="1083152"/>
                </a:cubicBezTo>
                <a:cubicBezTo>
                  <a:pt x="3464840" y="1080594"/>
                  <a:pt x="3449499" y="1070363"/>
                  <a:pt x="3436715" y="1052458"/>
                </a:cubicBezTo>
                <a:cubicBezTo>
                  <a:pt x="3411146" y="1008977"/>
                  <a:pt x="3388135" y="965495"/>
                  <a:pt x="3375351" y="919455"/>
                </a:cubicBezTo>
                <a:cubicBezTo>
                  <a:pt x="3370237" y="904109"/>
                  <a:pt x="3372793" y="878530"/>
                  <a:pt x="3349781" y="870857"/>
                </a:cubicBezTo>
                <a:cubicBezTo>
                  <a:pt x="3344668" y="873416"/>
                  <a:pt x="3344667" y="878530"/>
                  <a:pt x="3344668" y="883646"/>
                </a:cubicBezTo>
                <a:cubicBezTo>
                  <a:pt x="3347225" y="927128"/>
                  <a:pt x="3336997" y="968052"/>
                  <a:pt x="3301202" y="998745"/>
                </a:cubicBezTo>
                <a:cubicBezTo>
                  <a:pt x="3296088" y="1006419"/>
                  <a:pt x="3293531" y="1011535"/>
                  <a:pt x="3293531" y="1021765"/>
                </a:cubicBezTo>
                <a:cubicBezTo>
                  <a:pt x="3298645" y="1039670"/>
                  <a:pt x="3285861" y="1060132"/>
                  <a:pt x="3303759" y="1080594"/>
                </a:cubicBezTo>
                <a:cubicBezTo>
                  <a:pt x="3308872" y="1083153"/>
                  <a:pt x="3308872" y="1098499"/>
                  <a:pt x="3298645" y="1106172"/>
                </a:cubicBezTo>
                <a:cubicBezTo>
                  <a:pt x="3255178" y="1141981"/>
                  <a:pt x="3229610" y="1188020"/>
                  <a:pt x="3188700" y="1226387"/>
                </a:cubicBezTo>
                <a:cubicBezTo>
                  <a:pt x="3165688" y="1249407"/>
                  <a:pt x="3129893" y="1226387"/>
                  <a:pt x="3106881" y="1246849"/>
                </a:cubicBezTo>
                <a:cubicBezTo>
                  <a:pt x="3106881" y="1246849"/>
                  <a:pt x="3101767" y="1244292"/>
                  <a:pt x="3099210" y="1241734"/>
                </a:cubicBezTo>
                <a:cubicBezTo>
                  <a:pt x="3091540" y="1231502"/>
                  <a:pt x="3083870" y="1223829"/>
                  <a:pt x="3078756" y="1213598"/>
                </a:cubicBezTo>
                <a:cubicBezTo>
                  <a:pt x="3060858" y="1190578"/>
                  <a:pt x="3048073" y="1157327"/>
                  <a:pt x="3014835" y="1144538"/>
                </a:cubicBezTo>
                <a:cubicBezTo>
                  <a:pt x="3002050" y="1159886"/>
                  <a:pt x="2981595" y="1167558"/>
                  <a:pt x="2976481" y="1193136"/>
                </a:cubicBezTo>
                <a:cubicBezTo>
                  <a:pt x="2973925" y="1198251"/>
                  <a:pt x="2961141" y="1200810"/>
                  <a:pt x="2958583" y="1193136"/>
                </a:cubicBezTo>
                <a:cubicBezTo>
                  <a:pt x="2948356" y="1159886"/>
                  <a:pt x="2910004" y="1144538"/>
                  <a:pt x="2897220" y="1111288"/>
                </a:cubicBezTo>
                <a:cubicBezTo>
                  <a:pt x="2894663" y="1103614"/>
                  <a:pt x="2884435" y="1101056"/>
                  <a:pt x="2879322" y="1093383"/>
                </a:cubicBezTo>
                <a:cubicBezTo>
                  <a:pt x="2869094" y="1075479"/>
                  <a:pt x="2848639" y="1088268"/>
                  <a:pt x="2835855" y="1075479"/>
                </a:cubicBezTo>
                <a:cubicBezTo>
                  <a:pt x="2830741" y="1067806"/>
                  <a:pt x="2820514" y="1080594"/>
                  <a:pt x="2810287" y="1085710"/>
                </a:cubicBezTo>
                <a:lnTo>
                  <a:pt x="2803754" y="1090051"/>
                </a:lnTo>
                <a:lnTo>
                  <a:pt x="2803485" y="1072908"/>
                </a:lnTo>
                <a:cubicBezTo>
                  <a:pt x="2803661" y="1059351"/>
                  <a:pt x="2804599" y="1045969"/>
                  <a:pt x="2807416" y="1032823"/>
                </a:cubicBezTo>
                <a:cubicBezTo>
                  <a:pt x="2732319" y="1032822"/>
                  <a:pt x="2713546" y="1040335"/>
                  <a:pt x="2687262" y="1096678"/>
                </a:cubicBezTo>
                <a:cubicBezTo>
                  <a:pt x="2677874" y="1113580"/>
                  <a:pt x="2672242" y="1132362"/>
                  <a:pt x="2665671" y="1151142"/>
                </a:cubicBezTo>
                <a:lnTo>
                  <a:pt x="2651937" y="1178621"/>
                </a:lnTo>
                <a:lnTo>
                  <a:pt x="2600625" y="1129192"/>
                </a:lnTo>
                <a:cubicBezTo>
                  <a:pt x="2608296" y="1113845"/>
                  <a:pt x="2615966" y="1098498"/>
                  <a:pt x="2626194" y="1083152"/>
                </a:cubicBezTo>
                <a:cubicBezTo>
                  <a:pt x="2631308" y="1075479"/>
                  <a:pt x="2631307" y="1067806"/>
                  <a:pt x="2628751" y="1060132"/>
                </a:cubicBezTo>
                <a:cubicBezTo>
                  <a:pt x="2621080" y="1034554"/>
                  <a:pt x="2603182" y="1016650"/>
                  <a:pt x="2582727" y="1003861"/>
                </a:cubicBezTo>
                <a:cubicBezTo>
                  <a:pt x="2569944" y="993630"/>
                  <a:pt x="2552045" y="998746"/>
                  <a:pt x="2536704" y="998746"/>
                </a:cubicBezTo>
                <a:cubicBezTo>
                  <a:pt x="2511136" y="1003861"/>
                  <a:pt x="2495794" y="1016651"/>
                  <a:pt x="2483011" y="1031997"/>
                </a:cubicBezTo>
                <a:cubicBezTo>
                  <a:pt x="2472782" y="1047343"/>
                  <a:pt x="2470226" y="1065248"/>
                  <a:pt x="2467669" y="1080595"/>
                </a:cubicBezTo>
                <a:cubicBezTo>
                  <a:pt x="2462556" y="1095941"/>
                  <a:pt x="2480453" y="1101056"/>
                  <a:pt x="2485567" y="1108730"/>
                </a:cubicBezTo>
                <a:cubicBezTo>
                  <a:pt x="2488124" y="1113845"/>
                  <a:pt x="2493238" y="1116403"/>
                  <a:pt x="2495795" y="1118961"/>
                </a:cubicBezTo>
                <a:cubicBezTo>
                  <a:pt x="2493237" y="1129192"/>
                  <a:pt x="2477896" y="1121519"/>
                  <a:pt x="2477896" y="1131750"/>
                </a:cubicBezTo>
                <a:cubicBezTo>
                  <a:pt x="2475340" y="1139423"/>
                  <a:pt x="2472783" y="1152212"/>
                  <a:pt x="2480453" y="1154770"/>
                </a:cubicBezTo>
                <a:cubicBezTo>
                  <a:pt x="2506021" y="1157328"/>
                  <a:pt x="2511135" y="1193136"/>
                  <a:pt x="2539261" y="1185463"/>
                </a:cubicBezTo>
                <a:cubicBezTo>
                  <a:pt x="2544375" y="1185463"/>
                  <a:pt x="2546931" y="1190578"/>
                  <a:pt x="2549488" y="1195694"/>
                </a:cubicBezTo>
                <a:cubicBezTo>
                  <a:pt x="2554602" y="1211041"/>
                  <a:pt x="2564830" y="1221271"/>
                  <a:pt x="2582727" y="1228945"/>
                </a:cubicBezTo>
                <a:lnTo>
                  <a:pt x="2602934" y="1242056"/>
                </a:lnTo>
                <a:lnTo>
                  <a:pt x="2598554" y="1245986"/>
                </a:lnTo>
                <a:cubicBezTo>
                  <a:pt x="2582126" y="1259132"/>
                  <a:pt x="2565230" y="1269462"/>
                  <a:pt x="2555842" y="1269462"/>
                </a:cubicBezTo>
                <a:cubicBezTo>
                  <a:pt x="2492010" y="1269462"/>
                  <a:pt x="2428177" y="1276974"/>
                  <a:pt x="2368100" y="1269462"/>
                </a:cubicBezTo>
                <a:cubicBezTo>
                  <a:pt x="2304268" y="1261949"/>
                  <a:pt x="2240436" y="1209363"/>
                  <a:pt x="2270474" y="1141751"/>
                </a:cubicBezTo>
                <a:cubicBezTo>
                  <a:pt x="2296759" y="1070384"/>
                  <a:pt x="2270475" y="1014042"/>
                  <a:pt x="2240436" y="957698"/>
                </a:cubicBezTo>
                <a:cubicBezTo>
                  <a:pt x="2229172" y="935162"/>
                  <a:pt x="2217907" y="916380"/>
                  <a:pt x="2217906" y="890088"/>
                </a:cubicBezTo>
                <a:cubicBezTo>
                  <a:pt x="2217907" y="758621"/>
                  <a:pt x="2217907" y="627155"/>
                  <a:pt x="2217907" y="491932"/>
                </a:cubicBezTo>
                <a:cubicBezTo>
                  <a:pt x="2221662" y="439346"/>
                  <a:pt x="2195378" y="390515"/>
                  <a:pt x="2202888" y="334172"/>
                </a:cubicBezTo>
                <a:cubicBezTo>
                  <a:pt x="2202888" y="322903"/>
                  <a:pt x="2191623" y="304123"/>
                  <a:pt x="2187868" y="289098"/>
                </a:cubicBezTo>
                <a:cubicBezTo>
                  <a:pt x="2184114" y="277829"/>
                  <a:pt x="2172848" y="259048"/>
                  <a:pt x="2154075" y="266561"/>
                </a:cubicBezTo>
                <a:cubicBezTo>
                  <a:pt x="2135300" y="270318"/>
                  <a:pt x="2142810" y="289098"/>
                  <a:pt x="2146565" y="304123"/>
                </a:cubicBezTo>
                <a:cubicBezTo>
                  <a:pt x="2146565" y="311635"/>
                  <a:pt x="2157830" y="315391"/>
                  <a:pt x="2157830" y="326660"/>
                </a:cubicBezTo>
                <a:cubicBezTo>
                  <a:pt x="2157830" y="360466"/>
                  <a:pt x="2161584" y="390515"/>
                  <a:pt x="2157830" y="424320"/>
                </a:cubicBezTo>
                <a:cubicBezTo>
                  <a:pt x="2154074" y="458126"/>
                  <a:pt x="2176604" y="488176"/>
                  <a:pt x="2176604" y="521981"/>
                </a:cubicBezTo>
                <a:cubicBezTo>
                  <a:pt x="2172849" y="657204"/>
                  <a:pt x="2172849" y="788670"/>
                  <a:pt x="2172849" y="920137"/>
                </a:cubicBezTo>
                <a:cubicBezTo>
                  <a:pt x="2172849" y="942673"/>
                  <a:pt x="2172849" y="961455"/>
                  <a:pt x="2161585" y="983992"/>
                </a:cubicBezTo>
                <a:cubicBezTo>
                  <a:pt x="2120281" y="1062872"/>
                  <a:pt x="2120281" y="1070384"/>
                  <a:pt x="2142811" y="1175557"/>
                </a:cubicBezTo>
                <a:cubicBezTo>
                  <a:pt x="2146565" y="1194338"/>
                  <a:pt x="2131546" y="1231900"/>
                  <a:pt x="2112771" y="1239412"/>
                </a:cubicBezTo>
                <a:cubicBezTo>
                  <a:pt x="2052694" y="1280731"/>
                  <a:pt x="1981353" y="1295755"/>
                  <a:pt x="1910011" y="1284486"/>
                </a:cubicBezTo>
                <a:cubicBezTo>
                  <a:pt x="1883727" y="1280731"/>
                  <a:pt x="1861197" y="1265706"/>
                  <a:pt x="1842424" y="1239412"/>
                </a:cubicBezTo>
                <a:cubicBezTo>
                  <a:pt x="1804875" y="1175557"/>
                  <a:pt x="1771082" y="1111702"/>
                  <a:pt x="1752308" y="1044091"/>
                </a:cubicBezTo>
                <a:cubicBezTo>
                  <a:pt x="1744798" y="1021554"/>
                  <a:pt x="1748552" y="983991"/>
                  <a:pt x="1714759" y="972723"/>
                </a:cubicBezTo>
                <a:cubicBezTo>
                  <a:pt x="1707249" y="976479"/>
                  <a:pt x="1707249" y="983992"/>
                  <a:pt x="1707250" y="991504"/>
                </a:cubicBezTo>
                <a:cubicBezTo>
                  <a:pt x="1711004" y="1055360"/>
                  <a:pt x="1695985" y="1115459"/>
                  <a:pt x="1643417" y="1160532"/>
                </a:cubicBezTo>
                <a:cubicBezTo>
                  <a:pt x="1635907" y="1171801"/>
                  <a:pt x="1632152" y="1179314"/>
                  <a:pt x="1632153" y="1194338"/>
                </a:cubicBezTo>
                <a:cubicBezTo>
                  <a:pt x="1639663" y="1220631"/>
                  <a:pt x="1620888" y="1250681"/>
                  <a:pt x="1647172" y="1280731"/>
                </a:cubicBezTo>
                <a:cubicBezTo>
                  <a:pt x="1654682" y="1284486"/>
                  <a:pt x="1654682" y="1307024"/>
                  <a:pt x="1639662" y="1318293"/>
                </a:cubicBezTo>
                <a:cubicBezTo>
                  <a:pt x="1575830" y="1370879"/>
                  <a:pt x="1538282" y="1438490"/>
                  <a:pt x="1478204" y="1494833"/>
                </a:cubicBezTo>
                <a:cubicBezTo>
                  <a:pt x="1444411" y="1528639"/>
                  <a:pt x="1391843" y="1494833"/>
                  <a:pt x="1358050" y="1524883"/>
                </a:cubicBezTo>
                <a:cubicBezTo>
                  <a:pt x="1358050" y="1524883"/>
                  <a:pt x="1350540" y="1521126"/>
                  <a:pt x="1346785" y="1517370"/>
                </a:cubicBezTo>
                <a:cubicBezTo>
                  <a:pt x="1335521" y="1502345"/>
                  <a:pt x="1324256" y="1491077"/>
                  <a:pt x="1316747" y="1476052"/>
                </a:cubicBezTo>
                <a:cubicBezTo>
                  <a:pt x="1290463" y="1442246"/>
                  <a:pt x="1271688" y="1393416"/>
                  <a:pt x="1222876" y="1374635"/>
                </a:cubicBezTo>
                <a:cubicBezTo>
                  <a:pt x="1204102" y="1397172"/>
                  <a:pt x="1174063" y="1408441"/>
                  <a:pt x="1166553" y="1446002"/>
                </a:cubicBezTo>
                <a:cubicBezTo>
                  <a:pt x="1162798" y="1453515"/>
                  <a:pt x="1144024" y="1457271"/>
                  <a:pt x="1140269" y="1446003"/>
                </a:cubicBezTo>
                <a:cubicBezTo>
                  <a:pt x="1125250" y="1397172"/>
                  <a:pt x="1068927" y="1374635"/>
                  <a:pt x="1050154" y="1325805"/>
                </a:cubicBezTo>
                <a:cubicBezTo>
                  <a:pt x="1046398" y="1314536"/>
                  <a:pt x="1031379" y="1310780"/>
                  <a:pt x="1023870" y="1299511"/>
                </a:cubicBezTo>
                <a:cubicBezTo>
                  <a:pt x="1008850" y="1273218"/>
                  <a:pt x="978812" y="1291999"/>
                  <a:pt x="960037" y="1273218"/>
                </a:cubicBezTo>
                <a:cubicBezTo>
                  <a:pt x="952527" y="1261949"/>
                  <a:pt x="937509" y="1280731"/>
                  <a:pt x="922489" y="1288243"/>
                </a:cubicBezTo>
                <a:cubicBezTo>
                  <a:pt x="869921" y="1307023"/>
                  <a:pt x="839883" y="1352098"/>
                  <a:pt x="802334" y="1389660"/>
                </a:cubicBezTo>
                <a:cubicBezTo>
                  <a:pt x="776050" y="1415953"/>
                  <a:pt x="753522" y="1446003"/>
                  <a:pt x="715973" y="1449758"/>
                </a:cubicBezTo>
                <a:cubicBezTo>
                  <a:pt x="682179" y="1415953"/>
                  <a:pt x="648386" y="1382148"/>
                  <a:pt x="614593" y="1352098"/>
                </a:cubicBezTo>
                <a:cubicBezTo>
                  <a:pt x="625857" y="1329561"/>
                  <a:pt x="637122" y="1307024"/>
                  <a:pt x="652141" y="1284486"/>
                </a:cubicBezTo>
                <a:cubicBezTo>
                  <a:pt x="659651" y="1273218"/>
                  <a:pt x="659651" y="1261949"/>
                  <a:pt x="655896" y="1250680"/>
                </a:cubicBezTo>
                <a:cubicBezTo>
                  <a:pt x="644631" y="1213119"/>
                  <a:pt x="618347" y="1186826"/>
                  <a:pt x="588309" y="1168045"/>
                </a:cubicBezTo>
                <a:cubicBezTo>
                  <a:pt x="569534" y="1153020"/>
                  <a:pt x="543251" y="1160532"/>
                  <a:pt x="520722" y="1160532"/>
                </a:cubicBezTo>
                <a:cubicBezTo>
                  <a:pt x="483173" y="1168045"/>
                  <a:pt x="460645" y="1186826"/>
                  <a:pt x="441871" y="1209363"/>
                </a:cubicBezTo>
                <a:cubicBezTo>
                  <a:pt x="426851" y="1231900"/>
                  <a:pt x="423096" y="1258193"/>
                  <a:pt x="419342" y="1280730"/>
                </a:cubicBezTo>
                <a:cubicBezTo>
                  <a:pt x="411832" y="1303268"/>
                  <a:pt x="438116" y="1310780"/>
                  <a:pt x="445625" y="1322048"/>
                </a:cubicBezTo>
                <a:cubicBezTo>
                  <a:pt x="449380" y="1329561"/>
                  <a:pt x="456890" y="1333317"/>
                  <a:pt x="460644" y="1337073"/>
                </a:cubicBezTo>
                <a:cubicBezTo>
                  <a:pt x="456889" y="1352098"/>
                  <a:pt x="434360" y="1340830"/>
                  <a:pt x="434360" y="1355854"/>
                </a:cubicBezTo>
                <a:cubicBezTo>
                  <a:pt x="430606" y="1367123"/>
                  <a:pt x="426850" y="1385903"/>
                  <a:pt x="438115" y="1389660"/>
                </a:cubicBezTo>
                <a:cubicBezTo>
                  <a:pt x="475664" y="1393416"/>
                  <a:pt x="483173" y="1446003"/>
                  <a:pt x="524477" y="1434734"/>
                </a:cubicBezTo>
                <a:cubicBezTo>
                  <a:pt x="531986" y="1434734"/>
                  <a:pt x="535741" y="1442246"/>
                  <a:pt x="539495" y="1449759"/>
                </a:cubicBezTo>
                <a:cubicBezTo>
                  <a:pt x="547006" y="1472296"/>
                  <a:pt x="562024" y="1487320"/>
                  <a:pt x="588308" y="1498589"/>
                </a:cubicBezTo>
                <a:cubicBezTo>
                  <a:pt x="610837" y="1509857"/>
                  <a:pt x="640877" y="1528639"/>
                  <a:pt x="640876" y="1554932"/>
                </a:cubicBezTo>
                <a:cubicBezTo>
                  <a:pt x="640876" y="1600006"/>
                  <a:pt x="648386" y="1641325"/>
                  <a:pt x="629612" y="1686398"/>
                </a:cubicBezTo>
                <a:cubicBezTo>
                  <a:pt x="614592" y="1716448"/>
                  <a:pt x="588308" y="1761522"/>
                  <a:pt x="622103" y="1802840"/>
                </a:cubicBezTo>
                <a:cubicBezTo>
                  <a:pt x="625857" y="1802840"/>
                  <a:pt x="618348" y="1806596"/>
                  <a:pt x="618347" y="1810352"/>
                </a:cubicBezTo>
                <a:cubicBezTo>
                  <a:pt x="614592" y="1900501"/>
                  <a:pt x="588308" y="1990649"/>
                  <a:pt x="640876" y="2073285"/>
                </a:cubicBezTo>
                <a:cubicBezTo>
                  <a:pt x="644631" y="2077041"/>
                  <a:pt x="644631" y="2084554"/>
                  <a:pt x="640876" y="2088309"/>
                </a:cubicBezTo>
                <a:cubicBezTo>
                  <a:pt x="637122" y="2110848"/>
                  <a:pt x="652141" y="2125871"/>
                  <a:pt x="663405" y="2140897"/>
                </a:cubicBezTo>
                <a:cubicBezTo>
                  <a:pt x="685934" y="2189727"/>
                  <a:pt x="730993" y="2216021"/>
                  <a:pt x="761031" y="2257338"/>
                </a:cubicBezTo>
                <a:cubicBezTo>
                  <a:pt x="746011" y="2264850"/>
                  <a:pt x="730992" y="2257338"/>
                  <a:pt x="712218" y="2253581"/>
                </a:cubicBezTo>
                <a:cubicBezTo>
                  <a:pt x="685934" y="2246069"/>
                  <a:pt x="678425" y="2216020"/>
                  <a:pt x="648386" y="2212264"/>
                </a:cubicBezTo>
                <a:cubicBezTo>
                  <a:pt x="637121" y="2212263"/>
                  <a:pt x="629612" y="2200995"/>
                  <a:pt x="610838" y="2208508"/>
                </a:cubicBezTo>
                <a:cubicBezTo>
                  <a:pt x="584554" y="2223532"/>
                  <a:pt x="550760" y="2223533"/>
                  <a:pt x="528231" y="2212263"/>
                </a:cubicBezTo>
                <a:cubicBezTo>
                  <a:pt x="501948" y="2197239"/>
                  <a:pt x="483173" y="2208507"/>
                  <a:pt x="460644" y="2200995"/>
                </a:cubicBezTo>
                <a:cubicBezTo>
                  <a:pt x="430605" y="2193483"/>
                  <a:pt x="434361" y="2219776"/>
                  <a:pt x="423096" y="2231045"/>
                </a:cubicBezTo>
                <a:cubicBezTo>
                  <a:pt x="404322" y="2253581"/>
                  <a:pt x="426850" y="2261094"/>
                  <a:pt x="438116" y="2276120"/>
                </a:cubicBezTo>
                <a:cubicBezTo>
                  <a:pt x="453134" y="2294900"/>
                  <a:pt x="475664" y="2298656"/>
                  <a:pt x="498193" y="2306170"/>
                </a:cubicBezTo>
                <a:cubicBezTo>
                  <a:pt x="562025" y="2328705"/>
                  <a:pt x="629612" y="2339974"/>
                  <a:pt x="693444" y="2366267"/>
                </a:cubicBezTo>
                <a:cubicBezTo>
                  <a:pt x="730992" y="2381292"/>
                  <a:pt x="753521" y="2407585"/>
                  <a:pt x="772296" y="2433878"/>
                </a:cubicBezTo>
                <a:cubicBezTo>
                  <a:pt x="787315" y="2452659"/>
                  <a:pt x="783560" y="2486465"/>
                  <a:pt x="764786" y="2512759"/>
                </a:cubicBezTo>
                <a:cubicBezTo>
                  <a:pt x="753521" y="2524027"/>
                  <a:pt x="753521" y="2554078"/>
                  <a:pt x="768541" y="2576613"/>
                </a:cubicBezTo>
                <a:cubicBezTo>
                  <a:pt x="776050" y="2587882"/>
                  <a:pt x="783561" y="2595395"/>
                  <a:pt x="772296" y="2606663"/>
                </a:cubicBezTo>
                <a:cubicBezTo>
                  <a:pt x="746012" y="2606663"/>
                  <a:pt x="712218" y="2602907"/>
                  <a:pt x="693444" y="2614176"/>
                </a:cubicBezTo>
                <a:cubicBezTo>
                  <a:pt x="625857" y="2647982"/>
                  <a:pt x="618347" y="2741885"/>
                  <a:pt x="685935" y="2771935"/>
                </a:cubicBezTo>
                <a:cubicBezTo>
                  <a:pt x="704709" y="2779447"/>
                  <a:pt x="712218" y="2801984"/>
                  <a:pt x="730992" y="2805741"/>
                </a:cubicBezTo>
                <a:cubicBezTo>
                  <a:pt x="757276" y="2809497"/>
                  <a:pt x="764786" y="2832034"/>
                  <a:pt x="761031" y="2854571"/>
                </a:cubicBezTo>
                <a:cubicBezTo>
                  <a:pt x="761031" y="2869596"/>
                  <a:pt x="761032" y="2884620"/>
                  <a:pt x="761031" y="2899645"/>
                </a:cubicBezTo>
                <a:cubicBezTo>
                  <a:pt x="764786" y="2944719"/>
                  <a:pt x="742257" y="2974769"/>
                  <a:pt x="708463" y="3004819"/>
                </a:cubicBezTo>
                <a:cubicBezTo>
                  <a:pt x="689689" y="3019844"/>
                  <a:pt x="667160" y="3027356"/>
                  <a:pt x="648387" y="3046137"/>
                </a:cubicBezTo>
                <a:cubicBezTo>
                  <a:pt x="622102" y="3072431"/>
                  <a:pt x="622102" y="3098723"/>
                  <a:pt x="640876" y="3128772"/>
                </a:cubicBezTo>
                <a:cubicBezTo>
                  <a:pt x="667160" y="3158822"/>
                  <a:pt x="700954" y="3170090"/>
                  <a:pt x="734747" y="3177604"/>
                </a:cubicBezTo>
                <a:cubicBezTo>
                  <a:pt x="772295" y="3185115"/>
                  <a:pt x="798579" y="3211409"/>
                  <a:pt x="802334" y="3233946"/>
                </a:cubicBezTo>
                <a:cubicBezTo>
                  <a:pt x="813599" y="3267752"/>
                  <a:pt x="809844" y="3305313"/>
                  <a:pt x="802335" y="3342875"/>
                </a:cubicBezTo>
                <a:cubicBezTo>
                  <a:pt x="791069" y="3391706"/>
                  <a:pt x="772295" y="3436779"/>
                  <a:pt x="776050" y="3485610"/>
                </a:cubicBezTo>
                <a:cubicBezTo>
                  <a:pt x="776051" y="3493122"/>
                  <a:pt x="776051" y="3504391"/>
                  <a:pt x="787315" y="3508147"/>
                </a:cubicBezTo>
                <a:cubicBezTo>
                  <a:pt x="821108" y="3519415"/>
                  <a:pt x="836128" y="3549465"/>
                  <a:pt x="858657" y="3568246"/>
                </a:cubicBezTo>
                <a:cubicBezTo>
                  <a:pt x="884940" y="3587027"/>
                  <a:pt x="911225" y="3628344"/>
                  <a:pt x="929999" y="3650882"/>
                </a:cubicBezTo>
                <a:cubicBezTo>
                  <a:pt x="960038" y="3695956"/>
                  <a:pt x="948773" y="3737274"/>
                  <a:pt x="933753" y="3782348"/>
                </a:cubicBezTo>
                <a:cubicBezTo>
                  <a:pt x="914979" y="3838691"/>
                  <a:pt x="933753" y="3883765"/>
                  <a:pt x="986321" y="3913815"/>
                </a:cubicBezTo>
                <a:lnTo>
                  <a:pt x="1000997" y="3923113"/>
                </a:lnTo>
                <a:lnTo>
                  <a:pt x="976046" y="3964620"/>
                </a:lnTo>
                <a:cubicBezTo>
                  <a:pt x="965628" y="3985147"/>
                  <a:pt x="956016" y="4006496"/>
                  <a:pt x="945778" y="4027965"/>
                </a:cubicBezTo>
                <a:cubicBezTo>
                  <a:pt x="932485" y="4053919"/>
                  <a:pt x="905806" y="4064188"/>
                  <a:pt x="873755" y="4059857"/>
                </a:cubicBezTo>
                <a:cubicBezTo>
                  <a:pt x="833690" y="4054443"/>
                  <a:pt x="834167" y="4056956"/>
                  <a:pt x="822783" y="4092961"/>
                </a:cubicBezTo>
                <a:cubicBezTo>
                  <a:pt x="818108" y="4109469"/>
                  <a:pt x="814514" y="4117961"/>
                  <a:pt x="839507" y="4126235"/>
                </a:cubicBezTo>
                <a:cubicBezTo>
                  <a:pt x="875501" y="4137628"/>
                  <a:pt x="894261" y="4167912"/>
                  <a:pt x="901891" y="4208119"/>
                </a:cubicBezTo>
                <a:cubicBezTo>
                  <a:pt x="911429" y="4258377"/>
                  <a:pt x="901475" y="4301921"/>
                  <a:pt x="878484" y="4345335"/>
                </a:cubicBezTo>
                <a:cubicBezTo>
                  <a:pt x="874890" y="4353828"/>
                  <a:pt x="870821" y="4359807"/>
                  <a:pt x="856829" y="4354652"/>
                </a:cubicBezTo>
                <a:cubicBezTo>
                  <a:pt x="834350" y="4345901"/>
                  <a:pt x="812695" y="4355218"/>
                  <a:pt x="793075" y="4361544"/>
                </a:cubicBezTo>
                <a:cubicBezTo>
                  <a:pt x="765920" y="4369301"/>
                  <a:pt x="750942" y="4413797"/>
                  <a:pt x="768749" y="4439055"/>
                </a:cubicBezTo>
                <a:cubicBezTo>
                  <a:pt x="786554" y="4464314"/>
                  <a:pt x="801848" y="4490049"/>
                  <a:pt x="826236" y="4508852"/>
                </a:cubicBezTo>
                <a:cubicBezTo>
                  <a:pt x="835203" y="4514961"/>
                  <a:pt x="841180" y="4519033"/>
                  <a:pt x="849321" y="4507075"/>
                </a:cubicBezTo>
                <a:cubicBezTo>
                  <a:pt x="855426" y="4498106"/>
                  <a:pt x="867382" y="4506251"/>
                  <a:pt x="871324" y="4513313"/>
                </a:cubicBezTo>
                <a:cubicBezTo>
                  <a:pt x="878256" y="4522411"/>
                  <a:pt x="890211" y="4530556"/>
                  <a:pt x="897143" y="4539654"/>
                </a:cubicBezTo>
                <a:cubicBezTo>
                  <a:pt x="901563" y="4549229"/>
                  <a:pt x="896411" y="4563223"/>
                  <a:pt x="896284" y="4576265"/>
                </a:cubicBezTo>
                <a:cubicBezTo>
                  <a:pt x="896854" y="4620415"/>
                  <a:pt x="897426" y="4664564"/>
                  <a:pt x="864991" y="4699358"/>
                </a:cubicBezTo>
                <a:cubicBezTo>
                  <a:pt x="858886" y="4708326"/>
                  <a:pt x="852304" y="4714782"/>
                  <a:pt x="841779" y="4714175"/>
                </a:cubicBezTo>
                <a:cubicBezTo>
                  <a:pt x="831731" y="4716083"/>
                  <a:pt x="831127" y="4726611"/>
                  <a:pt x="824544" y="4733067"/>
                </a:cubicBezTo>
                <a:cubicBezTo>
                  <a:pt x="847373" y="4757373"/>
                  <a:pt x="876914" y="4762180"/>
                  <a:pt x="908488" y="4763998"/>
                </a:cubicBezTo>
                <a:cubicBezTo>
                  <a:pt x="935039" y="4766770"/>
                  <a:pt x="944959" y="4777904"/>
                  <a:pt x="952241" y="4802557"/>
                </a:cubicBezTo>
                <a:cubicBezTo>
                  <a:pt x="952717" y="4805070"/>
                  <a:pt x="952717" y="4805070"/>
                  <a:pt x="953194" y="4807583"/>
                </a:cubicBezTo>
                <a:cubicBezTo>
                  <a:pt x="961301" y="4850302"/>
                  <a:pt x="961778" y="4852815"/>
                  <a:pt x="917516" y="4866422"/>
                </a:cubicBezTo>
                <a:cubicBezTo>
                  <a:pt x="888325" y="4877168"/>
                  <a:pt x="874079" y="4898095"/>
                  <a:pt x="871789" y="4927168"/>
                </a:cubicBezTo>
                <a:cubicBezTo>
                  <a:pt x="870707" y="4935183"/>
                  <a:pt x="872615" y="4945235"/>
                  <a:pt x="876558" y="4952296"/>
                </a:cubicBezTo>
                <a:cubicBezTo>
                  <a:pt x="880978" y="4961872"/>
                  <a:pt x="892107" y="4951949"/>
                  <a:pt x="897608" y="4953509"/>
                </a:cubicBezTo>
                <a:cubicBezTo>
                  <a:pt x="925112" y="4961307"/>
                  <a:pt x="952140" y="4966591"/>
                  <a:pt x="979295" y="4958834"/>
                </a:cubicBezTo>
                <a:cubicBezTo>
                  <a:pt x="986832" y="4957404"/>
                  <a:pt x="988262" y="4964943"/>
                  <a:pt x="994239" y="4969015"/>
                </a:cubicBezTo>
                <a:cubicBezTo>
                  <a:pt x="1018628" y="4987818"/>
                  <a:pt x="1031887" y="5016542"/>
                  <a:pt x="1056274" y="5035345"/>
                </a:cubicBezTo>
                <a:cubicBezTo>
                  <a:pt x="1065718" y="5043966"/>
                  <a:pt x="1076115" y="5057613"/>
                  <a:pt x="1084605" y="5061209"/>
                </a:cubicBezTo>
                <a:cubicBezTo>
                  <a:pt x="1112110" y="5069007"/>
                  <a:pt x="1103365" y="5091494"/>
                  <a:pt x="1100249" y="5102499"/>
                </a:cubicBezTo>
                <a:cubicBezTo>
                  <a:pt x="1094492" y="5127022"/>
                  <a:pt x="1080723" y="5150462"/>
                  <a:pt x="1054522" y="5163245"/>
                </a:cubicBezTo>
                <a:cubicBezTo>
                  <a:pt x="1030832" y="5175551"/>
                  <a:pt x="1007620" y="5190370"/>
                  <a:pt x="983930" y="5202676"/>
                </a:cubicBezTo>
                <a:cubicBezTo>
                  <a:pt x="960241" y="5214982"/>
                  <a:pt x="938586" y="5224298"/>
                  <a:pt x="911687" y="5205972"/>
                </a:cubicBezTo>
                <a:cubicBezTo>
                  <a:pt x="900207" y="5200340"/>
                  <a:pt x="888252" y="5192196"/>
                  <a:pt x="875215" y="5192066"/>
                </a:cubicBezTo>
                <a:cubicBezTo>
                  <a:pt x="845198" y="5184745"/>
                  <a:pt x="828346" y="5164512"/>
                  <a:pt x="808982" y="5144757"/>
                </a:cubicBezTo>
                <a:cubicBezTo>
                  <a:pt x="778744" y="5108840"/>
                  <a:pt x="743959" y="5076391"/>
                  <a:pt x="697440" y="5064391"/>
                </a:cubicBezTo>
                <a:cubicBezTo>
                  <a:pt x="654386" y="5056941"/>
                  <a:pt x="610379" y="5044466"/>
                  <a:pt x="567802" y="5039528"/>
                </a:cubicBezTo>
                <a:cubicBezTo>
                  <a:pt x="506211" y="5030389"/>
                  <a:pt x="495209" y="5027270"/>
                  <a:pt x="459342" y="5002836"/>
                </a:cubicBezTo>
                <a:cubicBezTo>
                  <a:pt x="456353" y="5000799"/>
                  <a:pt x="452887" y="4996251"/>
                  <a:pt x="450375" y="4996728"/>
                </a:cubicBezTo>
                <a:cubicBezTo>
                  <a:pt x="409101" y="5012370"/>
                  <a:pt x="376829" y="4979444"/>
                  <a:pt x="341788" y="4973077"/>
                </a:cubicBezTo>
                <a:cubicBezTo>
                  <a:pt x="295745" y="4963591"/>
                  <a:pt x="253169" y="4958652"/>
                  <a:pt x="211418" y="4971783"/>
                </a:cubicBezTo>
                <a:cubicBezTo>
                  <a:pt x="184263" y="4979540"/>
                  <a:pt x="164039" y="4996395"/>
                  <a:pt x="147758" y="5020312"/>
                </a:cubicBezTo>
                <a:cubicBezTo>
                  <a:pt x="145723" y="5023301"/>
                  <a:pt x="141653" y="5029281"/>
                  <a:pt x="142607" y="5034307"/>
                </a:cubicBezTo>
                <a:cubicBezTo>
                  <a:pt x="143305" y="5065415"/>
                  <a:pt x="154052" y="5094616"/>
                  <a:pt x="171857" y="5119875"/>
                </a:cubicBezTo>
                <a:cubicBezTo>
                  <a:pt x="186675" y="5143097"/>
                  <a:pt x="209632" y="5154361"/>
                  <a:pt x="239649" y="5161682"/>
                </a:cubicBezTo>
                <a:cubicBezTo>
                  <a:pt x="259140" y="5168396"/>
                  <a:pt x="272654" y="5171039"/>
                  <a:pt x="293354" y="5156697"/>
                </a:cubicBezTo>
                <a:cubicBezTo>
                  <a:pt x="311543" y="5142831"/>
                  <a:pt x="337617" y="5143089"/>
                  <a:pt x="360702" y="5141312"/>
                </a:cubicBezTo>
                <a:cubicBezTo>
                  <a:pt x="368238" y="5139882"/>
                  <a:pt x="374216" y="5143955"/>
                  <a:pt x="377681" y="5148503"/>
                </a:cubicBezTo>
                <a:cubicBezTo>
                  <a:pt x="398604" y="5162758"/>
                  <a:pt x="418095" y="5169472"/>
                  <a:pt x="443693" y="5167218"/>
                </a:cubicBezTo>
                <a:cubicBezTo>
                  <a:pt x="463789" y="5163403"/>
                  <a:pt x="481722" y="5175621"/>
                  <a:pt x="503249" y="5179347"/>
                </a:cubicBezTo>
                <a:cubicBezTo>
                  <a:pt x="533743" y="5189180"/>
                  <a:pt x="607416" y="5193422"/>
                  <a:pt x="635526" y="5190691"/>
                </a:cubicBezTo>
                <a:cubicBezTo>
                  <a:pt x="681696" y="5187136"/>
                  <a:pt x="721633" y="5205591"/>
                  <a:pt x="765640" y="5218068"/>
                </a:cubicBezTo>
                <a:cubicBezTo>
                  <a:pt x="796134" y="5227901"/>
                  <a:pt x="821476" y="5251730"/>
                  <a:pt x="851969" y="5261563"/>
                </a:cubicBezTo>
                <a:cubicBezTo>
                  <a:pt x="865960" y="5266719"/>
                  <a:pt x="880427" y="5274387"/>
                  <a:pt x="891429" y="5277505"/>
                </a:cubicBezTo>
                <a:cubicBezTo>
                  <a:pt x="948473" y="5290111"/>
                  <a:pt x="999413" y="5311684"/>
                  <a:pt x="1050351" y="5333259"/>
                </a:cubicBezTo>
                <a:cubicBezTo>
                  <a:pt x="1067808" y="5342963"/>
                  <a:pt x="1118397" y="5348983"/>
                  <a:pt x="1133469" y="5346123"/>
                </a:cubicBezTo>
                <a:cubicBezTo>
                  <a:pt x="1146507" y="5346251"/>
                  <a:pt x="1156078" y="5341832"/>
                  <a:pt x="1161706" y="5330351"/>
                </a:cubicBezTo>
                <a:cubicBezTo>
                  <a:pt x="1169370" y="5315879"/>
                  <a:pt x="1178336" y="5321987"/>
                  <a:pt x="1188862" y="5322594"/>
                </a:cubicBezTo>
                <a:cubicBezTo>
                  <a:pt x="1207399" y="5324282"/>
                  <a:pt x="1208830" y="5331821"/>
                  <a:pt x="1211215" y="5344386"/>
                </a:cubicBezTo>
                <a:cubicBezTo>
                  <a:pt x="1213122" y="5354438"/>
                  <a:pt x="1215030" y="5364489"/>
                  <a:pt x="1199958" y="5367349"/>
                </a:cubicBezTo>
                <a:cubicBezTo>
                  <a:pt x="1192421" y="5368780"/>
                  <a:pt x="1189304" y="5379785"/>
                  <a:pt x="1181292" y="5378702"/>
                </a:cubicBezTo>
                <a:cubicBezTo>
                  <a:pt x="1161196" y="5382515"/>
                  <a:pt x="1159511" y="5401059"/>
                  <a:pt x="1150892" y="5410504"/>
                </a:cubicBezTo>
                <a:cubicBezTo>
                  <a:pt x="1162593" y="5444732"/>
                  <a:pt x="1132449" y="5450452"/>
                  <a:pt x="1114260" y="5464318"/>
                </a:cubicBezTo>
                <a:cubicBezTo>
                  <a:pt x="1057660" y="5508904"/>
                  <a:pt x="995685" y="5538889"/>
                  <a:pt x="934188" y="5571387"/>
                </a:cubicBezTo>
                <a:cubicBezTo>
                  <a:pt x="922581" y="5578796"/>
                  <a:pt x="908463" y="5586683"/>
                  <a:pt x="894345" y="5594568"/>
                </a:cubicBezTo>
                <a:cubicBezTo>
                  <a:pt x="875679" y="5605921"/>
                  <a:pt x="854025" y="5615237"/>
                  <a:pt x="835138" y="5597994"/>
                </a:cubicBezTo>
                <a:cubicBezTo>
                  <a:pt x="823182" y="5589849"/>
                  <a:pt x="811099" y="5594746"/>
                  <a:pt x="801529" y="5599166"/>
                </a:cubicBezTo>
                <a:cubicBezTo>
                  <a:pt x="788968" y="5601550"/>
                  <a:pt x="781304" y="5616020"/>
                  <a:pt x="768268" y="5615892"/>
                </a:cubicBezTo>
                <a:cubicBezTo>
                  <a:pt x="763244" y="5616845"/>
                  <a:pt x="755103" y="5628803"/>
                  <a:pt x="756534" y="5636342"/>
                </a:cubicBezTo>
                <a:cubicBezTo>
                  <a:pt x="756628" y="5677979"/>
                  <a:pt x="789123" y="5739501"/>
                  <a:pt x="847121" y="5757131"/>
                </a:cubicBezTo>
                <a:cubicBezTo>
                  <a:pt x="877614" y="5766965"/>
                  <a:pt x="896152" y="5768655"/>
                  <a:pt x="917457" y="5743783"/>
                </a:cubicBezTo>
                <a:cubicBezTo>
                  <a:pt x="932180" y="5725370"/>
                  <a:pt x="952881" y="5711027"/>
                  <a:pt x="967603" y="5692613"/>
                </a:cubicBezTo>
                <a:cubicBezTo>
                  <a:pt x="982803" y="5676711"/>
                  <a:pt x="996572" y="5653271"/>
                  <a:pt x="1028019" y="5668130"/>
                </a:cubicBezTo>
                <a:cubicBezTo>
                  <a:pt x="1047511" y="5674846"/>
                  <a:pt x="1075875" y="5646031"/>
                  <a:pt x="1087132" y="5623067"/>
                </a:cubicBezTo>
                <a:cubicBezTo>
                  <a:pt x="1095877" y="5600581"/>
                  <a:pt x="1096132" y="5574499"/>
                  <a:pt x="1113367" y="5555607"/>
                </a:cubicBezTo>
                <a:cubicBezTo>
                  <a:pt x="1127613" y="5534680"/>
                  <a:pt x="1139824" y="5516742"/>
                  <a:pt x="1168410" y="5516524"/>
                </a:cubicBezTo>
                <a:cubicBezTo>
                  <a:pt x="1173911" y="5518084"/>
                  <a:pt x="1183958" y="5516177"/>
                  <a:pt x="1185517" y="5510674"/>
                </a:cubicBezTo>
                <a:cubicBezTo>
                  <a:pt x="1212450" y="5474322"/>
                  <a:pt x="1242340" y="5494683"/>
                  <a:pt x="1269844" y="5502481"/>
                </a:cubicBezTo>
                <a:cubicBezTo>
                  <a:pt x="1295314" y="5513268"/>
                  <a:pt x="1315886" y="5511967"/>
                  <a:pt x="1332644" y="5490563"/>
                </a:cubicBezTo>
                <a:cubicBezTo>
                  <a:pt x="1345809" y="5477652"/>
                  <a:pt x="1367940" y="5470849"/>
                  <a:pt x="1374650" y="5451351"/>
                </a:cubicBezTo>
                <a:cubicBezTo>
                  <a:pt x="1380756" y="5442382"/>
                  <a:pt x="1388768" y="5443465"/>
                  <a:pt x="1398816" y="5441557"/>
                </a:cubicBezTo>
                <a:cubicBezTo>
                  <a:pt x="1409341" y="5442164"/>
                  <a:pt x="1410899" y="5436662"/>
                  <a:pt x="1414016" y="5425656"/>
                </a:cubicBezTo>
                <a:cubicBezTo>
                  <a:pt x="1419772" y="5401133"/>
                  <a:pt x="1437833" y="5400308"/>
                  <a:pt x="1457802" y="5409537"/>
                </a:cubicBezTo>
                <a:cubicBezTo>
                  <a:pt x="1483748" y="5422837"/>
                  <a:pt x="1498565" y="5446059"/>
                  <a:pt x="1515894" y="5468804"/>
                </a:cubicBezTo>
                <a:cubicBezTo>
                  <a:pt x="1533700" y="5494063"/>
                  <a:pt x="1536211" y="5493587"/>
                  <a:pt x="1558471" y="5473742"/>
                </a:cubicBezTo>
                <a:cubicBezTo>
                  <a:pt x="1560983" y="5473265"/>
                  <a:pt x="1566006" y="5472312"/>
                  <a:pt x="1565529" y="5469798"/>
                </a:cubicBezTo>
                <a:cubicBezTo>
                  <a:pt x="1570204" y="5453290"/>
                  <a:pt x="1586358" y="5442415"/>
                  <a:pt x="1596406" y="5440508"/>
                </a:cubicBezTo>
                <a:cubicBezTo>
                  <a:pt x="1608489" y="5435611"/>
                  <a:pt x="1626423" y="5447829"/>
                  <a:pt x="1638378" y="5455974"/>
                </a:cubicBezTo>
                <a:cubicBezTo>
                  <a:pt x="1652846" y="5463643"/>
                  <a:pt x="1669825" y="5470833"/>
                  <a:pt x="1677234" y="5482444"/>
                </a:cubicBezTo>
                <a:cubicBezTo>
                  <a:pt x="1697424" y="5520267"/>
                  <a:pt x="1726137" y="5507008"/>
                  <a:pt x="1755805" y="5498774"/>
                </a:cubicBezTo>
                <a:cubicBezTo>
                  <a:pt x="1760828" y="5497821"/>
                  <a:pt x="1761433" y="5487293"/>
                  <a:pt x="1772911" y="5492924"/>
                </a:cubicBezTo>
                <a:cubicBezTo>
                  <a:pt x="1816315" y="5515929"/>
                  <a:pt x="1853612" y="5547902"/>
                  <a:pt x="1907318" y="5542917"/>
                </a:cubicBezTo>
                <a:cubicBezTo>
                  <a:pt x="1932183" y="5564232"/>
                  <a:pt x="1965316" y="5560548"/>
                  <a:pt x="1992694" y="5581387"/>
                </a:cubicBezTo>
                <a:cubicBezTo>
                  <a:pt x="2038003" y="5614443"/>
                  <a:pt x="2038003" y="5614443"/>
                  <a:pt x="2099722" y="5610540"/>
                </a:cubicBezTo>
                <a:cubicBezTo>
                  <a:pt x="2112760" y="5610670"/>
                  <a:pt x="2115748" y="5612706"/>
                  <a:pt x="2117656" y="5622758"/>
                </a:cubicBezTo>
                <a:cubicBezTo>
                  <a:pt x="2119436" y="5645851"/>
                  <a:pt x="2135811" y="5663570"/>
                  <a:pt x="2149674" y="5681767"/>
                </a:cubicBezTo>
                <a:cubicBezTo>
                  <a:pt x="2153140" y="5686316"/>
                  <a:pt x="2151582" y="5691818"/>
                  <a:pt x="2159595" y="5692901"/>
                </a:cubicBezTo>
                <a:cubicBezTo>
                  <a:pt x="2207672" y="5699397"/>
                  <a:pt x="2237911" y="5735314"/>
                  <a:pt x="2267195" y="5766204"/>
                </a:cubicBezTo>
                <a:cubicBezTo>
                  <a:pt x="2273173" y="5770277"/>
                  <a:pt x="2274603" y="5777816"/>
                  <a:pt x="2281663" y="5773872"/>
                </a:cubicBezTo>
                <a:cubicBezTo>
                  <a:pt x="2331426" y="5761825"/>
                  <a:pt x="2373271" y="5790332"/>
                  <a:pt x="2415721" y="5808310"/>
                </a:cubicBezTo>
                <a:cubicBezTo>
                  <a:pt x="2458645" y="5828801"/>
                  <a:pt x="2500014" y="5854796"/>
                  <a:pt x="2544974" y="5872297"/>
                </a:cubicBezTo>
                <a:cubicBezTo>
                  <a:pt x="2567455" y="5881048"/>
                  <a:pt x="2586343" y="5898291"/>
                  <a:pt x="2604753" y="5913022"/>
                </a:cubicBezTo>
                <a:cubicBezTo>
                  <a:pt x="2613242" y="5916617"/>
                  <a:pt x="2612161" y="5924632"/>
                  <a:pt x="2608090" y="5930612"/>
                </a:cubicBezTo>
                <a:cubicBezTo>
                  <a:pt x="2606055" y="5933601"/>
                  <a:pt x="2604020" y="5936591"/>
                  <a:pt x="2604498" y="5939104"/>
                </a:cubicBezTo>
                <a:cubicBezTo>
                  <a:pt x="2600999" y="5989233"/>
                  <a:pt x="2600999" y="5989233"/>
                  <a:pt x="2642365" y="6015226"/>
                </a:cubicBezTo>
                <a:cubicBezTo>
                  <a:pt x="2660299" y="6027444"/>
                  <a:pt x="2675593" y="6053180"/>
                  <a:pt x="2706819" y="6039443"/>
                </a:cubicBezTo>
                <a:cubicBezTo>
                  <a:pt x="2694131" y="6054868"/>
                  <a:pt x="2677152" y="6047677"/>
                  <a:pt x="2668534" y="6057123"/>
                </a:cubicBezTo>
                <a:cubicBezTo>
                  <a:pt x="2654415" y="6065009"/>
                  <a:pt x="2646274" y="6076967"/>
                  <a:pt x="2630376" y="6061761"/>
                </a:cubicBezTo>
                <a:cubicBezTo>
                  <a:pt x="2627865" y="6062236"/>
                  <a:pt x="2620806" y="6066181"/>
                  <a:pt x="2619247" y="6071683"/>
                </a:cubicBezTo>
                <a:cubicBezTo>
                  <a:pt x="2606560" y="6087108"/>
                  <a:pt x="2590406" y="6097983"/>
                  <a:pt x="2574253" y="6108859"/>
                </a:cubicBezTo>
                <a:cubicBezTo>
                  <a:pt x="2536445" y="6129052"/>
                  <a:pt x="2517525" y="6166486"/>
                  <a:pt x="2495615" y="6201884"/>
                </a:cubicBezTo>
                <a:cubicBezTo>
                  <a:pt x="2481369" y="6222813"/>
                  <a:pt x="2478602" y="6249371"/>
                  <a:pt x="2493896" y="6275107"/>
                </a:cubicBezTo>
                <a:cubicBezTo>
                  <a:pt x="2509189" y="6300843"/>
                  <a:pt x="2524960" y="6329091"/>
                  <a:pt x="2555931" y="6341437"/>
                </a:cubicBezTo>
                <a:cubicBezTo>
                  <a:pt x="2561909" y="6345509"/>
                  <a:pt x="2562862" y="6350535"/>
                  <a:pt x="2561781" y="6358550"/>
                </a:cubicBezTo>
                <a:cubicBezTo>
                  <a:pt x="2564992" y="6389183"/>
                  <a:pt x="2557677" y="6419208"/>
                  <a:pt x="2565435" y="6446373"/>
                </a:cubicBezTo>
                <a:cubicBezTo>
                  <a:pt x="2574495" y="6494119"/>
                  <a:pt x="2604257" y="6527522"/>
                  <a:pt x="2650172" y="6550049"/>
                </a:cubicBezTo>
                <a:cubicBezTo>
                  <a:pt x="2672653" y="6558800"/>
                  <a:pt x="2691063" y="6573531"/>
                  <a:pt x="2715706" y="6566250"/>
                </a:cubicBezTo>
                <a:cubicBezTo>
                  <a:pt x="2755421" y="6556110"/>
                  <a:pt x="2800510" y="6560570"/>
                  <a:pt x="2835457" y="6525300"/>
                </a:cubicBezTo>
                <a:cubicBezTo>
                  <a:pt x="2879021" y="6480586"/>
                  <a:pt x="2909070" y="6433228"/>
                  <a:pt x="2894159" y="6368370"/>
                </a:cubicBezTo>
                <a:cubicBezTo>
                  <a:pt x="2893205" y="6363343"/>
                  <a:pt x="2889263" y="6356282"/>
                  <a:pt x="2890344" y="6348267"/>
                </a:cubicBezTo>
                <a:cubicBezTo>
                  <a:pt x="2890472" y="6335225"/>
                  <a:pt x="2890122" y="6319670"/>
                  <a:pt x="2895750" y="6308189"/>
                </a:cubicBezTo>
                <a:cubicBezTo>
                  <a:pt x="2899344" y="6299697"/>
                  <a:pt x="2917406" y="6298872"/>
                  <a:pt x="2927453" y="6296965"/>
                </a:cubicBezTo>
                <a:cubicBezTo>
                  <a:pt x="2971111" y="6293887"/>
                  <a:pt x="3004500" y="6264120"/>
                  <a:pt x="3048634" y="6263554"/>
                </a:cubicBezTo>
                <a:cubicBezTo>
                  <a:pt x="3056647" y="6264638"/>
                  <a:pt x="3063229" y="6258182"/>
                  <a:pt x="3069684" y="6264767"/>
                </a:cubicBezTo>
                <a:cubicBezTo>
                  <a:pt x="3074581" y="6276855"/>
                  <a:pt x="3049111" y="6266068"/>
                  <a:pt x="3057474" y="6282705"/>
                </a:cubicBezTo>
                <a:cubicBezTo>
                  <a:pt x="3068824" y="6301377"/>
                  <a:pt x="3062719" y="6310347"/>
                  <a:pt x="3048729" y="6305192"/>
                </a:cubicBezTo>
                <a:cubicBezTo>
                  <a:pt x="3023736" y="6296918"/>
                  <a:pt x="3002081" y="6306233"/>
                  <a:pt x="2978997" y="6308012"/>
                </a:cubicBezTo>
                <a:cubicBezTo>
                  <a:pt x="2968949" y="6309918"/>
                  <a:pt x="2964401" y="6313384"/>
                  <a:pt x="2969298" y="6325472"/>
                </a:cubicBezTo>
                <a:cubicBezTo>
                  <a:pt x="2970729" y="6333011"/>
                  <a:pt x="2969648" y="6341027"/>
                  <a:pt x="2982684" y="6341155"/>
                </a:cubicBezTo>
                <a:cubicBezTo>
                  <a:pt x="3010793" y="6338425"/>
                  <a:pt x="3041764" y="6350772"/>
                  <a:pt x="3065581" y="6325425"/>
                </a:cubicBezTo>
                <a:cubicBezTo>
                  <a:pt x="3072163" y="6318968"/>
                  <a:pt x="3092132" y="6328196"/>
                  <a:pt x="3096074" y="6335258"/>
                </a:cubicBezTo>
                <a:cubicBezTo>
                  <a:pt x="3110764" y="6371521"/>
                  <a:pt x="3102845" y="6412075"/>
                  <a:pt x="3068503" y="6436817"/>
                </a:cubicBezTo>
                <a:cubicBezTo>
                  <a:pt x="3040743" y="6455101"/>
                  <a:pt x="3013459" y="6475900"/>
                  <a:pt x="2995621" y="6505319"/>
                </a:cubicBezTo>
                <a:cubicBezTo>
                  <a:pt x="2989515" y="6514289"/>
                  <a:pt x="2982933" y="6520744"/>
                  <a:pt x="2970978" y="6512600"/>
                </a:cubicBezTo>
                <a:cubicBezTo>
                  <a:pt x="2961534" y="6503979"/>
                  <a:pt x="2962360" y="6522046"/>
                  <a:pt x="2954824" y="6523476"/>
                </a:cubicBezTo>
                <a:cubicBezTo>
                  <a:pt x="2946811" y="6522393"/>
                  <a:pt x="2928750" y="6523217"/>
                  <a:pt x="2936636" y="6537341"/>
                </a:cubicBezTo>
                <a:cubicBezTo>
                  <a:pt x="2941055" y="6546916"/>
                  <a:pt x="2950499" y="6555537"/>
                  <a:pt x="2965093" y="6550164"/>
                </a:cubicBezTo>
                <a:cubicBezTo>
                  <a:pt x="2972630" y="6548734"/>
                  <a:pt x="2976701" y="6542755"/>
                  <a:pt x="2981247" y="6539288"/>
                </a:cubicBezTo>
                <a:cubicBezTo>
                  <a:pt x="3023602" y="6515630"/>
                  <a:pt x="3055560" y="6478324"/>
                  <a:pt x="3096484" y="6447127"/>
                </a:cubicBezTo>
                <a:cubicBezTo>
                  <a:pt x="3101031" y="6443660"/>
                  <a:pt x="3105579" y="6440195"/>
                  <a:pt x="3112637" y="6436252"/>
                </a:cubicBezTo>
                <a:cubicBezTo>
                  <a:pt x="3137886" y="6418443"/>
                  <a:pt x="3163354" y="6429229"/>
                  <a:pt x="3171589" y="6458907"/>
                </a:cubicBezTo>
                <a:cubicBezTo>
                  <a:pt x="3173497" y="6468960"/>
                  <a:pt x="3175881" y="6481524"/>
                  <a:pt x="3178265" y="6494089"/>
                </a:cubicBezTo>
                <a:cubicBezTo>
                  <a:pt x="3180173" y="6504141"/>
                  <a:pt x="3182557" y="6516705"/>
                  <a:pt x="3185419" y="6531783"/>
                </a:cubicBezTo>
                <a:cubicBezTo>
                  <a:pt x="3208027" y="6527492"/>
                  <a:pt x="3231716" y="6515187"/>
                  <a:pt x="3250731" y="6519388"/>
                </a:cubicBezTo>
                <a:cubicBezTo>
                  <a:pt x="3272735" y="6525626"/>
                  <a:pt x="3289587" y="6545859"/>
                  <a:pt x="3310509" y="6560112"/>
                </a:cubicBezTo>
                <a:cubicBezTo>
                  <a:pt x="3327966" y="6569816"/>
                  <a:pt x="3343387" y="6582511"/>
                  <a:pt x="3360844" y="6592215"/>
                </a:cubicBezTo>
                <a:cubicBezTo>
                  <a:pt x="3381766" y="6606468"/>
                  <a:pt x="3381766" y="6606468"/>
                  <a:pt x="3404025" y="6586623"/>
                </a:cubicBezTo>
                <a:cubicBezTo>
                  <a:pt x="3422213" y="6572758"/>
                  <a:pt x="3461324" y="6573147"/>
                  <a:pt x="3479734" y="6587876"/>
                </a:cubicBezTo>
                <a:cubicBezTo>
                  <a:pt x="3485712" y="6591949"/>
                  <a:pt x="3489178" y="6596498"/>
                  <a:pt x="3489655" y="6599010"/>
                </a:cubicBezTo>
                <a:cubicBezTo>
                  <a:pt x="3487842" y="6630596"/>
                  <a:pt x="3512706" y="6651912"/>
                  <a:pt x="3515440" y="6680030"/>
                </a:cubicBezTo>
                <a:cubicBezTo>
                  <a:pt x="3515313" y="6693071"/>
                  <a:pt x="3526791" y="6698703"/>
                  <a:pt x="3535282" y="6702299"/>
                </a:cubicBezTo>
                <a:cubicBezTo>
                  <a:pt x="3540782" y="6703858"/>
                  <a:pt x="3547842" y="6699916"/>
                  <a:pt x="3546888" y="6694889"/>
                </a:cubicBezTo>
                <a:cubicBezTo>
                  <a:pt x="3545584" y="6674310"/>
                  <a:pt x="3541770" y="6654206"/>
                  <a:pt x="3537955" y="6634103"/>
                </a:cubicBezTo>
                <a:cubicBezTo>
                  <a:pt x="3531628" y="6614476"/>
                  <a:pt x="3534744" y="6603471"/>
                  <a:pt x="3551247" y="6608150"/>
                </a:cubicBezTo>
                <a:cubicBezTo>
                  <a:pt x="3564283" y="6608278"/>
                  <a:pt x="3578274" y="6613434"/>
                  <a:pt x="3589276" y="6616552"/>
                </a:cubicBezTo>
                <a:cubicBezTo>
                  <a:pt x="3598243" y="6622661"/>
                  <a:pt x="3604698" y="6629247"/>
                  <a:pt x="3616176" y="6634878"/>
                </a:cubicBezTo>
                <a:cubicBezTo>
                  <a:pt x="3625875" y="6617418"/>
                  <a:pt x="3622536" y="6599827"/>
                  <a:pt x="3610104" y="6589170"/>
                </a:cubicBezTo>
                <a:cubicBezTo>
                  <a:pt x="3591694" y="6574439"/>
                  <a:pt x="3608801" y="6568589"/>
                  <a:pt x="3615860" y="6564646"/>
                </a:cubicBezTo>
                <a:cubicBezTo>
                  <a:pt x="3620407" y="6561180"/>
                  <a:pt x="3634526" y="6553294"/>
                  <a:pt x="3639899" y="6567895"/>
                </a:cubicBezTo>
                <a:cubicBezTo>
                  <a:pt x="3644191" y="6590511"/>
                  <a:pt x="3657577" y="6606194"/>
                  <a:pt x="3661869" y="6628811"/>
                </a:cubicBezTo>
                <a:cubicBezTo>
                  <a:pt x="3675000" y="6670577"/>
                  <a:pt x="3683107" y="6713296"/>
                  <a:pt x="3706286" y="6753156"/>
                </a:cubicBezTo>
                <a:cubicBezTo>
                  <a:pt x="3709752" y="6757704"/>
                  <a:pt x="3709148" y="6768234"/>
                  <a:pt x="3710578" y="6775772"/>
                </a:cubicBezTo>
                <a:cubicBezTo>
                  <a:pt x="3712486" y="6785824"/>
                  <a:pt x="3711881" y="6796352"/>
                  <a:pt x="3723965" y="6791456"/>
                </a:cubicBezTo>
                <a:cubicBezTo>
                  <a:pt x="3734013" y="6789548"/>
                  <a:pt x="3737606" y="6781056"/>
                  <a:pt x="3738687" y="6773041"/>
                </a:cubicBezTo>
                <a:cubicBezTo>
                  <a:pt x="3742757" y="6767062"/>
                  <a:pt x="3736303" y="6760477"/>
                  <a:pt x="3737861" y="6754974"/>
                </a:cubicBezTo>
                <a:cubicBezTo>
                  <a:pt x="3739070" y="6733917"/>
                  <a:pt x="3719579" y="6727202"/>
                  <a:pt x="3716240" y="6709612"/>
                </a:cubicBezTo>
                <a:cubicBezTo>
                  <a:pt x="3716368" y="6696571"/>
                  <a:pt x="3718054" y="6678026"/>
                  <a:pt x="3703109" y="6667846"/>
                </a:cubicBezTo>
                <a:cubicBezTo>
                  <a:pt x="3694143" y="6661737"/>
                  <a:pt x="3697259" y="6650732"/>
                  <a:pt x="3695351" y="6640681"/>
                </a:cubicBezTo>
                <a:cubicBezTo>
                  <a:pt x="3689024" y="6621054"/>
                  <a:pt x="3689756" y="6597484"/>
                  <a:pt x="3681394" y="6580847"/>
                </a:cubicBezTo>
                <a:cubicBezTo>
                  <a:pt x="3668136" y="6552123"/>
                  <a:pt x="3674368" y="6530113"/>
                  <a:pt x="3693638" y="6508231"/>
                </a:cubicBezTo>
                <a:cubicBezTo>
                  <a:pt x="3719712" y="6508490"/>
                  <a:pt x="3710363" y="6541505"/>
                  <a:pt x="3729854" y="6548220"/>
                </a:cubicBezTo>
                <a:cubicBezTo>
                  <a:pt x="3734973" y="6588903"/>
                  <a:pt x="3763780" y="6617281"/>
                  <a:pt x="3771410" y="6657488"/>
                </a:cubicBezTo>
                <a:cubicBezTo>
                  <a:pt x="3775702" y="6680103"/>
                  <a:pt x="3797102" y="6696871"/>
                  <a:pt x="3803906" y="6719010"/>
                </a:cubicBezTo>
                <a:cubicBezTo>
                  <a:pt x="3808326" y="6728585"/>
                  <a:pt x="3820408" y="6723688"/>
                  <a:pt x="3827468" y="6719745"/>
                </a:cubicBezTo>
                <a:cubicBezTo>
                  <a:pt x="3835003" y="6718315"/>
                  <a:pt x="3833096" y="6708263"/>
                  <a:pt x="3829630" y="6703715"/>
                </a:cubicBezTo>
                <a:cubicBezTo>
                  <a:pt x="3805369" y="6671871"/>
                  <a:pt x="3799774" y="6628673"/>
                  <a:pt x="3780538" y="6595877"/>
                </a:cubicBezTo>
                <a:cubicBezTo>
                  <a:pt x="3773130" y="6584266"/>
                  <a:pt x="3770745" y="6571701"/>
                  <a:pt x="3763336" y="6560091"/>
                </a:cubicBezTo>
                <a:cubicBezTo>
                  <a:pt x="3751985" y="6541416"/>
                  <a:pt x="3762766" y="6515941"/>
                  <a:pt x="3766487" y="6494406"/>
                </a:cubicBezTo>
                <a:cubicBezTo>
                  <a:pt x="3769731" y="6470360"/>
                  <a:pt x="3767474" y="6444755"/>
                  <a:pt x="3756123" y="6426082"/>
                </a:cubicBezTo>
                <a:cubicBezTo>
                  <a:pt x="3742260" y="6407884"/>
                  <a:pt x="3746935" y="6391377"/>
                  <a:pt x="3746108" y="6373311"/>
                </a:cubicBezTo>
                <a:cubicBezTo>
                  <a:pt x="3746363" y="6347228"/>
                  <a:pt x="3755585" y="6327254"/>
                  <a:pt x="3764331" y="6304767"/>
                </a:cubicBezTo>
                <a:cubicBezTo>
                  <a:pt x="3766970" y="6291249"/>
                  <a:pt x="3775111" y="6279290"/>
                  <a:pt x="3795078" y="6288517"/>
                </a:cubicBezTo>
                <a:cubicBezTo>
                  <a:pt x="3809070" y="6293673"/>
                  <a:pt x="3825700" y="6285310"/>
                  <a:pt x="3830374" y="6268802"/>
                </a:cubicBezTo>
                <a:cubicBezTo>
                  <a:pt x="3841155" y="6243326"/>
                  <a:pt x="3864240" y="6241548"/>
                  <a:pt x="3885290" y="6242760"/>
                </a:cubicBezTo>
                <a:cubicBezTo>
                  <a:pt x="3922366" y="6246138"/>
                  <a:pt x="3956452" y="6247480"/>
                  <a:pt x="3994610" y="6242842"/>
                </a:cubicBezTo>
                <a:cubicBezTo>
                  <a:pt x="4009682" y="6239981"/>
                  <a:pt x="4023323" y="6229583"/>
                  <a:pt x="4037441" y="6221696"/>
                </a:cubicBezTo>
                <a:cubicBezTo>
                  <a:pt x="4082913" y="6187033"/>
                  <a:pt x="4110451" y="6140152"/>
                  <a:pt x="4132011" y="6089200"/>
                </a:cubicBezTo>
                <a:cubicBezTo>
                  <a:pt x="4151536" y="6041236"/>
                  <a:pt x="4168549" y="5993750"/>
                  <a:pt x="4182573" y="5944226"/>
                </a:cubicBezTo>
                <a:cubicBezTo>
                  <a:pt x="4191922" y="5911211"/>
                  <a:pt x="4211320" y="5876288"/>
                  <a:pt x="4215168" y="5841714"/>
                </a:cubicBezTo>
                <a:cubicBezTo>
                  <a:pt x="4222133" y="5796134"/>
                  <a:pt x="4249416" y="5775336"/>
                  <a:pt x="4284712" y="5755621"/>
                </a:cubicBezTo>
                <a:cubicBezTo>
                  <a:pt x="4310913" y="5742837"/>
                  <a:pt x="4312949" y="5739849"/>
                  <a:pt x="4327288" y="5760558"/>
                </a:cubicBezTo>
                <a:cubicBezTo>
                  <a:pt x="4336732" y="5769179"/>
                  <a:pt x="4341152" y="5778754"/>
                  <a:pt x="4353712" y="5776371"/>
                </a:cubicBezTo>
                <a:cubicBezTo>
                  <a:pt x="4371296" y="5773034"/>
                  <a:pt x="4386845" y="5772687"/>
                  <a:pt x="4399532" y="5757262"/>
                </a:cubicBezTo>
                <a:lnTo>
                  <a:pt x="4406824" y="5739138"/>
                </a:lnTo>
                <a:lnTo>
                  <a:pt x="4415488" y="5748577"/>
                </a:lnTo>
                <a:cubicBezTo>
                  <a:pt x="4426691" y="5757475"/>
                  <a:pt x="4439597" y="5764625"/>
                  <a:pt x="4454096" y="5769033"/>
                </a:cubicBezTo>
                <a:cubicBezTo>
                  <a:pt x="4484589" y="5778867"/>
                  <a:pt x="4503127" y="5780556"/>
                  <a:pt x="4524433" y="5755685"/>
                </a:cubicBezTo>
                <a:lnTo>
                  <a:pt x="4546406" y="5733263"/>
                </a:lnTo>
                <a:lnTo>
                  <a:pt x="4556707" y="5735244"/>
                </a:lnTo>
                <a:cubicBezTo>
                  <a:pt x="4559696" y="5737280"/>
                  <a:pt x="4563290" y="5728787"/>
                  <a:pt x="4565802" y="5728312"/>
                </a:cubicBezTo>
                <a:cubicBezTo>
                  <a:pt x="4584945" y="5719472"/>
                  <a:pt x="4600494" y="5719124"/>
                  <a:pt x="4616392" y="5734331"/>
                </a:cubicBezTo>
                <a:cubicBezTo>
                  <a:pt x="4635279" y="5751574"/>
                  <a:pt x="4665297" y="5758895"/>
                  <a:pt x="4678077" y="5785106"/>
                </a:cubicBezTo>
                <a:cubicBezTo>
                  <a:pt x="4695661" y="5781769"/>
                  <a:pt x="4704500" y="5800920"/>
                  <a:pt x="4717538" y="5801050"/>
                </a:cubicBezTo>
                <a:cubicBezTo>
                  <a:pt x="4743612" y="5801308"/>
                  <a:pt x="4744438" y="5819374"/>
                  <a:pt x="4750288" y="5836489"/>
                </a:cubicBezTo>
                <a:cubicBezTo>
                  <a:pt x="4753149" y="5851566"/>
                  <a:pt x="4748952" y="5870587"/>
                  <a:pt x="4766885" y="5882804"/>
                </a:cubicBezTo>
                <a:cubicBezTo>
                  <a:pt x="4772386" y="5884363"/>
                  <a:pt x="4777759" y="5898965"/>
                  <a:pt x="4761606" y="5909840"/>
                </a:cubicBezTo>
                <a:cubicBezTo>
                  <a:pt x="4738870" y="5927172"/>
                  <a:pt x="4752128" y="5955897"/>
                  <a:pt x="4756420" y="5978513"/>
                </a:cubicBezTo>
                <a:cubicBezTo>
                  <a:pt x="4781064" y="5971233"/>
                  <a:pt x="4787773" y="5951736"/>
                  <a:pt x="4785993" y="5928643"/>
                </a:cubicBezTo>
                <a:cubicBezTo>
                  <a:pt x="4785644" y="5913088"/>
                  <a:pt x="4791750" y="5904119"/>
                  <a:pt x="4806346" y="5898746"/>
                </a:cubicBezTo>
                <a:cubicBezTo>
                  <a:pt x="4811368" y="5897793"/>
                  <a:pt x="4816393" y="5896839"/>
                  <a:pt x="4820940" y="5893372"/>
                </a:cubicBezTo>
                <a:cubicBezTo>
                  <a:pt x="4833151" y="5875435"/>
                  <a:pt x="4843931" y="5849959"/>
                  <a:pt x="4862597" y="5838606"/>
                </a:cubicBezTo>
                <a:cubicBezTo>
                  <a:pt x="4878750" y="5827730"/>
                  <a:pt x="4901358" y="5823440"/>
                  <a:pt x="4916558" y="5807539"/>
                </a:cubicBezTo>
                <a:cubicBezTo>
                  <a:pt x="4923141" y="5801082"/>
                  <a:pt x="4934746" y="5793674"/>
                  <a:pt x="4937863" y="5782667"/>
                </a:cubicBezTo>
                <a:cubicBezTo>
                  <a:pt x="4961807" y="5744279"/>
                  <a:pt x="5000696" y="5716072"/>
                  <a:pt x="5021653" y="5675648"/>
                </a:cubicBezTo>
                <a:cubicBezTo>
                  <a:pt x="5025722" y="5669668"/>
                  <a:pt x="5032782" y="5665725"/>
                  <a:pt x="5039236" y="5672311"/>
                </a:cubicBezTo>
                <a:cubicBezTo>
                  <a:pt x="5042226" y="5674346"/>
                  <a:pt x="5043180" y="5679372"/>
                  <a:pt x="5041621" y="5684874"/>
                </a:cubicBezTo>
                <a:cubicBezTo>
                  <a:pt x="5025085" y="5734875"/>
                  <a:pt x="5006037" y="5785351"/>
                  <a:pt x="4971567" y="5823133"/>
                </a:cubicBezTo>
                <a:cubicBezTo>
                  <a:pt x="4960914" y="5835568"/>
                  <a:pt x="4956844" y="5841548"/>
                  <a:pt x="4961740" y="5853636"/>
                </a:cubicBezTo>
                <a:cubicBezTo>
                  <a:pt x="4964602" y="5868713"/>
                  <a:pt x="4985524" y="5882966"/>
                  <a:pt x="4998561" y="5883096"/>
                </a:cubicBezTo>
                <a:cubicBezTo>
                  <a:pt x="5014110" y="5882748"/>
                  <a:pt x="5025239" y="5872826"/>
                  <a:pt x="5022854" y="5860262"/>
                </a:cubicBezTo>
                <a:cubicBezTo>
                  <a:pt x="5022505" y="5844707"/>
                  <a:pt x="5041520" y="5848909"/>
                  <a:pt x="5039613" y="5838857"/>
                </a:cubicBezTo>
                <a:cubicBezTo>
                  <a:pt x="5037228" y="5826293"/>
                  <a:pt x="5046799" y="5821873"/>
                  <a:pt x="5050392" y="5813381"/>
                </a:cubicBezTo>
                <a:cubicBezTo>
                  <a:pt x="5066197" y="5786951"/>
                  <a:pt x="5076977" y="5761475"/>
                  <a:pt x="5073766" y="5730843"/>
                </a:cubicBezTo>
                <a:cubicBezTo>
                  <a:pt x="5069474" y="5708227"/>
                  <a:pt x="5090175" y="5693885"/>
                  <a:pt x="5088396" y="5670791"/>
                </a:cubicBezTo>
                <a:cubicBezTo>
                  <a:pt x="5081720" y="5635610"/>
                  <a:pt x="5107571" y="5607273"/>
                  <a:pt x="5108908" y="5573175"/>
                </a:cubicBezTo>
                <a:lnTo>
                  <a:pt x="5109791" y="5566621"/>
                </a:lnTo>
                <a:lnTo>
                  <a:pt x="5142921" y="5566535"/>
                </a:lnTo>
                <a:cubicBezTo>
                  <a:pt x="5161696" y="5568414"/>
                  <a:pt x="5176716" y="5562779"/>
                  <a:pt x="5190796" y="5554328"/>
                </a:cubicBezTo>
                <a:lnTo>
                  <a:pt x="5208269" y="5542287"/>
                </a:lnTo>
                <a:lnTo>
                  <a:pt x="5207989" y="5543308"/>
                </a:lnTo>
                <a:cubicBezTo>
                  <a:pt x="5206756" y="5553956"/>
                  <a:pt x="5207528" y="5564874"/>
                  <a:pt x="5211168" y="5577200"/>
                </a:cubicBezTo>
                <a:cubicBezTo>
                  <a:pt x="5214029" y="5592278"/>
                  <a:pt x="5216413" y="5604843"/>
                  <a:pt x="5220228" y="5624946"/>
                </a:cubicBezTo>
                <a:cubicBezTo>
                  <a:pt x="5243442" y="5610127"/>
                  <a:pt x="5268084" y="5602847"/>
                  <a:pt x="5263920" y="5567189"/>
                </a:cubicBezTo>
                <a:cubicBezTo>
                  <a:pt x="5261059" y="5552112"/>
                  <a:pt x="5271362" y="5524122"/>
                  <a:pt x="5288469" y="5518272"/>
                </a:cubicBezTo>
                <a:lnTo>
                  <a:pt x="5297336" y="5509877"/>
                </a:lnTo>
                <a:lnTo>
                  <a:pt x="5300832" y="5514011"/>
                </a:lnTo>
                <a:cubicBezTo>
                  <a:pt x="5318816" y="5525853"/>
                  <a:pt x="5340530" y="5516852"/>
                  <a:pt x="5362781" y="5510676"/>
                </a:cubicBezTo>
                <a:cubicBezTo>
                  <a:pt x="5367805" y="5509722"/>
                  <a:pt x="5368409" y="5499194"/>
                  <a:pt x="5379887" y="5504826"/>
                </a:cubicBezTo>
                <a:cubicBezTo>
                  <a:pt x="5423291" y="5527831"/>
                  <a:pt x="5460588" y="5559803"/>
                  <a:pt x="5514294" y="5554819"/>
                </a:cubicBezTo>
                <a:cubicBezTo>
                  <a:pt x="5539158" y="5576134"/>
                  <a:pt x="5572291" y="5572450"/>
                  <a:pt x="5599668" y="5593288"/>
                </a:cubicBezTo>
                <a:cubicBezTo>
                  <a:pt x="5644979" y="5626344"/>
                  <a:pt x="5644979" y="5626344"/>
                  <a:pt x="5706698" y="5622441"/>
                </a:cubicBezTo>
                <a:cubicBezTo>
                  <a:pt x="5719735" y="5622571"/>
                  <a:pt x="5722724" y="5624608"/>
                  <a:pt x="5724631" y="5634659"/>
                </a:cubicBezTo>
                <a:cubicBezTo>
                  <a:pt x="5726412" y="5657752"/>
                  <a:pt x="5742787" y="5675472"/>
                  <a:pt x="5756650" y="5693668"/>
                </a:cubicBezTo>
                <a:cubicBezTo>
                  <a:pt x="5760117" y="5698216"/>
                  <a:pt x="5758557" y="5703720"/>
                  <a:pt x="5766571" y="5704803"/>
                </a:cubicBezTo>
                <a:cubicBezTo>
                  <a:pt x="5814648" y="5711299"/>
                  <a:pt x="5844885" y="5747216"/>
                  <a:pt x="5874170" y="5778105"/>
                </a:cubicBezTo>
                <a:cubicBezTo>
                  <a:pt x="5880148" y="5782178"/>
                  <a:pt x="5881579" y="5789717"/>
                  <a:pt x="5888639" y="5785773"/>
                </a:cubicBezTo>
                <a:cubicBezTo>
                  <a:pt x="5938401" y="5773727"/>
                  <a:pt x="5980246" y="5802234"/>
                  <a:pt x="6022695" y="5820212"/>
                </a:cubicBezTo>
                <a:cubicBezTo>
                  <a:pt x="6065621" y="5840703"/>
                  <a:pt x="6106989" y="5866697"/>
                  <a:pt x="6151950" y="5884199"/>
                </a:cubicBezTo>
                <a:cubicBezTo>
                  <a:pt x="6174431" y="5892950"/>
                  <a:pt x="6193318" y="5910193"/>
                  <a:pt x="6211728" y="5924923"/>
                </a:cubicBezTo>
                <a:cubicBezTo>
                  <a:pt x="6220217" y="5928519"/>
                  <a:pt x="6219137" y="5936534"/>
                  <a:pt x="6215066" y="5942513"/>
                </a:cubicBezTo>
                <a:cubicBezTo>
                  <a:pt x="6213031" y="5945502"/>
                  <a:pt x="6210995" y="5948492"/>
                  <a:pt x="6211472" y="5951005"/>
                </a:cubicBezTo>
                <a:cubicBezTo>
                  <a:pt x="6207973" y="6001135"/>
                  <a:pt x="6207973" y="6001135"/>
                  <a:pt x="6249341" y="6027128"/>
                </a:cubicBezTo>
                <a:cubicBezTo>
                  <a:pt x="6267274" y="6039345"/>
                  <a:pt x="6282569" y="6065081"/>
                  <a:pt x="6313793" y="6051344"/>
                </a:cubicBezTo>
                <a:cubicBezTo>
                  <a:pt x="6301106" y="6066770"/>
                  <a:pt x="6284126" y="6059578"/>
                  <a:pt x="6275509" y="6069024"/>
                </a:cubicBezTo>
                <a:cubicBezTo>
                  <a:pt x="6261391" y="6076910"/>
                  <a:pt x="6253250" y="6088869"/>
                  <a:pt x="6237352" y="6073662"/>
                </a:cubicBezTo>
                <a:cubicBezTo>
                  <a:pt x="6234841" y="6074138"/>
                  <a:pt x="6227781" y="6078082"/>
                  <a:pt x="6226223" y="6083584"/>
                </a:cubicBezTo>
                <a:cubicBezTo>
                  <a:pt x="6213535" y="6099009"/>
                  <a:pt x="6197382" y="6109885"/>
                  <a:pt x="6181228" y="6120760"/>
                </a:cubicBezTo>
                <a:cubicBezTo>
                  <a:pt x="6143420" y="6140952"/>
                  <a:pt x="6124500" y="6178387"/>
                  <a:pt x="6102590" y="6213786"/>
                </a:cubicBezTo>
                <a:cubicBezTo>
                  <a:pt x="6088345" y="6234714"/>
                  <a:pt x="6085577" y="6261273"/>
                  <a:pt x="6100870" y="6287009"/>
                </a:cubicBezTo>
                <a:cubicBezTo>
                  <a:pt x="6116165" y="6312743"/>
                  <a:pt x="6131935" y="6340991"/>
                  <a:pt x="6162906" y="6353338"/>
                </a:cubicBezTo>
                <a:cubicBezTo>
                  <a:pt x="6168883" y="6357410"/>
                  <a:pt x="6169837" y="6362437"/>
                  <a:pt x="6168757" y="6370452"/>
                </a:cubicBezTo>
                <a:cubicBezTo>
                  <a:pt x="6171966" y="6401083"/>
                  <a:pt x="6164652" y="6431109"/>
                  <a:pt x="6172410" y="6458274"/>
                </a:cubicBezTo>
                <a:cubicBezTo>
                  <a:pt x="6181471" y="6506020"/>
                  <a:pt x="6211232" y="6539423"/>
                  <a:pt x="6257148" y="6561950"/>
                </a:cubicBezTo>
                <a:cubicBezTo>
                  <a:pt x="6279627" y="6570701"/>
                  <a:pt x="6298038" y="6585431"/>
                  <a:pt x="6322682" y="6578152"/>
                </a:cubicBezTo>
                <a:cubicBezTo>
                  <a:pt x="6362396" y="6568011"/>
                  <a:pt x="6407486" y="6572472"/>
                  <a:pt x="6442432" y="6537202"/>
                </a:cubicBezTo>
                <a:cubicBezTo>
                  <a:pt x="6485995" y="6492487"/>
                  <a:pt x="6516046" y="6445129"/>
                  <a:pt x="6501135" y="6380271"/>
                </a:cubicBezTo>
                <a:cubicBezTo>
                  <a:pt x="6500181" y="6375245"/>
                  <a:pt x="6496238" y="6368183"/>
                  <a:pt x="6497319" y="6360168"/>
                </a:cubicBezTo>
                <a:cubicBezTo>
                  <a:pt x="6497447" y="6347126"/>
                  <a:pt x="6497098" y="6331572"/>
                  <a:pt x="6502726" y="6320090"/>
                </a:cubicBezTo>
                <a:cubicBezTo>
                  <a:pt x="6506319" y="6311597"/>
                  <a:pt x="6524381" y="6310773"/>
                  <a:pt x="6534428" y="6308867"/>
                </a:cubicBezTo>
                <a:cubicBezTo>
                  <a:pt x="6578087" y="6305789"/>
                  <a:pt x="6611475" y="6276021"/>
                  <a:pt x="6655610" y="6275456"/>
                </a:cubicBezTo>
                <a:cubicBezTo>
                  <a:pt x="6663623" y="6276539"/>
                  <a:pt x="6670205" y="6270083"/>
                  <a:pt x="6676659" y="6276669"/>
                </a:cubicBezTo>
                <a:cubicBezTo>
                  <a:pt x="6681556" y="6288757"/>
                  <a:pt x="6656087" y="6277969"/>
                  <a:pt x="6664449" y="6294607"/>
                </a:cubicBezTo>
                <a:cubicBezTo>
                  <a:pt x="6675800" y="6313279"/>
                  <a:pt x="6669694" y="6322248"/>
                  <a:pt x="6655704" y="6317093"/>
                </a:cubicBezTo>
                <a:cubicBezTo>
                  <a:pt x="6630712" y="6308819"/>
                  <a:pt x="6609057" y="6318135"/>
                  <a:pt x="6585972" y="6319913"/>
                </a:cubicBezTo>
                <a:cubicBezTo>
                  <a:pt x="6575924" y="6321820"/>
                  <a:pt x="6571376" y="6325286"/>
                  <a:pt x="6576273" y="6337374"/>
                </a:cubicBezTo>
                <a:cubicBezTo>
                  <a:pt x="6577704" y="6344913"/>
                  <a:pt x="6576622" y="6352928"/>
                  <a:pt x="6589660" y="6353057"/>
                </a:cubicBezTo>
                <a:cubicBezTo>
                  <a:pt x="6617769" y="6350326"/>
                  <a:pt x="6648739" y="6362672"/>
                  <a:pt x="6672556" y="6337325"/>
                </a:cubicBezTo>
                <a:cubicBezTo>
                  <a:pt x="6679138" y="6330870"/>
                  <a:pt x="6699107" y="6340097"/>
                  <a:pt x="6703049" y="6347159"/>
                </a:cubicBezTo>
                <a:cubicBezTo>
                  <a:pt x="6717739" y="6383422"/>
                  <a:pt x="6709820" y="6423977"/>
                  <a:pt x="6675478" y="6448719"/>
                </a:cubicBezTo>
                <a:cubicBezTo>
                  <a:pt x="6647719" y="6467003"/>
                  <a:pt x="6620435" y="6487801"/>
                  <a:pt x="6602596" y="6517220"/>
                </a:cubicBezTo>
                <a:cubicBezTo>
                  <a:pt x="6596491" y="6526190"/>
                  <a:pt x="6589909" y="6532645"/>
                  <a:pt x="6577953" y="6524501"/>
                </a:cubicBezTo>
                <a:cubicBezTo>
                  <a:pt x="6568510" y="6515879"/>
                  <a:pt x="6569336" y="6533947"/>
                  <a:pt x="6561799" y="6535377"/>
                </a:cubicBezTo>
                <a:cubicBezTo>
                  <a:pt x="6553787" y="6534294"/>
                  <a:pt x="6535726" y="6535118"/>
                  <a:pt x="6543611" y="6549242"/>
                </a:cubicBezTo>
                <a:cubicBezTo>
                  <a:pt x="6548030" y="6558817"/>
                  <a:pt x="6557474" y="6567439"/>
                  <a:pt x="6572069" y="6562065"/>
                </a:cubicBezTo>
                <a:cubicBezTo>
                  <a:pt x="6579606" y="6560635"/>
                  <a:pt x="6583675" y="6554656"/>
                  <a:pt x="6588223" y="6551190"/>
                </a:cubicBezTo>
                <a:cubicBezTo>
                  <a:pt x="6630577" y="6527531"/>
                  <a:pt x="6662535" y="6490226"/>
                  <a:pt x="6703459" y="6459028"/>
                </a:cubicBezTo>
                <a:cubicBezTo>
                  <a:pt x="6708007" y="6455562"/>
                  <a:pt x="6712554" y="6452095"/>
                  <a:pt x="6719613" y="6448153"/>
                </a:cubicBezTo>
                <a:cubicBezTo>
                  <a:pt x="6744860" y="6430344"/>
                  <a:pt x="6770330" y="6441131"/>
                  <a:pt x="6778565" y="6470809"/>
                </a:cubicBezTo>
                <a:cubicBezTo>
                  <a:pt x="6780472" y="6480861"/>
                  <a:pt x="6782857" y="6493425"/>
                  <a:pt x="6785241" y="6505990"/>
                </a:cubicBezTo>
                <a:cubicBezTo>
                  <a:pt x="6787149" y="6516043"/>
                  <a:pt x="6789533" y="6528606"/>
                  <a:pt x="6792394" y="6543684"/>
                </a:cubicBezTo>
                <a:cubicBezTo>
                  <a:pt x="6815002" y="6539394"/>
                  <a:pt x="6838692" y="6527087"/>
                  <a:pt x="6857707" y="6531290"/>
                </a:cubicBezTo>
                <a:cubicBezTo>
                  <a:pt x="6879711" y="6537527"/>
                  <a:pt x="6896562" y="6557760"/>
                  <a:pt x="6917485" y="6572013"/>
                </a:cubicBezTo>
                <a:cubicBezTo>
                  <a:pt x="6934941" y="6581718"/>
                  <a:pt x="6950362" y="6594411"/>
                  <a:pt x="6967819" y="6604117"/>
                </a:cubicBezTo>
                <a:cubicBezTo>
                  <a:pt x="6988741" y="6618370"/>
                  <a:pt x="6988741" y="6618370"/>
                  <a:pt x="7011000" y="6598525"/>
                </a:cubicBezTo>
                <a:cubicBezTo>
                  <a:pt x="7029188" y="6584659"/>
                  <a:pt x="7068300" y="6585048"/>
                  <a:pt x="7086710" y="6599778"/>
                </a:cubicBezTo>
                <a:cubicBezTo>
                  <a:pt x="7092688" y="6603850"/>
                  <a:pt x="7096154" y="6608399"/>
                  <a:pt x="7096630" y="6610911"/>
                </a:cubicBezTo>
                <a:cubicBezTo>
                  <a:pt x="7094817" y="6642497"/>
                  <a:pt x="7119682" y="6663813"/>
                  <a:pt x="7122416" y="6691931"/>
                </a:cubicBezTo>
                <a:cubicBezTo>
                  <a:pt x="7122288" y="6704973"/>
                  <a:pt x="7133766" y="6710605"/>
                  <a:pt x="7142256" y="6714200"/>
                </a:cubicBezTo>
                <a:cubicBezTo>
                  <a:pt x="7147758" y="6715759"/>
                  <a:pt x="7154817" y="6711817"/>
                  <a:pt x="7153863" y="6706791"/>
                </a:cubicBezTo>
                <a:cubicBezTo>
                  <a:pt x="7152560" y="6686211"/>
                  <a:pt x="7148744" y="6666108"/>
                  <a:pt x="7144929" y="6646005"/>
                </a:cubicBezTo>
                <a:cubicBezTo>
                  <a:pt x="7138602" y="6626378"/>
                  <a:pt x="7141719" y="6615373"/>
                  <a:pt x="7158222" y="6620051"/>
                </a:cubicBezTo>
                <a:cubicBezTo>
                  <a:pt x="7171259" y="6620180"/>
                  <a:pt x="7185250" y="6625336"/>
                  <a:pt x="7196251" y="6628454"/>
                </a:cubicBezTo>
                <a:cubicBezTo>
                  <a:pt x="7205218" y="6634562"/>
                  <a:pt x="7211672" y="6641148"/>
                  <a:pt x="7223152" y="6646780"/>
                </a:cubicBezTo>
                <a:cubicBezTo>
                  <a:pt x="7232850" y="6629319"/>
                  <a:pt x="7229512" y="6611728"/>
                  <a:pt x="7217080" y="6601071"/>
                </a:cubicBezTo>
                <a:cubicBezTo>
                  <a:pt x="7198669" y="6586341"/>
                  <a:pt x="7215776" y="6580491"/>
                  <a:pt x="7222835" y="6576547"/>
                </a:cubicBezTo>
                <a:cubicBezTo>
                  <a:pt x="7227382" y="6573082"/>
                  <a:pt x="7241501" y="6565195"/>
                  <a:pt x="7246874" y="6579796"/>
                </a:cubicBezTo>
                <a:cubicBezTo>
                  <a:pt x="7251166" y="6602413"/>
                  <a:pt x="7264552" y="6618096"/>
                  <a:pt x="7268844" y="6640712"/>
                </a:cubicBezTo>
                <a:cubicBezTo>
                  <a:pt x="7281976" y="6682478"/>
                  <a:pt x="7290082" y="6725198"/>
                  <a:pt x="7313262" y="6765057"/>
                </a:cubicBezTo>
                <a:cubicBezTo>
                  <a:pt x="7316728" y="6769606"/>
                  <a:pt x="7316123" y="6780135"/>
                  <a:pt x="7317554" y="6787673"/>
                </a:cubicBezTo>
                <a:cubicBezTo>
                  <a:pt x="7319462" y="6797725"/>
                  <a:pt x="7318856" y="6808254"/>
                  <a:pt x="7330940" y="6803357"/>
                </a:cubicBezTo>
                <a:cubicBezTo>
                  <a:pt x="7340987" y="6801450"/>
                  <a:pt x="7344581" y="6792958"/>
                  <a:pt x="7345663" y="6784943"/>
                </a:cubicBezTo>
                <a:cubicBezTo>
                  <a:pt x="7349733" y="6778963"/>
                  <a:pt x="7343278" y="6772378"/>
                  <a:pt x="7344837" y="6766875"/>
                </a:cubicBezTo>
                <a:cubicBezTo>
                  <a:pt x="7346046" y="6745818"/>
                  <a:pt x="7326554" y="6739104"/>
                  <a:pt x="7323216" y="6721514"/>
                </a:cubicBezTo>
                <a:cubicBezTo>
                  <a:pt x="7323344" y="6708472"/>
                  <a:pt x="7325029" y="6689928"/>
                  <a:pt x="7310084" y="6679747"/>
                </a:cubicBezTo>
                <a:cubicBezTo>
                  <a:pt x="7301118" y="6673638"/>
                  <a:pt x="7304234" y="6662633"/>
                  <a:pt x="7302327" y="6652582"/>
                </a:cubicBezTo>
                <a:cubicBezTo>
                  <a:pt x="7295999" y="6632955"/>
                  <a:pt x="7296732" y="6609385"/>
                  <a:pt x="7288369" y="6592749"/>
                </a:cubicBezTo>
                <a:cubicBezTo>
                  <a:pt x="7275111" y="6564024"/>
                  <a:pt x="7281344" y="6542014"/>
                  <a:pt x="7300614" y="6520133"/>
                </a:cubicBezTo>
                <a:cubicBezTo>
                  <a:pt x="7326687" y="6520392"/>
                  <a:pt x="7317338" y="6553407"/>
                  <a:pt x="7336830" y="6560121"/>
                </a:cubicBezTo>
                <a:cubicBezTo>
                  <a:pt x="7341948" y="6600805"/>
                  <a:pt x="7370756" y="6629182"/>
                  <a:pt x="7378386" y="6669389"/>
                </a:cubicBezTo>
                <a:cubicBezTo>
                  <a:pt x="7382678" y="6692005"/>
                  <a:pt x="7404077" y="6708772"/>
                  <a:pt x="7410881" y="6730911"/>
                </a:cubicBezTo>
                <a:cubicBezTo>
                  <a:pt x="7415300" y="6740487"/>
                  <a:pt x="7427384" y="6735590"/>
                  <a:pt x="7434443" y="6731647"/>
                </a:cubicBezTo>
                <a:cubicBezTo>
                  <a:pt x="7441979" y="6730216"/>
                  <a:pt x="7440072" y="6720165"/>
                  <a:pt x="7436606" y="6715615"/>
                </a:cubicBezTo>
                <a:cubicBezTo>
                  <a:pt x="7412345" y="6683772"/>
                  <a:pt x="7406750" y="6640575"/>
                  <a:pt x="7387514" y="6607778"/>
                </a:cubicBezTo>
                <a:cubicBezTo>
                  <a:pt x="7380105" y="6596167"/>
                  <a:pt x="7377721" y="6583602"/>
                  <a:pt x="7370312" y="6571992"/>
                </a:cubicBezTo>
                <a:cubicBezTo>
                  <a:pt x="7358961" y="6553318"/>
                  <a:pt x="7369741" y="6527841"/>
                  <a:pt x="7373462" y="6506308"/>
                </a:cubicBezTo>
                <a:cubicBezTo>
                  <a:pt x="7376706" y="6482261"/>
                  <a:pt x="7374450" y="6456656"/>
                  <a:pt x="7363098" y="6437983"/>
                </a:cubicBezTo>
                <a:cubicBezTo>
                  <a:pt x="7349235" y="6419786"/>
                  <a:pt x="7353910" y="6403279"/>
                  <a:pt x="7353084" y="6385212"/>
                </a:cubicBezTo>
                <a:cubicBezTo>
                  <a:pt x="7353339" y="6359129"/>
                  <a:pt x="7362561" y="6339155"/>
                  <a:pt x="7371305" y="6316668"/>
                </a:cubicBezTo>
                <a:cubicBezTo>
                  <a:pt x="7373945" y="6303150"/>
                  <a:pt x="7382086" y="6291192"/>
                  <a:pt x="7402054" y="6300419"/>
                </a:cubicBezTo>
                <a:cubicBezTo>
                  <a:pt x="7416045" y="6305574"/>
                  <a:pt x="7432676" y="6297211"/>
                  <a:pt x="7437350" y="6280703"/>
                </a:cubicBezTo>
                <a:cubicBezTo>
                  <a:pt x="7448130" y="6255227"/>
                  <a:pt x="7471215" y="6253449"/>
                  <a:pt x="7492265" y="6254662"/>
                </a:cubicBezTo>
                <a:cubicBezTo>
                  <a:pt x="7529341" y="6258039"/>
                  <a:pt x="7563427" y="6259381"/>
                  <a:pt x="7601585" y="6254743"/>
                </a:cubicBezTo>
                <a:cubicBezTo>
                  <a:pt x="7616657" y="6251883"/>
                  <a:pt x="7630298" y="6241483"/>
                  <a:pt x="7644416" y="6233598"/>
                </a:cubicBezTo>
                <a:cubicBezTo>
                  <a:pt x="7689887" y="6198934"/>
                  <a:pt x="7717426" y="6152053"/>
                  <a:pt x="7738986" y="6101101"/>
                </a:cubicBezTo>
                <a:cubicBezTo>
                  <a:pt x="7758510" y="6053137"/>
                  <a:pt x="7775524" y="6005651"/>
                  <a:pt x="7789549" y="5956128"/>
                </a:cubicBezTo>
                <a:cubicBezTo>
                  <a:pt x="7798898" y="5923112"/>
                  <a:pt x="7818295" y="5888190"/>
                  <a:pt x="7822144" y="5853615"/>
                </a:cubicBezTo>
                <a:cubicBezTo>
                  <a:pt x="7829109" y="5808035"/>
                  <a:pt x="7856392" y="5787238"/>
                  <a:pt x="7891688" y="5767522"/>
                </a:cubicBezTo>
                <a:cubicBezTo>
                  <a:pt x="7917889" y="5754739"/>
                  <a:pt x="7919924" y="5751750"/>
                  <a:pt x="7934264" y="5772460"/>
                </a:cubicBezTo>
                <a:cubicBezTo>
                  <a:pt x="7943708" y="5781081"/>
                  <a:pt x="7948128" y="5790656"/>
                  <a:pt x="7960688" y="5788272"/>
                </a:cubicBezTo>
                <a:cubicBezTo>
                  <a:pt x="7978272" y="5784935"/>
                  <a:pt x="7993821" y="5784588"/>
                  <a:pt x="8006508" y="5769163"/>
                </a:cubicBezTo>
                <a:cubicBezTo>
                  <a:pt x="8023743" y="5750271"/>
                  <a:pt x="8015985" y="5723106"/>
                  <a:pt x="8030708" y="5704692"/>
                </a:cubicBezTo>
                <a:cubicBezTo>
                  <a:pt x="8041233" y="5705298"/>
                  <a:pt x="8047688" y="5711883"/>
                  <a:pt x="8054142" y="5718469"/>
                </a:cubicBezTo>
                <a:cubicBezTo>
                  <a:pt x="8085462" y="5746369"/>
                  <a:pt x="8127689" y="5735753"/>
                  <a:pt x="8163683" y="5747145"/>
                </a:cubicBezTo>
                <a:cubicBezTo>
                  <a:pt x="8166672" y="5749182"/>
                  <a:pt x="8170266" y="5740689"/>
                  <a:pt x="8172778" y="5740213"/>
                </a:cubicBezTo>
                <a:cubicBezTo>
                  <a:pt x="8191921" y="5731373"/>
                  <a:pt x="8207469" y="5731026"/>
                  <a:pt x="8223367" y="5746232"/>
                </a:cubicBezTo>
                <a:cubicBezTo>
                  <a:pt x="8242255" y="5763475"/>
                  <a:pt x="8272272" y="5770796"/>
                  <a:pt x="8285053" y="5797008"/>
                </a:cubicBezTo>
                <a:cubicBezTo>
                  <a:pt x="8302637" y="5793671"/>
                  <a:pt x="8311476" y="5812822"/>
                  <a:pt x="8324513" y="5812951"/>
                </a:cubicBezTo>
                <a:cubicBezTo>
                  <a:pt x="8350587" y="5813209"/>
                  <a:pt x="8351414" y="5831276"/>
                  <a:pt x="8357263" y="5848390"/>
                </a:cubicBezTo>
                <a:cubicBezTo>
                  <a:pt x="8360124" y="5863467"/>
                  <a:pt x="8355927" y="5882488"/>
                  <a:pt x="8373860" y="5894705"/>
                </a:cubicBezTo>
                <a:cubicBezTo>
                  <a:pt x="8379362" y="5896265"/>
                  <a:pt x="8384734" y="5910866"/>
                  <a:pt x="8368581" y="5921741"/>
                </a:cubicBezTo>
                <a:cubicBezTo>
                  <a:pt x="8345846" y="5939073"/>
                  <a:pt x="8359104" y="5967798"/>
                  <a:pt x="8363396" y="5990414"/>
                </a:cubicBezTo>
                <a:cubicBezTo>
                  <a:pt x="8388039" y="5983134"/>
                  <a:pt x="8394750" y="5963637"/>
                  <a:pt x="8392969" y="5940544"/>
                </a:cubicBezTo>
                <a:cubicBezTo>
                  <a:pt x="8392620" y="5924989"/>
                  <a:pt x="8398725" y="5916021"/>
                  <a:pt x="8413321" y="5910647"/>
                </a:cubicBezTo>
                <a:cubicBezTo>
                  <a:pt x="8418344" y="5909694"/>
                  <a:pt x="8423368" y="5908740"/>
                  <a:pt x="8427916" y="5905274"/>
                </a:cubicBezTo>
                <a:cubicBezTo>
                  <a:pt x="8440126" y="5887337"/>
                  <a:pt x="8450906" y="5861860"/>
                  <a:pt x="8469572" y="5850508"/>
                </a:cubicBezTo>
                <a:cubicBezTo>
                  <a:pt x="8485726" y="5839631"/>
                  <a:pt x="8508333" y="5835341"/>
                  <a:pt x="8523533" y="5819439"/>
                </a:cubicBezTo>
                <a:cubicBezTo>
                  <a:pt x="8530116" y="5812984"/>
                  <a:pt x="8541722" y="5805575"/>
                  <a:pt x="8544838" y="5794569"/>
                </a:cubicBezTo>
                <a:cubicBezTo>
                  <a:pt x="8568782" y="5756181"/>
                  <a:pt x="8607673" y="5727973"/>
                  <a:pt x="8628627" y="5687549"/>
                </a:cubicBezTo>
                <a:cubicBezTo>
                  <a:pt x="8632699" y="5681569"/>
                  <a:pt x="8639757" y="5677626"/>
                  <a:pt x="8646211" y="5684211"/>
                </a:cubicBezTo>
                <a:cubicBezTo>
                  <a:pt x="8649200" y="5686248"/>
                  <a:pt x="8650154" y="5691274"/>
                  <a:pt x="8648597" y="5696776"/>
                </a:cubicBezTo>
                <a:cubicBezTo>
                  <a:pt x="8632060" y="5746777"/>
                  <a:pt x="8613011" y="5797252"/>
                  <a:pt x="8578542" y="5835034"/>
                </a:cubicBezTo>
                <a:cubicBezTo>
                  <a:pt x="8567890" y="5847470"/>
                  <a:pt x="8563819" y="5853449"/>
                  <a:pt x="8568716" y="5865537"/>
                </a:cubicBezTo>
                <a:cubicBezTo>
                  <a:pt x="8571577" y="5880614"/>
                  <a:pt x="8592499" y="5894867"/>
                  <a:pt x="8605536" y="5894997"/>
                </a:cubicBezTo>
                <a:cubicBezTo>
                  <a:pt x="8621085" y="5894650"/>
                  <a:pt x="8632215" y="5884728"/>
                  <a:pt x="8629830" y="5872163"/>
                </a:cubicBezTo>
                <a:cubicBezTo>
                  <a:pt x="8629482" y="5856608"/>
                  <a:pt x="8648495" y="5860810"/>
                  <a:pt x="8646588" y="5850758"/>
                </a:cubicBezTo>
                <a:cubicBezTo>
                  <a:pt x="8644204" y="5838194"/>
                  <a:pt x="8653775" y="5833774"/>
                  <a:pt x="8657368" y="5825283"/>
                </a:cubicBezTo>
                <a:cubicBezTo>
                  <a:pt x="8673172" y="5798853"/>
                  <a:pt x="8683952" y="5773376"/>
                  <a:pt x="8680743" y="5742744"/>
                </a:cubicBezTo>
                <a:cubicBezTo>
                  <a:pt x="8676451" y="5720128"/>
                  <a:pt x="8697151" y="5705786"/>
                  <a:pt x="8695370" y="5682693"/>
                </a:cubicBezTo>
                <a:cubicBezTo>
                  <a:pt x="8688695" y="5647512"/>
                  <a:pt x="8714547" y="5619175"/>
                  <a:pt x="8715884" y="5585077"/>
                </a:cubicBezTo>
                <a:cubicBezTo>
                  <a:pt x="8717092" y="5564020"/>
                  <a:pt x="8720933" y="5543116"/>
                  <a:pt x="8724398" y="5521955"/>
                </a:cubicBezTo>
                <a:lnTo>
                  <a:pt x="8730411" y="5459998"/>
                </a:lnTo>
                <a:lnTo>
                  <a:pt x="8752920" y="5469969"/>
                </a:lnTo>
                <a:cubicBezTo>
                  <a:pt x="8774382" y="5480214"/>
                  <a:pt x="8795455" y="5491836"/>
                  <a:pt x="8816783" y="5503084"/>
                </a:cubicBezTo>
                <a:lnTo>
                  <a:pt x="8831469" y="5510017"/>
                </a:lnTo>
                <a:lnTo>
                  <a:pt x="8823805" y="5522942"/>
                </a:lnTo>
                <a:cubicBezTo>
                  <a:pt x="8815060" y="5545428"/>
                  <a:pt x="8810862" y="5564450"/>
                  <a:pt x="8818143" y="5589101"/>
                </a:cubicBezTo>
                <a:cubicBezTo>
                  <a:pt x="8821004" y="5604179"/>
                  <a:pt x="8823390" y="5616744"/>
                  <a:pt x="8827204" y="5636847"/>
                </a:cubicBezTo>
                <a:cubicBezTo>
                  <a:pt x="8850417" y="5622028"/>
                  <a:pt x="8875060" y="5614748"/>
                  <a:pt x="8870895" y="5579090"/>
                </a:cubicBezTo>
                <a:cubicBezTo>
                  <a:pt x="8868749" y="5567782"/>
                  <a:pt x="8874008" y="5549212"/>
                  <a:pt x="8883990" y="5538164"/>
                </a:cubicBezTo>
                <a:lnTo>
                  <a:pt x="8886471" y="5536434"/>
                </a:lnTo>
                <a:lnTo>
                  <a:pt x="8913589" y="5552076"/>
                </a:lnTo>
                <a:cubicBezTo>
                  <a:pt x="8923422" y="5559321"/>
                  <a:pt x="8932747" y="5567315"/>
                  <a:pt x="8941951" y="5574680"/>
                </a:cubicBezTo>
                <a:cubicBezTo>
                  <a:pt x="8950441" y="5578276"/>
                  <a:pt x="8949360" y="5586291"/>
                  <a:pt x="8945290" y="5592270"/>
                </a:cubicBezTo>
                <a:cubicBezTo>
                  <a:pt x="8943255" y="5595260"/>
                  <a:pt x="8941219" y="5598250"/>
                  <a:pt x="8941697" y="5600762"/>
                </a:cubicBezTo>
                <a:cubicBezTo>
                  <a:pt x="8938197" y="5650891"/>
                  <a:pt x="8938197" y="5650891"/>
                  <a:pt x="8979565" y="5676885"/>
                </a:cubicBezTo>
                <a:cubicBezTo>
                  <a:pt x="8997499" y="5689103"/>
                  <a:pt x="9012792" y="5714837"/>
                  <a:pt x="9044018" y="5701102"/>
                </a:cubicBezTo>
                <a:cubicBezTo>
                  <a:pt x="9031330" y="5716527"/>
                  <a:pt x="9014351" y="5709335"/>
                  <a:pt x="9005733" y="5718781"/>
                </a:cubicBezTo>
                <a:cubicBezTo>
                  <a:pt x="8991614" y="5726667"/>
                  <a:pt x="8983474" y="5738626"/>
                  <a:pt x="8967576" y="5723418"/>
                </a:cubicBezTo>
                <a:cubicBezTo>
                  <a:pt x="8965064" y="5723895"/>
                  <a:pt x="8958005" y="5727838"/>
                  <a:pt x="8956446" y="5733341"/>
                </a:cubicBezTo>
                <a:cubicBezTo>
                  <a:pt x="8943759" y="5748765"/>
                  <a:pt x="8927605" y="5759642"/>
                  <a:pt x="8911452" y="5770517"/>
                </a:cubicBezTo>
                <a:cubicBezTo>
                  <a:pt x="8873644" y="5790710"/>
                  <a:pt x="8854723" y="5828144"/>
                  <a:pt x="8832814" y="5863543"/>
                </a:cubicBezTo>
                <a:cubicBezTo>
                  <a:pt x="8818569" y="5884470"/>
                  <a:pt x="8815801" y="5911030"/>
                  <a:pt x="8831095" y="5936765"/>
                </a:cubicBezTo>
                <a:cubicBezTo>
                  <a:pt x="8846388" y="5962501"/>
                  <a:pt x="8862159" y="5990748"/>
                  <a:pt x="8893129" y="6003095"/>
                </a:cubicBezTo>
                <a:cubicBezTo>
                  <a:pt x="8899108" y="6007168"/>
                  <a:pt x="8900061" y="6012193"/>
                  <a:pt x="8898980" y="6020209"/>
                </a:cubicBezTo>
                <a:cubicBezTo>
                  <a:pt x="8902190" y="6050841"/>
                  <a:pt x="8894876" y="6080866"/>
                  <a:pt x="8902634" y="6108031"/>
                </a:cubicBezTo>
                <a:cubicBezTo>
                  <a:pt x="8911695" y="6155777"/>
                  <a:pt x="8941456" y="6189180"/>
                  <a:pt x="8987371" y="6211708"/>
                </a:cubicBezTo>
                <a:cubicBezTo>
                  <a:pt x="9009852" y="6220459"/>
                  <a:pt x="9028262" y="6235188"/>
                  <a:pt x="9052905" y="6227908"/>
                </a:cubicBezTo>
                <a:cubicBezTo>
                  <a:pt x="9092620" y="6217768"/>
                  <a:pt x="9137709" y="6222228"/>
                  <a:pt x="9172655" y="6186959"/>
                </a:cubicBezTo>
                <a:cubicBezTo>
                  <a:pt x="9216220" y="6142244"/>
                  <a:pt x="9246269" y="6094887"/>
                  <a:pt x="9231358" y="6030028"/>
                </a:cubicBezTo>
                <a:cubicBezTo>
                  <a:pt x="9230405" y="6025001"/>
                  <a:pt x="9226462" y="6017939"/>
                  <a:pt x="9227543" y="6009924"/>
                </a:cubicBezTo>
                <a:cubicBezTo>
                  <a:pt x="9227671" y="5996883"/>
                  <a:pt x="9227321" y="5981328"/>
                  <a:pt x="9232950" y="5969847"/>
                </a:cubicBezTo>
                <a:cubicBezTo>
                  <a:pt x="9236544" y="5961354"/>
                  <a:pt x="9254605" y="5960531"/>
                  <a:pt x="9264653" y="5958624"/>
                </a:cubicBezTo>
                <a:cubicBezTo>
                  <a:pt x="9308310" y="5955546"/>
                  <a:pt x="9341698" y="5925779"/>
                  <a:pt x="9385833" y="5925213"/>
                </a:cubicBezTo>
                <a:cubicBezTo>
                  <a:pt x="9393846" y="5926295"/>
                  <a:pt x="9400429" y="5919840"/>
                  <a:pt x="9406883" y="5926425"/>
                </a:cubicBezTo>
                <a:cubicBezTo>
                  <a:pt x="9411780" y="5938513"/>
                  <a:pt x="9386310" y="5927726"/>
                  <a:pt x="9394673" y="5944363"/>
                </a:cubicBezTo>
                <a:cubicBezTo>
                  <a:pt x="9406023" y="5963036"/>
                  <a:pt x="9399918" y="5972005"/>
                  <a:pt x="9385928" y="5966850"/>
                </a:cubicBezTo>
                <a:cubicBezTo>
                  <a:pt x="9360936" y="5958575"/>
                  <a:pt x="9339280" y="5967892"/>
                  <a:pt x="9316196" y="5969669"/>
                </a:cubicBezTo>
                <a:cubicBezTo>
                  <a:pt x="9306147" y="5971576"/>
                  <a:pt x="9301600" y="5975043"/>
                  <a:pt x="9306497" y="5987131"/>
                </a:cubicBezTo>
                <a:cubicBezTo>
                  <a:pt x="9307928" y="5994669"/>
                  <a:pt x="9306847" y="6002686"/>
                  <a:pt x="9319883" y="6002814"/>
                </a:cubicBezTo>
                <a:cubicBezTo>
                  <a:pt x="9347992" y="6000083"/>
                  <a:pt x="9378963" y="6012430"/>
                  <a:pt x="9402780" y="5987083"/>
                </a:cubicBezTo>
                <a:cubicBezTo>
                  <a:pt x="9409362" y="5980627"/>
                  <a:pt x="9429331" y="5989854"/>
                  <a:pt x="9433274" y="5996916"/>
                </a:cubicBezTo>
                <a:cubicBezTo>
                  <a:pt x="9447963" y="6033180"/>
                  <a:pt x="9440043" y="6073733"/>
                  <a:pt x="9405702" y="6098475"/>
                </a:cubicBezTo>
                <a:cubicBezTo>
                  <a:pt x="9377942" y="6116760"/>
                  <a:pt x="9350659" y="6137558"/>
                  <a:pt x="9332820" y="6166978"/>
                </a:cubicBezTo>
                <a:cubicBezTo>
                  <a:pt x="9326714" y="6175946"/>
                  <a:pt x="9320132" y="6182403"/>
                  <a:pt x="9308176" y="6174258"/>
                </a:cubicBezTo>
                <a:cubicBezTo>
                  <a:pt x="9298733" y="6165637"/>
                  <a:pt x="9299560" y="6183703"/>
                  <a:pt x="9292023" y="6185133"/>
                </a:cubicBezTo>
                <a:cubicBezTo>
                  <a:pt x="9284010" y="6184051"/>
                  <a:pt x="9265949" y="6184875"/>
                  <a:pt x="9273835" y="6198999"/>
                </a:cubicBezTo>
                <a:cubicBezTo>
                  <a:pt x="9278254" y="6208574"/>
                  <a:pt x="9287697" y="6217195"/>
                  <a:pt x="9302293" y="6211822"/>
                </a:cubicBezTo>
                <a:cubicBezTo>
                  <a:pt x="9309829" y="6210393"/>
                  <a:pt x="9313900" y="6204413"/>
                  <a:pt x="9318446" y="6200946"/>
                </a:cubicBezTo>
                <a:cubicBezTo>
                  <a:pt x="9360801" y="6177289"/>
                  <a:pt x="9392759" y="6139982"/>
                  <a:pt x="9433684" y="6108786"/>
                </a:cubicBezTo>
                <a:cubicBezTo>
                  <a:pt x="9438230" y="6105319"/>
                  <a:pt x="9442777" y="6101853"/>
                  <a:pt x="9449836" y="6097909"/>
                </a:cubicBezTo>
                <a:cubicBezTo>
                  <a:pt x="9475084" y="6080101"/>
                  <a:pt x="9500554" y="6090888"/>
                  <a:pt x="9508788" y="6120566"/>
                </a:cubicBezTo>
                <a:cubicBezTo>
                  <a:pt x="9510697" y="6130618"/>
                  <a:pt x="9513080" y="6143183"/>
                  <a:pt x="9515464" y="6155747"/>
                </a:cubicBezTo>
                <a:cubicBezTo>
                  <a:pt x="9517372" y="6165799"/>
                  <a:pt x="9519756" y="6178364"/>
                  <a:pt x="9522619" y="6193441"/>
                </a:cubicBezTo>
                <a:cubicBezTo>
                  <a:pt x="9545226" y="6189150"/>
                  <a:pt x="9568916" y="6176844"/>
                  <a:pt x="9587930" y="6181047"/>
                </a:cubicBezTo>
                <a:cubicBezTo>
                  <a:pt x="9609934" y="6187285"/>
                  <a:pt x="9626786" y="6207517"/>
                  <a:pt x="9647708" y="6221771"/>
                </a:cubicBezTo>
                <a:cubicBezTo>
                  <a:pt x="9665166" y="6231475"/>
                  <a:pt x="9680586" y="6244169"/>
                  <a:pt x="9698043" y="6253873"/>
                </a:cubicBezTo>
                <a:cubicBezTo>
                  <a:pt x="9718966" y="6268127"/>
                  <a:pt x="9718966" y="6268127"/>
                  <a:pt x="9741224" y="6248282"/>
                </a:cubicBezTo>
                <a:cubicBezTo>
                  <a:pt x="9759412" y="6234416"/>
                  <a:pt x="9798523" y="6234804"/>
                  <a:pt x="9816934" y="6249534"/>
                </a:cubicBezTo>
                <a:cubicBezTo>
                  <a:pt x="9822911" y="6253607"/>
                  <a:pt x="9826377" y="6258157"/>
                  <a:pt x="9826855" y="6260669"/>
                </a:cubicBezTo>
                <a:cubicBezTo>
                  <a:pt x="9825041" y="6292255"/>
                  <a:pt x="9849906" y="6313569"/>
                  <a:pt x="9852639" y="6341688"/>
                </a:cubicBezTo>
                <a:cubicBezTo>
                  <a:pt x="9852512" y="6354729"/>
                  <a:pt x="9863990" y="6360362"/>
                  <a:pt x="9872481" y="6363957"/>
                </a:cubicBezTo>
                <a:cubicBezTo>
                  <a:pt x="9877982" y="6365517"/>
                  <a:pt x="9885040" y="6361573"/>
                  <a:pt x="9884086" y="6356547"/>
                </a:cubicBezTo>
                <a:cubicBezTo>
                  <a:pt x="9882783" y="6335967"/>
                  <a:pt x="9878969" y="6315865"/>
                  <a:pt x="9875154" y="6295761"/>
                </a:cubicBezTo>
                <a:cubicBezTo>
                  <a:pt x="9868826" y="6276134"/>
                  <a:pt x="9871942" y="6265129"/>
                  <a:pt x="9888445" y="6269808"/>
                </a:cubicBezTo>
                <a:cubicBezTo>
                  <a:pt x="9901482" y="6269937"/>
                  <a:pt x="9915473" y="6275092"/>
                  <a:pt x="9926475" y="6278211"/>
                </a:cubicBezTo>
                <a:cubicBezTo>
                  <a:pt x="9935442" y="6284320"/>
                  <a:pt x="9941896" y="6290905"/>
                  <a:pt x="9953375" y="6296537"/>
                </a:cubicBezTo>
                <a:cubicBezTo>
                  <a:pt x="9963074" y="6279076"/>
                  <a:pt x="9959736" y="6261486"/>
                  <a:pt x="9947303" y="6250828"/>
                </a:cubicBezTo>
                <a:cubicBezTo>
                  <a:pt x="9928893" y="6236098"/>
                  <a:pt x="9946000" y="6230248"/>
                  <a:pt x="9953059" y="6226305"/>
                </a:cubicBezTo>
                <a:cubicBezTo>
                  <a:pt x="9957606" y="6222838"/>
                  <a:pt x="9971726" y="6214952"/>
                  <a:pt x="9977099" y="6229553"/>
                </a:cubicBezTo>
                <a:cubicBezTo>
                  <a:pt x="9981390" y="6252170"/>
                  <a:pt x="9994776" y="6267852"/>
                  <a:pt x="9999069" y="6290469"/>
                </a:cubicBezTo>
                <a:cubicBezTo>
                  <a:pt x="10012199" y="6332235"/>
                  <a:pt x="10020306" y="6374955"/>
                  <a:pt x="10043485" y="6414815"/>
                </a:cubicBezTo>
                <a:cubicBezTo>
                  <a:pt x="10046951" y="6419363"/>
                  <a:pt x="10046348" y="6429891"/>
                  <a:pt x="10047777" y="6437431"/>
                </a:cubicBezTo>
                <a:cubicBezTo>
                  <a:pt x="10049685" y="6447483"/>
                  <a:pt x="10049080" y="6458011"/>
                  <a:pt x="10061163" y="6453114"/>
                </a:cubicBezTo>
                <a:cubicBezTo>
                  <a:pt x="10071212" y="6451207"/>
                  <a:pt x="10074806" y="6442715"/>
                  <a:pt x="10075886" y="6434699"/>
                </a:cubicBezTo>
                <a:cubicBezTo>
                  <a:pt x="10079958" y="6428720"/>
                  <a:pt x="10073502" y="6422134"/>
                  <a:pt x="10075060" y="6416632"/>
                </a:cubicBezTo>
                <a:cubicBezTo>
                  <a:pt x="10076269" y="6395576"/>
                  <a:pt x="10056777" y="6388860"/>
                  <a:pt x="10053439" y="6371270"/>
                </a:cubicBezTo>
                <a:cubicBezTo>
                  <a:pt x="10053567" y="6358230"/>
                  <a:pt x="10055253" y="6339685"/>
                  <a:pt x="10040309" y="6329504"/>
                </a:cubicBezTo>
                <a:cubicBezTo>
                  <a:pt x="10031342" y="6323396"/>
                  <a:pt x="10034459" y="6312391"/>
                  <a:pt x="10032550" y="6302339"/>
                </a:cubicBezTo>
                <a:cubicBezTo>
                  <a:pt x="10026223" y="6282713"/>
                  <a:pt x="10026955" y="6259143"/>
                  <a:pt x="10018593" y="6242505"/>
                </a:cubicBezTo>
                <a:cubicBezTo>
                  <a:pt x="10005335" y="6213782"/>
                  <a:pt x="10011567" y="6191771"/>
                  <a:pt x="10030837" y="6169890"/>
                </a:cubicBezTo>
                <a:cubicBezTo>
                  <a:pt x="10056911" y="6170148"/>
                  <a:pt x="10047562" y="6203163"/>
                  <a:pt x="10067053" y="6209879"/>
                </a:cubicBezTo>
                <a:cubicBezTo>
                  <a:pt x="10072172" y="6250562"/>
                  <a:pt x="10100979" y="6278940"/>
                  <a:pt x="10108609" y="6319146"/>
                </a:cubicBezTo>
                <a:cubicBezTo>
                  <a:pt x="10112901" y="6341762"/>
                  <a:pt x="10134301" y="6358528"/>
                  <a:pt x="10141105" y="6380668"/>
                </a:cubicBezTo>
                <a:cubicBezTo>
                  <a:pt x="10145524" y="6390243"/>
                  <a:pt x="10157607" y="6385346"/>
                  <a:pt x="10164666" y="6381404"/>
                </a:cubicBezTo>
                <a:cubicBezTo>
                  <a:pt x="10172202" y="6379974"/>
                  <a:pt x="10170295" y="6369921"/>
                  <a:pt x="10166829" y="6365373"/>
                </a:cubicBezTo>
                <a:cubicBezTo>
                  <a:pt x="10142569" y="6333528"/>
                  <a:pt x="10136973" y="6290332"/>
                  <a:pt x="10117737" y="6257535"/>
                </a:cubicBezTo>
                <a:cubicBezTo>
                  <a:pt x="10110329" y="6245924"/>
                  <a:pt x="10107944" y="6233360"/>
                  <a:pt x="10100536" y="6221748"/>
                </a:cubicBezTo>
                <a:cubicBezTo>
                  <a:pt x="10089185" y="6203075"/>
                  <a:pt x="10099965" y="6177599"/>
                  <a:pt x="10103686" y="6156065"/>
                </a:cubicBezTo>
                <a:cubicBezTo>
                  <a:pt x="10106931" y="6132019"/>
                  <a:pt x="10104673" y="6106414"/>
                  <a:pt x="10093322" y="6087739"/>
                </a:cubicBezTo>
                <a:cubicBezTo>
                  <a:pt x="10079460" y="6069543"/>
                  <a:pt x="10084133" y="6053035"/>
                  <a:pt x="10083307" y="6034968"/>
                </a:cubicBezTo>
                <a:cubicBezTo>
                  <a:pt x="10083562" y="6008885"/>
                  <a:pt x="10092785" y="5988912"/>
                  <a:pt x="10101530" y="5966425"/>
                </a:cubicBezTo>
                <a:cubicBezTo>
                  <a:pt x="10104169" y="5952907"/>
                  <a:pt x="10112310" y="5940948"/>
                  <a:pt x="10132278" y="5950176"/>
                </a:cubicBezTo>
                <a:cubicBezTo>
                  <a:pt x="10146269" y="5955331"/>
                  <a:pt x="10162899" y="5946968"/>
                  <a:pt x="10167574" y="5930461"/>
                </a:cubicBezTo>
                <a:cubicBezTo>
                  <a:pt x="10178354" y="5904984"/>
                  <a:pt x="10201440" y="5903207"/>
                  <a:pt x="10222490" y="5904419"/>
                </a:cubicBezTo>
                <a:cubicBezTo>
                  <a:pt x="10259565" y="5907797"/>
                  <a:pt x="10293651" y="5909138"/>
                  <a:pt x="10331808" y="5904501"/>
                </a:cubicBezTo>
                <a:cubicBezTo>
                  <a:pt x="10346880" y="5901639"/>
                  <a:pt x="10360522" y="5891240"/>
                  <a:pt x="10374640" y="5883355"/>
                </a:cubicBezTo>
                <a:cubicBezTo>
                  <a:pt x="10420112" y="5848691"/>
                  <a:pt x="10447649" y="5801811"/>
                  <a:pt x="10469210" y="5750857"/>
                </a:cubicBezTo>
                <a:cubicBezTo>
                  <a:pt x="10488735" y="5702894"/>
                  <a:pt x="10505748" y="5655407"/>
                  <a:pt x="10519773" y="5605884"/>
                </a:cubicBezTo>
                <a:cubicBezTo>
                  <a:pt x="10529121" y="5572869"/>
                  <a:pt x="10548519" y="5537947"/>
                  <a:pt x="10552368" y="5503372"/>
                </a:cubicBezTo>
                <a:cubicBezTo>
                  <a:pt x="10559332" y="5457793"/>
                  <a:pt x="10586615" y="5436995"/>
                  <a:pt x="10621911" y="5417280"/>
                </a:cubicBezTo>
                <a:cubicBezTo>
                  <a:pt x="10648113" y="5404496"/>
                  <a:pt x="10650149" y="5401506"/>
                  <a:pt x="10664488" y="5422216"/>
                </a:cubicBezTo>
                <a:cubicBezTo>
                  <a:pt x="10673931" y="5430837"/>
                  <a:pt x="10678351" y="5440412"/>
                  <a:pt x="10690911" y="5438030"/>
                </a:cubicBezTo>
                <a:cubicBezTo>
                  <a:pt x="10708495" y="5434693"/>
                  <a:pt x="10724045" y="5434344"/>
                  <a:pt x="10736732" y="5418919"/>
                </a:cubicBezTo>
                <a:cubicBezTo>
                  <a:pt x="10753967" y="5400029"/>
                  <a:pt x="10746209" y="5372863"/>
                  <a:pt x="10760931" y="5354449"/>
                </a:cubicBezTo>
                <a:cubicBezTo>
                  <a:pt x="10771456" y="5355055"/>
                  <a:pt x="10777911" y="5361640"/>
                  <a:pt x="10784367" y="5368225"/>
                </a:cubicBezTo>
                <a:cubicBezTo>
                  <a:pt x="10815685" y="5396126"/>
                  <a:pt x="10857913" y="5385509"/>
                  <a:pt x="10893907" y="5396903"/>
                </a:cubicBezTo>
                <a:cubicBezTo>
                  <a:pt x="10896897" y="5398939"/>
                  <a:pt x="10900489" y="5390446"/>
                  <a:pt x="10903001" y="5389969"/>
                </a:cubicBezTo>
                <a:cubicBezTo>
                  <a:pt x="10922145" y="5381130"/>
                  <a:pt x="10937693" y="5380782"/>
                  <a:pt x="10953591" y="5395990"/>
                </a:cubicBezTo>
                <a:cubicBezTo>
                  <a:pt x="10972479" y="5413233"/>
                  <a:pt x="11002495" y="5420554"/>
                  <a:pt x="11015277" y="5446765"/>
                </a:cubicBezTo>
                <a:cubicBezTo>
                  <a:pt x="11032861" y="5443428"/>
                  <a:pt x="11041701" y="5462578"/>
                  <a:pt x="11054737" y="5462707"/>
                </a:cubicBezTo>
                <a:cubicBezTo>
                  <a:pt x="11080811" y="5462966"/>
                  <a:pt x="11081637" y="5481033"/>
                  <a:pt x="11087487" y="5498147"/>
                </a:cubicBezTo>
                <a:cubicBezTo>
                  <a:pt x="11090349" y="5513224"/>
                  <a:pt x="11086150" y="5532245"/>
                  <a:pt x="11104085" y="5544462"/>
                </a:cubicBezTo>
                <a:cubicBezTo>
                  <a:pt x="11109585" y="5546022"/>
                  <a:pt x="11114958" y="5560622"/>
                  <a:pt x="11098805" y="5571498"/>
                </a:cubicBezTo>
                <a:cubicBezTo>
                  <a:pt x="11076069" y="5588831"/>
                  <a:pt x="11089328" y="5617554"/>
                  <a:pt x="11093620" y="5640172"/>
                </a:cubicBezTo>
                <a:cubicBezTo>
                  <a:pt x="11118263" y="5632891"/>
                  <a:pt x="11124973" y="5613393"/>
                  <a:pt x="11123193" y="5590300"/>
                </a:cubicBezTo>
                <a:cubicBezTo>
                  <a:pt x="11122843" y="5574747"/>
                  <a:pt x="11128949" y="5565778"/>
                  <a:pt x="11143544" y="5560404"/>
                </a:cubicBezTo>
                <a:cubicBezTo>
                  <a:pt x="11148569" y="5559451"/>
                  <a:pt x="11153593" y="5558498"/>
                  <a:pt x="11158139" y="5555031"/>
                </a:cubicBezTo>
                <a:cubicBezTo>
                  <a:pt x="11170350" y="5537094"/>
                  <a:pt x="11181131" y="5511616"/>
                  <a:pt x="11199797" y="5500264"/>
                </a:cubicBezTo>
                <a:cubicBezTo>
                  <a:pt x="11215949" y="5489389"/>
                  <a:pt x="11238558" y="5485098"/>
                  <a:pt x="11253757" y="5469197"/>
                </a:cubicBezTo>
                <a:cubicBezTo>
                  <a:pt x="11260339" y="5462740"/>
                  <a:pt x="11271945" y="5455331"/>
                  <a:pt x="11275063" y="5444326"/>
                </a:cubicBezTo>
                <a:cubicBezTo>
                  <a:pt x="11299006" y="5405938"/>
                  <a:pt x="11337896" y="5377730"/>
                  <a:pt x="11358852" y="5337305"/>
                </a:cubicBezTo>
                <a:cubicBezTo>
                  <a:pt x="11362922" y="5331327"/>
                  <a:pt x="11369981" y="5327383"/>
                  <a:pt x="11376435" y="5333969"/>
                </a:cubicBezTo>
                <a:cubicBezTo>
                  <a:pt x="11379424" y="5336005"/>
                  <a:pt x="11380378" y="5341030"/>
                  <a:pt x="11378820" y="5346533"/>
                </a:cubicBezTo>
                <a:cubicBezTo>
                  <a:pt x="11362284" y="5396533"/>
                  <a:pt x="11343235" y="5447009"/>
                  <a:pt x="11308767" y="5484792"/>
                </a:cubicBezTo>
                <a:cubicBezTo>
                  <a:pt x="11298113" y="5497227"/>
                  <a:pt x="11294043" y="5503206"/>
                  <a:pt x="11298940" y="5515294"/>
                </a:cubicBezTo>
                <a:cubicBezTo>
                  <a:pt x="11301801" y="5530371"/>
                  <a:pt x="11322723" y="5544625"/>
                  <a:pt x="11335761" y="5544754"/>
                </a:cubicBezTo>
                <a:cubicBezTo>
                  <a:pt x="11351309" y="5544406"/>
                  <a:pt x="11362440" y="5534485"/>
                  <a:pt x="11360054" y="5521920"/>
                </a:cubicBezTo>
                <a:cubicBezTo>
                  <a:pt x="11359705" y="5506366"/>
                  <a:pt x="11378720" y="5510567"/>
                  <a:pt x="11376812" y="5500516"/>
                </a:cubicBezTo>
                <a:cubicBezTo>
                  <a:pt x="11374429" y="5487951"/>
                  <a:pt x="11384000" y="5483532"/>
                  <a:pt x="11387592" y="5475039"/>
                </a:cubicBezTo>
                <a:cubicBezTo>
                  <a:pt x="11403396" y="5448609"/>
                  <a:pt x="11414176" y="5423132"/>
                  <a:pt x="11410966" y="5392501"/>
                </a:cubicBezTo>
                <a:cubicBezTo>
                  <a:pt x="11406674" y="5369884"/>
                  <a:pt x="11427374" y="5355542"/>
                  <a:pt x="11425594" y="5332449"/>
                </a:cubicBezTo>
                <a:cubicBezTo>
                  <a:pt x="11418918" y="5297268"/>
                  <a:pt x="11444770" y="5268932"/>
                  <a:pt x="11446107" y="5234834"/>
                </a:cubicBezTo>
                <a:cubicBezTo>
                  <a:pt x="11448526" y="5192721"/>
                  <a:pt x="11461468" y="5151213"/>
                  <a:pt x="11460896" y="5107063"/>
                </a:cubicBezTo>
                <a:cubicBezTo>
                  <a:pt x="11460070" y="5088997"/>
                  <a:pt x="11471199" y="5079074"/>
                  <a:pt x="11484842" y="5068675"/>
                </a:cubicBezTo>
                <a:cubicBezTo>
                  <a:pt x="11494412" y="5064255"/>
                  <a:pt x="11503030" y="5054809"/>
                  <a:pt x="11501122" y="5044758"/>
                </a:cubicBezTo>
                <a:cubicBezTo>
                  <a:pt x="11494796" y="5025131"/>
                  <a:pt x="11510948" y="5014256"/>
                  <a:pt x="11518612" y="4999784"/>
                </a:cubicBezTo>
                <a:cubicBezTo>
                  <a:pt x="11547293" y="5041203"/>
                  <a:pt x="11563889" y="5087518"/>
                  <a:pt x="11569484" y="5130714"/>
                </a:cubicBezTo>
                <a:cubicBezTo>
                  <a:pt x="11573300" y="5150817"/>
                  <a:pt x="11559181" y="5158704"/>
                  <a:pt x="11554030" y="5172699"/>
                </a:cubicBezTo>
                <a:cubicBezTo>
                  <a:pt x="11545285" y="5195186"/>
                  <a:pt x="11541087" y="5214206"/>
                  <a:pt x="11548368" y="5238859"/>
                </a:cubicBezTo>
                <a:cubicBezTo>
                  <a:pt x="11551229" y="5253936"/>
                  <a:pt x="11553613" y="5266500"/>
                  <a:pt x="11557429" y="5286604"/>
                </a:cubicBezTo>
                <a:cubicBezTo>
                  <a:pt x="11580641" y="5271785"/>
                  <a:pt x="11605284" y="5264504"/>
                  <a:pt x="11601119" y="5228848"/>
                </a:cubicBezTo>
                <a:cubicBezTo>
                  <a:pt x="11598258" y="5213770"/>
                  <a:pt x="11608561" y="5185781"/>
                  <a:pt x="11625669" y="5179931"/>
                </a:cubicBezTo>
                <a:cubicBezTo>
                  <a:pt x="11645289" y="5173604"/>
                  <a:pt x="11639914" y="5159003"/>
                  <a:pt x="11640997" y="5150987"/>
                </a:cubicBezTo>
                <a:cubicBezTo>
                  <a:pt x="11642205" y="5129931"/>
                  <a:pt x="11645449" y="5105884"/>
                  <a:pt x="11655148" y="5088423"/>
                </a:cubicBezTo>
                <a:cubicBezTo>
                  <a:pt x="11666881" y="5067973"/>
                  <a:pt x="11652541" y="5047263"/>
                  <a:pt x="11661286" y="5024777"/>
                </a:cubicBezTo>
                <a:cubicBezTo>
                  <a:pt x="11666915" y="5013295"/>
                  <a:pt x="11664530" y="5000730"/>
                  <a:pt x="11680685" y="4989854"/>
                </a:cubicBezTo>
                <a:cubicBezTo>
                  <a:pt x="11701385" y="4975512"/>
                  <a:pt x="11707617" y="4953502"/>
                  <a:pt x="11694836" y="4927290"/>
                </a:cubicBezTo>
                <a:cubicBezTo>
                  <a:pt x="11681799" y="4927161"/>
                  <a:pt x="11667203" y="4932534"/>
                  <a:pt x="11656203" y="4929415"/>
                </a:cubicBezTo>
                <a:cubicBezTo>
                  <a:pt x="11641734" y="4921746"/>
                  <a:pt x="11631337" y="4908100"/>
                  <a:pt x="11627999" y="4890509"/>
                </a:cubicBezTo>
                <a:cubicBezTo>
                  <a:pt x="11625614" y="4877945"/>
                  <a:pt x="11610065" y="4878292"/>
                  <a:pt x="11609717" y="4862737"/>
                </a:cubicBezTo>
                <a:cubicBezTo>
                  <a:pt x="11610798" y="4854723"/>
                  <a:pt x="11594644" y="4865598"/>
                  <a:pt x="11590224" y="4856023"/>
                </a:cubicBezTo>
                <a:cubicBezTo>
                  <a:pt x="11589747" y="4853510"/>
                  <a:pt x="11602307" y="4851127"/>
                  <a:pt x="11606378" y="4845147"/>
                </a:cubicBezTo>
                <a:cubicBezTo>
                  <a:pt x="11609971" y="4836655"/>
                  <a:pt x="11611053" y="4828639"/>
                  <a:pt x="11614170" y="4817635"/>
                </a:cubicBezTo>
                <a:cubicBezTo>
                  <a:pt x="11614296" y="4804593"/>
                  <a:pt x="11607843" y="4798008"/>
                  <a:pt x="11592294" y="4798355"/>
                </a:cubicBezTo>
                <a:cubicBezTo>
                  <a:pt x="11561672" y="4801563"/>
                  <a:pt x="11549717" y="4793418"/>
                  <a:pt x="11541006" y="4761227"/>
                </a:cubicBezTo>
                <a:cubicBezTo>
                  <a:pt x="11539097" y="4751176"/>
                  <a:pt x="11521036" y="4751999"/>
                  <a:pt x="11531213" y="4737052"/>
                </a:cubicBezTo>
                <a:cubicBezTo>
                  <a:pt x="11568287" y="4740429"/>
                  <a:pt x="11594107" y="4766771"/>
                  <a:pt x="11627588" y="4778640"/>
                </a:cubicBezTo>
                <a:cubicBezTo>
                  <a:pt x="11633089" y="4780200"/>
                  <a:pt x="11636556" y="4784749"/>
                  <a:pt x="11639544" y="4786785"/>
                </a:cubicBezTo>
                <a:cubicBezTo>
                  <a:pt x="11648034" y="4790380"/>
                  <a:pt x="11653058" y="4789427"/>
                  <a:pt x="11657128" y="4783448"/>
                </a:cubicBezTo>
                <a:cubicBezTo>
                  <a:pt x="11658686" y="4777945"/>
                  <a:pt x="11657733" y="4772920"/>
                  <a:pt x="11654268" y="4768371"/>
                </a:cubicBezTo>
                <a:cubicBezTo>
                  <a:pt x="11633821" y="4756629"/>
                  <a:pt x="11614934" y="4739387"/>
                  <a:pt x="11594967" y="4730159"/>
                </a:cubicBezTo>
                <a:cubicBezTo>
                  <a:pt x="11566507" y="4717336"/>
                  <a:pt x="11564251" y="4691730"/>
                  <a:pt x="11565460" y="4670674"/>
                </a:cubicBezTo>
                <a:cubicBezTo>
                  <a:pt x="11567622" y="4654643"/>
                  <a:pt x="11565842" y="4631549"/>
                  <a:pt x="11590009" y="4621757"/>
                </a:cubicBezTo>
                <a:cubicBezTo>
                  <a:pt x="11602092" y="4616860"/>
                  <a:pt x="11612744" y="4604425"/>
                  <a:pt x="11623874" y="4594503"/>
                </a:cubicBezTo>
                <a:cubicBezTo>
                  <a:pt x="11655227" y="4567725"/>
                  <a:pt x="11662064" y="4535187"/>
                  <a:pt x="11642351" y="4499877"/>
                </a:cubicBezTo>
                <a:cubicBezTo>
                  <a:pt x="11626580" y="4471629"/>
                  <a:pt x="11613799" y="4445416"/>
                  <a:pt x="11628172" y="4411448"/>
                </a:cubicBezTo>
                <a:cubicBezTo>
                  <a:pt x="11637871" y="4393986"/>
                  <a:pt x="11650209" y="4363008"/>
                  <a:pt x="11665410" y="4347106"/>
                </a:cubicBezTo>
                <a:cubicBezTo>
                  <a:pt x="11678096" y="4331681"/>
                  <a:pt x="11684329" y="4309671"/>
                  <a:pt x="11705507" y="4297842"/>
                </a:cubicBezTo>
                <a:cubicBezTo>
                  <a:pt x="11712567" y="4293899"/>
                  <a:pt x="11711136" y="4286360"/>
                  <a:pt x="11710181" y="4281334"/>
                </a:cubicBezTo>
                <a:cubicBezTo>
                  <a:pt x="11706494" y="4248189"/>
                  <a:pt x="11688211" y="4220418"/>
                  <a:pt x="11674476" y="4189180"/>
                </a:cubicBezTo>
                <a:cubicBezTo>
                  <a:pt x="11664683" y="4165004"/>
                  <a:pt x="11657402" y="4140352"/>
                  <a:pt x="11660647" y="4116306"/>
                </a:cubicBezTo>
                <a:cubicBezTo>
                  <a:pt x="11660297" y="4100751"/>
                  <a:pt x="11674543" y="4079824"/>
                  <a:pt x="11698709" y="4070032"/>
                </a:cubicBezTo>
                <a:cubicBezTo>
                  <a:pt x="11720363" y="4060715"/>
                  <a:pt x="11741541" y="4048886"/>
                  <a:pt x="11755311" y="4025445"/>
                </a:cubicBezTo>
                <a:cubicBezTo>
                  <a:pt x="11764055" y="4002958"/>
                  <a:pt x="11760717" y="3985368"/>
                  <a:pt x="11739794" y="3971114"/>
                </a:cubicBezTo>
                <a:cubicBezTo>
                  <a:pt x="11724851" y="3960934"/>
                  <a:pt x="11708824" y="3958768"/>
                  <a:pt x="11694356" y="3951100"/>
                </a:cubicBezTo>
                <a:cubicBezTo>
                  <a:pt x="11667933" y="3935287"/>
                  <a:pt x="11649046" y="3918044"/>
                  <a:pt x="11645836" y="3887413"/>
                </a:cubicBezTo>
                <a:cubicBezTo>
                  <a:pt x="11643928" y="3877361"/>
                  <a:pt x="11642021" y="3867309"/>
                  <a:pt x="11640113" y="3857258"/>
                </a:cubicBezTo>
                <a:cubicBezTo>
                  <a:pt x="11634739" y="3842657"/>
                  <a:pt x="11636902" y="3826625"/>
                  <a:pt x="11654009" y="3820776"/>
                </a:cubicBezTo>
                <a:cubicBezTo>
                  <a:pt x="11666092" y="3815880"/>
                  <a:pt x="11668255" y="3799848"/>
                  <a:pt x="11679861" y="3792439"/>
                </a:cubicBezTo>
                <a:cubicBezTo>
                  <a:pt x="11721263" y="3763755"/>
                  <a:pt x="11704316" y="3701885"/>
                  <a:pt x="11654808" y="3687850"/>
                </a:cubicBezTo>
                <a:cubicBezTo>
                  <a:pt x="11640818" y="3682694"/>
                  <a:pt x="11618686" y="3689498"/>
                  <a:pt x="11601102" y="3692835"/>
                </a:cubicBezTo>
                <a:cubicBezTo>
                  <a:pt x="11592137" y="3686726"/>
                  <a:pt x="11596206" y="3680747"/>
                  <a:pt x="11599799" y="3672255"/>
                </a:cubicBezTo>
                <a:cubicBezTo>
                  <a:pt x="11606986" y="3655270"/>
                  <a:pt x="11603171" y="3635167"/>
                  <a:pt x="11594204" y="3629059"/>
                </a:cubicBezTo>
                <a:cubicBezTo>
                  <a:pt x="11578306" y="3613852"/>
                  <a:pt x="11571502" y="3591713"/>
                  <a:pt x="11579165" y="3577241"/>
                </a:cubicBezTo>
                <a:cubicBezTo>
                  <a:pt x="11588387" y="3557267"/>
                  <a:pt x="11600122" y="3536816"/>
                  <a:pt x="11623334" y="3521997"/>
                </a:cubicBezTo>
                <a:cubicBezTo>
                  <a:pt x="11662700" y="3496303"/>
                  <a:pt x="11706485" y="3480183"/>
                  <a:pt x="11746328" y="3457002"/>
                </a:cubicBezTo>
                <a:cubicBezTo>
                  <a:pt x="11760448" y="3449116"/>
                  <a:pt x="11775042" y="3443742"/>
                  <a:pt x="11782706" y="3429271"/>
                </a:cubicBezTo>
                <a:cubicBezTo>
                  <a:pt x="11788334" y="3417790"/>
                  <a:pt x="11802452" y="3409903"/>
                  <a:pt x="11787032" y="3397209"/>
                </a:cubicBezTo>
                <a:cubicBezTo>
                  <a:pt x="11778065" y="3391100"/>
                  <a:pt x="11777239" y="3373033"/>
                  <a:pt x="11758096" y="3381872"/>
                </a:cubicBezTo>
                <a:cubicBezTo>
                  <a:pt x="11743978" y="3389759"/>
                  <a:pt x="11729987" y="3384604"/>
                  <a:pt x="11714310" y="3397993"/>
                </a:cubicBezTo>
                <a:cubicBezTo>
                  <a:pt x="11700669" y="3408391"/>
                  <a:pt x="11678062" y="3412682"/>
                  <a:pt x="11658569" y="3405967"/>
                </a:cubicBezTo>
                <a:cubicBezTo>
                  <a:pt x="11645056" y="3403325"/>
                  <a:pt x="11641462" y="3411818"/>
                  <a:pt x="11633926" y="3413248"/>
                </a:cubicBezTo>
                <a:cubicBezTo>
                  <a:pt x="11614307" y="3419574"/>
                  <a:pt x="11613097" y="3440631"/>
                  <a:pt x="11596467" y="3448993"/>
                </a:cubicBezTo>
                <a:cubicBezTo>
                  <a:pt x="11584384" y="3453890"/>
                  <a:pt x="11575291" y="3460823"/>
                  <a:pt x="11564288" y="3457704"/>
                </a:cubicBezTo>
                <a:cubicBezTo>
                  <a:pt x="11579139" y="3426248"/>
                  <a:pt x="11605944" y="3402937"/>
                  <a:pt x="11614818" y="3367408"/>
                </a:cubicBezTo>
                <a:cubicBezTo>
                  <a:pt x="11620446" y="3355927"/>
                  <a:pt x="11628586" y="3343968"/>
                  <a:pt x="11623212" y="3329367"/>
                </a:cubicBezTo>
                <a:cubicBezTo>
                  <a:pt x="11620225" y="3327332"/>
                  <a:pt x="11619270" y="3322306"/>
                  <a:pt x="11621305" y="3319316"/>
                </a:cubicBezTo>
                <a:cubicBezTo>
                  <a:pt x="11633644" y="3288337"/>
                  <a:pt x="11632555" y="3258605"/>
                  <a:pt x="11626638" y="3229137"/>
                </a:cubicBezTo>
                <a:lnTo>
                  <a:pt x="11625521" y="3224951"/>
                </a:lnTo>
                <a:lnTo>
                  <a:pt x="11626480" y="3223266"/>
                </a:lnTo>
                <a:cubicBezTo>
                  <a:pt x="11641821" y="3205361"/>
                  <a:pt x="11631594" y="3182342"/>
                  <a:pt x="11644378" y="3161879"/>
                </a:cubicBezTo>
                <a:cubicBezTo>
                  <a:pt x="11652049" y="3151649"/>
                  <a:pt x="11652050" y="3138859"/>
                  <a:pt x="11669947" y="3131186"/>
                </a:cubicBezTo>
                <a:cubicBezTo>
                  <a:pt x="11692958" y="3120955"/>
                  <a:pt x="11703186" y="3100494"/>
                  <a:pt x="11695516" y="3072358"/>
                </a:cubicBezTo>
                <a:cubicBezTo>
                  <a:pt x="11682732" y="3069800"/>
                  <a:pt x="11667391" y="3072358"/>
                  <a:pt x="11657162" y="3067242"/>
                </a:cubicBezTo>
                <a:cubicBezTo>
                  <a:pt x="11644378" y="3057011"/>
                  <a:pt x="11636708" y="3041665"/>
                  <a:pt x="11636708" y="3023760"/>
                </a:cubicBezTo>
                <a:cubicBezTo>
                  <a:pt x="11636708" y="3010971"/>
                  <a:pt x="11621367" y="3008413"/>
                  <a:pt x="11623925" y="2993067"/>
                </a:cubicBezTo>
                <a:cubicBezTo>
                  <a:pt x="11626480" y="2985394"/>
                  <a:pt x="11608582" y="2993067"/>
                  <a:pt x="11606028" y="2982836"/>
                </a:cubicBezTo>
                <a:cubicBezTo>
                  <a:pt x="11606027" y="2980279"/>
                  <a:pt x="11618810" y="2980278"/>
                  <a:pt x="11623924" y="2975163"/>
                </a:cubicBezTo>
                <a:cubicBezTo>
                  <a:pt x="11629037" y="2967489"/>
                  <a:pt x="11631595" y="2959815"/>
                  <a:pt x="11636708" y="2949585"/>
                </a:cubicBezTo>
                <a:cubicBezTo>
                  <a:pt x="11639265" y="2936796"/>
                  <a:pt x="11634151" y="2929123"/>
                  <a:pt x="11618810" y="2926565"/>
                </a:cubicBezTo>
                <a:lnTo>
                  <a:pt x="11591281" y="2916750"/>
                </a:lnTo>
                <a:lnTo>
                  <a:pt x="11609966" y="2889301"/>
                </a:lnTo>
                <a:lnTo>
                  <a:pt x="11615397" y="2881324"/>
                </a:lnTo>
                <a:lnTo>
                  <a:pt x="11615614" y="2881484"/>
                </a:lnTo>
                <a:cubicBezTo>
                  <a:pt x="11629037" y="2892675"/>
                  <a:pt x="11641821" y="2904824"/>
                  <a:pt x="11657162" y="2913776"/>
                </a:cubicBezTo>
                <a:cubicBezTo>
                  <a:pt x="11662276" y="2916334"/>
                  <a:pt x="11664833" y="2921449"/>
                  <a:pt x="11667390" y="2924008"/>
                </a:cubicBezTo>
                <a:cubicBezTo>
                  <a:pt x="11675060" y="2929122"/>
                  <a:pt x="11680174" y="2929123"/>
                  <a:pt x="11685288" y="2924008"/>
                </a:cubicBezTo>
                <a:cubicBezTo>
                  <a:pt x="11687845" y="2918891"/>
                  <a:pt x="11687845" y="2913776"/>
                  <a:pt x="11685288" y="2908661"/>
                </a:cubicBezTo>
                <a:cubicBezTo>
                  <a:pt x="11676339" y="2900988"/>
                  <a:pt x="11668029" y="2892035"/>
                  <a:pt x="11659720" y="2883403"/>
                </a:cubicBezTo>
                <a:lnTo>
                  <a:pt x="11640829" y="2866158"/>
                </a:lnTo>
                <a:lnTo>
                  <a:pt x="11645791" y="2860373"/>
                </a:lnTo>
                <a:cubicBezTo>
                  <a:pt x="11652091" y="2850717"/>
                  <a:pt x="11657838" y="2839863"/>
                  <a:pt x="11670160" y="2836223"/>
                </a:cubicBezTo>
                <a:cubicBezTo>
                  <a:pt x="11677220" y="2832279"/>
                  <a:pt x="11672324" y="2820192"/>
                  <a:pt x="11668381" y="2813130"/>
                </a:cubicBezTo>
                <a:cubicBezTo>
                  <a:pt x="11666473" y="2803078"/>
                  <a:pt x="11652831" y="2813477"/>
                  <a:pt x="11648412" y="2803902"/>
                </a:cubicBezTo>
                <a:cubicBezTo>
                  <a:pt x="11650448" y="2800913"/>
                  <a:pt x="11654994" y="2797447"/>
                  <a:pt x="11656552" y="2791944"/>
                </a:cubicBezTo>
                <a:cubicBezTo>
                  <a:pt x="11660146" y="2783452"/>
                  <a:pt x="11676776" y="2775089"/>
                  <a:pt x="11668892" y="2760965"/>
                </a:cubicBezTo>
                <a:lnTo>
                  <a:pt x="11661593" y="2747392"/>
                </a:lnTo>
                <a:lnTo>
                  <a:pt x="11668668" y="2744325"/>
                </a:lnTo>
                <a:cubicBezTo>
                  <a:pt x="11675060" y="2740488"/>
                  <a:pt x="11681453" y="2736012"/>
                  <a:pt x="11687845" y="2732175"/>
                </a:cubicBezTo>
                <a:cubicBezTo>
                  <a:pt x="11723641" y="2711713"/>
                  <a:pt x="11736426" y="2681020"/>
                  <a:pt x="11723641" y="2642654"/>
                </a:cubicBezTo>
                <a:cubicBezTo>
                  <a:pt x="11713413" y="2611960"/>
                  <a:pt x="11705743" y="2583825"/>
                  <a:pt x="11726198" y="2553131"/>
                </a:cubicBezTo>
                <a:cubicBezTo>
                  <a:pt x="11738982" y="2537785"/>
                  <a:pt x="11756880" y="2509649"/>
                  <a:pt x="11774777" y="2496861"/>
                </a:cubicBezTo>
                <a:cubicBezTo>
                  <a:pt x="11790119" y="2484071"/>
                  <a:pt x="11800346" y="2463609"/>
                  <a:pt x="11823358" y="2455936"/>
                </a:cubicBezTo>
                <a:cubicBezTo>
                  <a:pt x="11831030" y="2453378"/>
                  <a:pt x="11831029" y="2445705"/>
                  <a:pt x="11831028" y="2440589"/>
                </a:cubicBezTo>
                <a:cubicBezTo>
                  <a:pt x="11833585" y="2407338"/>
                  <a:pt x="11820802" y="2376646"/>
                  <a:pt x="11813131" y="2343394"/>
                </a:cubicBezTo>
                <a:cubicBezTo>
                  <a:pt x="11808016" y="2317817"/>
                  <a:pt x="11805460" y="2292239"/>
                  <a:pt x="11813130" y="2269220"/>
                </a:cubicBezTo>
                <a:cubicBezTo>
                  <a:pt x="11815687" y="2253873"/>
                  <a:pt x="11833585" y="2235969"/>
                  <a:pt x="11859154" y="2230853"/>
                </a:cubicBezTo>
                <a:cubicBezTo>
                  <a:pt x="11882165" y="2225738"/>
                  <a:pt x="11905177" y="2218064"/>
                  <a:pt x="11923075" y="2197602"/>
                </a:cubicBezTo>
                <a:cubicBezTo>
                  <a:pt x="11935859" y="2177139"/>
                  <a:pt x="11935860" y="2159236"/>
                  <a:pt x="11917961" y="2141331"/>
                </a:cubicBezTo>
                <a:cubicBezTo>
                  <a:pt x="11905177" y="2128542"/>
                  <a:pt x="11889836" y="2123426"/>
                  <a:pt x="11877052" y="2113197"/>
                </a:cubicBezTo>
                <a:cubicBezTo>
                  <a:pt x="11854040" y="2092733"/>
                  <a:pt x="11838699" y="2072272"/>
                  <a:pt x="11841256" y="2041578"/>
                </a:cubicBezTo>
                <a:cubicBezTo>
                  <a:pt x="11841256" y="2031347"/>
                  <a:pt x="11841256" y="2021116"/>
                  <a:pt x="11841257" y="2010885"/>
                </a:cubicBezTo>
                <a:cubicBezTo>
                  <a:pt x="11838699" y="1995538"/>
                  <a:pt x="11843812" y="1980192"/>
                  <a:pt x="11861710" y="1977634"/>
                </a:cubicBezTo>
                <a:cubicBezTo>
                  <a:pt x="11874495" y="1975076"/>
                  <a:pt x="11879608" y="1959730"/>
                  <a:pt x="11892392" y="1954614"/>
                </a:cubicBezTo>
                <a:cubicBezTo>
                  <a:pt x="11938416" y="1934152"/>
                  <a:pt x="11933302" y="1870208"/>
                  <a:pt x="11887279" y="1847188"/>
                </a:cubicBezTo>
                <a:cubicBezTo>
                  <a:pt x="11874495" y="1839514"/>
                  <a:pt x="11851484" y="1842073"/>
                  <a:pt x="11833586" y="1842073"/>
                </a:cubicBezTo>
                <a:cubicBezTo>
                  <a:pt x="11825915" y="1834399"/>
                  <a:pt x="11831028" y="1829283"/>
                  <a:pt x="11836142" y="1821610"/>
                </a:cubicBezTo>
                <a:cubicBezTo>
                  <a:pt x="11846370" y="1806264"/>
                  <a:pt x="11846369" y="1785801"/>
                  <a:pt x="11838699" y="1778128"/>
                </a:cubicBezTo>
                <a:cubicBezTo>
                  <a:pt x="11825914" y="1760224"/>
                  <a:pt x="11823358" y="1737204"/>
                  <a:pt x="11833585" y="1724416"/>
                </a:cubicBezTo>
                <a:cubicBezTo>
                  <a:pt x="11846369" y="1706511"/>
                  <a:pt x="11861711" y="1688607"/>
                  <a:pt x="11887279" y="1678375"/>
                </a:cubicBezTo>
                <a:cubicBezTo>
                  <a:pt x="11930745" y="1660471"/>
                  <a:pt x="11976768" y="1652798"/>
                  <a:pt x="12020236" y="1637451"/>
                </a:cubicBezTo>
                <a:cubicBezTo>
                  <a:pt x="12035577" y="1632335"/>
                  <a:pt x="12050917" y="1629777"/>
                  <a:pt x="12061144" y="1616989"/>
                </a:cubicBezTo>
                <a:cubicBezTo>
                  <a:pt x="12068815" y="1606758"/>
                  <a:pt x="12084156" y="1601643"/>
                  <a:pt x="12071373" y="1586296"/>
                </a:cubicBezTo>
                <a:cubicBezTo>
                  <a:pt x="12063701" y="1578623"/>
                  <a:pt x="12066258" y="1560718"/>
                  <a:pt x="12045803" y="1565834"/>
                </a:cubicBezTo>
                <a:cubicBezTo>
                  <a:pt x="12030462" y="1570950"/>
                  <a:pt x="12017678" y="1563277"/>
                  <a:pt x="11999780" y="1573507"/>
                </a:cubicBezTo>
                <a:cubicBezTo>
                  <a:pt x="11984440" y="1581181"/>
                  <a:pt x="11961427" y="1581180"/>
                  <a:pt x="11943530" y="1570949"/>
                </a:cubicBezTo>
                <a:cubicBezTo>
                  <a:pt x="11930746" y="1565834"/>
                  <a:pt x="11925633" y="1573507"/>
                  <a:pt x="11917961" y="1573507"/>
                </a:cubicBezTo>
                <a:cubicBezTo>
                  <a:pt x="11897506" y="1576064"/>
                  <a:pt x="11892392" y="1596527"/>
                  <a:pt x="11874495" y="1601642"/>
                </a:cubicBezTo>
                <a:cubicBezTo>
                  <a:pt x="11861711" y="1604201"/>
                  <a:pt x="11851483" y="1609316"/>
                  <a:pt x="11841256" y="1604200"/>
                </a:cubicBezTo>
                <a:cubicBezTo>
                  <a:pt x="11861711" y="1576064"/>
                  <a:pt x="11892394" y="1558161"/>
                  <a:pt x="11907734" y="1524909"/>
                </a:cubicBezTo>
                <a:cubicBezTo>
                  <a:pt x="11915404" y="1514679"/>
                  <a:pt x="11925631" y="1504448"/>
                  <a:pt x="11923076" y="1489101"/>
                </a:cubicBezTo>
                <a:cubicBezTo>
                  <a:pt x="11920518" y="1486543"/>
                  <a:pt x="11920518" y="1481427"/>
                  <a:pt x="11923075" y="1478870"/>
                </a:cubicBezTo>
                <a:cubicBezTo>
                  <a:pt x="11958870" y="1422599"/>
                  <a:pt x="11940973" y="1361213"/>
                  <a:pt x="11938416" y="1299826"/>
                </a:cubicBezTo>
                <a:cubicBezTo>
                  <a:pt x="11938416" y="1297268"/>
                  <a:pt x="11933303" y="1294711"/>
                  <a:pt x="11935859" y="1294710"/>
                </a:cubicBezTo>
                <a:cubicBezTo>
                  <a:pt x="11958870" y="1266575"/>
                  <a:pt x="11940973" y="1235882"/>
                  <a:pt x="11930745" y="1215420"/>
                </a:cubicBezTo>
                <a:cubicBezTo>
                  <a:pt x="11917961" y="1184727"/>
                  <a:pt x="11923076" y="1156592"/>
                  <a:pt x="11923075" y="1125898"/>
                </a:cubicBezTo>
                <a:cubicBezTo>
                  <a:pt x="11923076" y="1107994"/>
                  <a:pt x="11943529" y="1095205"/>
                  <a:pt x="11958870" y="1087532"/>
                </a:cubicBezTo>
                <a:cubicBezTo>
                  <a:pt x="11976768" y="1079858"/>
                  <a:pt x="11986996" y="1069627"/>
                  <a:pt x="11992110" y="1054280"/>
                </a:cubicBezTo>
                <a:cubicBezTo>
                  <a:pt x="11994667" y="1049165"/>
                  <a:pt x="11997224" y="1044050"/>
                  <a:pt x="12002337" y="1044049"/>
                </a:cubicBezTo>
                <a:cubicBezTo>
                  <a:pt x="12030462" y="1051723"/>
                  <a:pt x="12035576" y="1015915"/>
                  <a:pt x="12061145" y="1013357"/>
                </a:cubicBezTo>
                <a:cubicBezTo>
                  <a:pt x="12068815" y="1010799"/>
                  <a:pt x="12066258" y="998010"/>
                  <a:pt x="12063702" y="990336"/>
                </a:cubicBezTo>
                <a:cubicBezTo>
                  <a:pt x="12063701" y="980106"/>
                  <a:pt x="12048360" y="987779"/>
                  <a:pt x="12045803" y="977548"/>
                </a:cubicBezTo>
                <a:cubicBezTo>
                  <a:pt x="12048360" y="974990"/>
                  <a:pt x="12053474" y="972432"/>
                  <a:pt x="12056031" y="967317"/>
                </a:cubicBezTo>
                <a:cubicBezTo>
                  <a:pt x="12061144" y="959643"/>
                  <a:pt x="12079042" y="954528"/>
                  <a:pt x="12073929" y="939181"/>
                </a:cubicBezTo>
                <a:cubicBezTo>
                  <a:pt x="12071372" y="923835"/>
                  <a:pt x="12068815" y="905931"/>
                  <a:pt x="12058588" y="890583"/>
                </a:cubicBezTo>
                <a:cubicBezTo>
                  <a:pt x="12045803" y="875237"/>
                  <a:pt x="12030463" y="862448"/>
                  <a:pt x="12004894" y="857332"/>
                </a:cubicBezTo>
                <a:cubicBezTo>
                  <a:pt x="11989553" y="857333"/>
                  <a:pt x="11971655" y="852217"/>
                  <a:pt x="11958870" y="862448"/>
                </a:cubicBezTo>
                <a:cubicBezTo>
                  <a:pt x="11938416" y="875237"/>
                  <a:pt x="11920518" y="893142"/>
                  <a:pt x="11912849" y="918718"/>
                </a:cubicBezTo>
                <a:cubicBezTo>
                  <a:pt x="11910290" y="926392"/>
                  <a:pt x="11910290" y="934066"/>
                  <a:pt x="11915404" y="941739"/>
                </a:cubicBezTo>
                <a:cubicBezTo>
                  <a:pt x="11925631" y="957086"/>
                  <a:pt x="11933303" y="972432"/>
                  <a:pt x="11940973" y="987779"/>
                </a:cubicBezTo>
                <a:cubicBezTo>
                  <a:pt x="11917961" y="1008241"/>
                  <a:pt x="11894950" y="1031261"/>
                  <a:pt x="11871938" y="1054281"/>
                </a:cubicBezTo>
                <a:cubicBezTo>
                  <a:pt x="11846369" y="1051723"/>
                  <a:pt x="11831028" y="1031261"/>
                  <a:pt x="11813131" y="1013356"/>
                </a:cubicBezTo>
                <a:cubicBezTo>
                  <a:pt x="11787562" y="987779"/>
                  <a:pt x="11767107" y="957085"/>
                  <a:pt x="11731311" y="944297"/>
                </a:cubicBezTo>
                <a:cubicBezTo>
                  <a:pt x="11721084" y="939181"/>
                  <a:pt x="11710857" y="926393"/>
                  <a:pt x="11705743" y="934065"/>
                </a:cubicBezTo>
                <a:cubicBezTo>
                  <a:pt x="11692959" y="946854"/>
                  <a:pt x="11672505" y="934066"/>
                  <a:pt x="11662276" y="951970"/>
                </a:cubicBezTo>
                <a:cubicBezTo>
                  <a:pt x="11657162" y="959643"/>
                  <a:pt x="11646935" y="962201"/>
                  <a:pt x="11644378" y="969875"/>
                </a:cubicBezTo>
                <a:cubicBezTo>
                  <a:pt x="11631594" y="1003125"/>
                  <a:pt x="11593241" y="1018472"/>
                  <a:pt x="11583014" y="1051723"/>
                </a:cubicBezTo>
                <a:cubicBezTo>
                  <a:pt x="11580457" y="1059396"/>
                  <a:pt x="11567673" y="1056839"/>
                  <a:pt x="11565116" y="1051723"/>
                </a:cubicBezTo>
                <a:cubicBezTo>
                  <a:pt x="11560002" y="1026145"/>
                  <a:pt x="11539549" y="1018472"/>
                  <a:pt x="11526763" y="1003126"/>
                </a:cubicBezTo>
                <a:cubicBezTo>
                  <a:pt x="11493526" y="1015914"/>
                  <a:pt x="11480741" y="1049165"/>
                  <a:pt x="11462842" y="1072185"/>
                </a:cubicBezTo>
                <a:cubicBezTo>
                  <a:pt x="11457728" y="1082416"/>
                  <a:pt x="11450058" y="1090089"/>
                  <a:pt x="11442387" y="1100321"/>
                </a:cubicBezTo>
                <a:cubicBezTo>
                  <a:pt x="11439830" y="1102878"/>
                  <a:pt x="11434717" y="1105436"/>
                  <a:pt x="11434717" y="1105436"/>
                </a:cubicBezTo>
                <a:cubicBezTo>
                  <a:pt x="11411706" y="1084974"/>
                  <a:pt x="11375909" y="1107994"/>
                  <a:pt x="11352899" y="1084973"/>
                </a:cubicBezTo>
                <a:cubicBezTo>
                  <a:pt x="11311988" y="1046607"/>
                  <a:pt x="11286420" y="1000568"/>
                  <a:pt x="11242953" y="964759"/>
                </a:cubicBezTo>
                <a:cubicBezTo>
                  <a:pt x="11232726" y="957085"/>
                  <a:pt x="11232726" y="941739"/>
                  <a:pt x="11237842" y="939181"/>
                </a:cubicBezTo>
                <a:cubicBezTo>
                  <a:pt x="11255738" y="918719"/>
                  <a:pt x="11242953" y="898257"/>
                  <a:pt x="11248069" y="880352"/>
                </a:cubicBezTo>
                <a:cubicBezTo>
                  <a:pt x="11248067" y="870121"/>
                  <a:pt x="11245510" y="865006"/>
                  <a:pt x="11240396" y="857332"/>
                </a:cubicBezTo>
                <a:cubicBezTo>
                  <a:pt x="11204602" y="826640"/>
                  <a:pt x="11194373" y="785715"/>
                  <a:pt x="11196930" y="742233"/>
                </a:cubicBezTo>
                <a:cubicBezTo>
                  <a:pt x="11196930" y="737117"/>
                  <a:pt x="11196932" y="732002"/>
                  <a:pt x="11191816" y="729444"/>
                </a:cubicBezTo>
                <a:cubicBezTo>
                  <a:pt x="11168805" y="737118"/>
                  <a:pt x="11171362" y="762695"/>
                  <a:pt x="11166248" y="778041"/>
                </a:cubicBezTo>
                <a:cubicBezTo>
                  <a:pt x="11153464" y="824081"/>
                  <a:pt x="11130452" y="867563"/>
                  <a:pt x="11104885" y="911046"/>
                </a:cubicBezTo>
                <a:cubicBezTo>
                  <a:pt x="11092101" y="928950"/>
                  <a:pt x="11076758" y="939181"/>
                  <a:pt x="11058860" y="941739"/>
                </a:cubicBezTo>
                <a:cubicBezTo>
                  <a:pt x="11010280" y="949412"/>
                  <a:pt x="10961701" y="939181"/>
                  <a:pt x="10920790" y="911045"/>
                </a:cubicBezTo>
                <a:cubicBezTo>
                  <a:pt x="10908007" y="905930"/>
                  <a:pt x="10897779" y="880353"/>
                  <a:pt x="10900336" y="867564"/>
                </a:cubicBezTo>
                <a:cubicBezTo>
                  <a:pt x="10915677" y="795947"/>
                  <a:pt x="10915677" y="790831"/>
                  <a:pt x="10887552" y="737118"/>
                </a:cubicBezTo>
                <a:cubicBezTo>
                  <a:pt x="10879882" y="721771"/>
                  <a:pt x="10879881" y="708983"/>
                  <a:pt x="10879881" y="693636"/>
                </a:cubicBezTo>
                <a:cubicBezTo>
                  <a:pt x="10879881" y="604114"/>
                  <a:pt x="10879881" y="514592"/>
                  <a:pt x="10877324" y="422512"/>
                </a:cubicBezTo>
                <a:cubicBezTo>
                  <a:pt x="10877324" y="399492"/>
                  <a:pt x="10892665" y="379030"/>
                  <a:pt x="10890108" y="356011"/>
                </a:cubicBezTo>
                <a:cubicBezTo>
                  <a:pt x="10887552" y="332990"/>
                  <a:pt x="10890108" y="312528"/>
                  <a:pt x="10890108" y="289508"/>
                </a:cubicBezTo>
                <a:cubicBezTo>
                  <a:pt x="10890108" y="281835"/>
                  <a:pt x="10897779" y="279278"/>
                  <a:pt x="10897779" y="274162"/>
                </a:cubicBezTo>
                <a:cubicBezTo>
                  <a:pt x="10900337" y="263931"/>
                  <a:pt x="10905449" y="251142"/>
                  <a:pt x="10892665" y="248584"/>
                </a:cubicBezTo>
                <a:cubicBezTo>
                  <a:pt x="10879881" y="243469"/>
                  <a:pt x="10872210" y="256257"/>
                  <a:pt x="10869655" y="263930"/>
                </a:cubicBezTo>
                <a:cubicBezTo>
                  <a:pt x="10867097" y="274162"/>
                  <a:pt x="10859426" y="286951"/>
                  <a:pt x="10859426" y="294625"/>
                </a:cubicBezTo>
                <a:cubicBezTo>
                  <a:pt x="10864540" y="332991"/>
                  <a:pt x="10846643" y="366242"/>
                  <a:pt x="10849199" y="402050"/>
                </a:cubicBezTo>
                <a:cubicBezTo>
                  <a:pt x="10849199" y="494130"/>
                  <a:pt x="10849199" y="583652"/>
                  <a:pt x="10849199" y="673173"/>
                </a:cubicBezTo>
                <a:cubicBezTo>
                  <a:pt x="10849199" y="691078"/>
                  <a:pt x="10841529" y="703867"/>
                  <a:pt x="10833859" y="719214"/>
                </a:cubicBezTo>
                <a:cubicBezTo>
                  <a:pt x="10813403" y="757579"/>
                  <a:pt x="10795505" y="795946"/>
                  <a:pt x="10813403" y="844544"/>
                </a:cubicBezTo>
                <a:cubicBezTo>
                  <a:pt x="10833858" y="890584"/>
                  <a:pt x="10790391" y="926392"/>
                  <a:pt x="10746926" y="931508"/>
                </a:cubicBezTo>
                <a:cubicBezTo>
                  <a:pt x="10706015" y="936623"/>
                  <a:pt x="10662549" y="931507"/>
                  <a:pt x="10619082" y="931508"/>
                </a:cubicBezTo>
                <a:cubicBezTo>
                  <a:pt x="10606298" y="931508"/>
                  <a:pt x="10573059" y="903372"/>
                  <a:pt x="10562832" y="888026"/>
                </a:cubicBezTo>
                <a:cubicBezTo>
                  <a:pt x="10544934" y="865006"/>
                  <a:pt x="10542377" y="836870"/>
                  <a:pt x="10529593" y="813850"/>
                </a:cubicBezTo>
                <a:cubicBezTo>
                  <a:pt x="10511695" y="775485"/>
                  <a:pt x="10498911" y="770369"/>
                  <a:pt x="10447774" y="770369"/>
                </a:cubicBezTo>
                <a:cubicBezTo>
                  <a:pt x="10455444" y="806178"/>
                  <a:pt x="10442660" y="844544"/>
                  <a:pt x="10458001" y="882910"/>
                </a:cubicBezTo>
                <a:cubicBezTo>
                  <a:pt x="10468228" y="900815"/>
                  <a:pt x="10452888" y="928950"/>
                  <a:pt x="10468228" y="949413"/>
                </a:cubicBezTo>
                <a:cubicBezTo>
                  <a:pt x="10473343" y="954528"/>
                  <a:pt x="10465673" y="962201"/>
                  <a:pt x="10460559" y="967317"/>
                </a:cubicBezTo>
                <a:cubicBezTo>
                  <a:pt x="10434990" y="990336"/>
                  <a:pt x="10401750" y="1005683"/>
                  <a:pt x="10373625" y="1023588"/>
                </a:cubicBezTo>
                <a:cubicBezTo>
                  <a:pt x="10345500" y="1018472"/>
                  <a:pt x="10327602" y="1051723"/>
                  <a:pt x="10299477" y="1046607"/>
                </a:cubicBezTo>
                <a:cubicBezTo>
                  <a:pt x="10266238" y="1067069"/>
                  <a:pt x="10238112" y="1059397"/>
                  <a:pt x="10212544" y="1028703"/>
                </a:cubicBezTo>
                <a:cubicBezTo>
                  <a:pt x="10197203" y="1010799"/>
                  <a:pt x="10181862" y="992894"/>
                  <a:pt x="10158851" y="985221"/>
                </a:cubicBezTo>
                <a:cubicBezTo>
                  <a:pt x="10148623" y="982663"/>
                  <a:pt x="10138395" y="977547"/>
                  <a:pt x="10130725" y="998010"/>
                </a:cubicBezTo>
                <a:cubicBezTo>
                  <a:pt x="10123056" y="1015914"/>
                  <a:pt x="10117940" y="1028703"/>
                  <a:pt x="10128168" y="1044049"/>
                </a:cubicBezTo>
                <a:cubicBezTo>
                  <a:pt x="10140952" y="1069627"/>
                  <a:pt x="10138395" y="1097763"/>
                  <a:pt x="10151180" y="1120782"/>
                </a:cubicBezTo>
                <a:cubicBezTo>
                  <a:pt x="10158850" y="1131014"/>
                  <a:pt x="10130726" y="1184727"/>
                  <a:pt x="10117940" y="1187285"/>
                </a:cubicBezTo>
                <a:cubicBezTo>
                  <a:pt x="10107714" y="1189842"/>
                  <a:pt x="10097486" y="1189842"/>
                  <a:pt x="10089815" y="1182169"/>
                </a:cubicBezTo>
                <a:cubicBezTo>
                  <a:pt x="10071917" y="1161707"/>
                  <a:pt x="10054019" y="1143802"/>
                  <a:pt x="10036121" y="1125898"/>
                </a:cubicBezTo>
                <a:cubicBezTo>
                  <a:pt x="10020780" y="1113109"/>
                  <a:pt x="10005439" y="1113110"/>
                  <a:pt x="9982428" y="1128456"/>
                </a:cubicBezTo>
                <a:cubicBezTo>
                  <a:pt x="9969643" y="1136129"/>
                  <a:pt x="9964530" y="1148918"/>
                  <a:pt x="9972201" y="1166823"/>
                </a:cubicBezTo>
                <a:cubicBezTo>
                  <a:pt x="9982429" y="1192400"/>
                  <a:pt x="9992655" y="1220536"/>
                  <a:pt x="10002882" y="1246113"/>
                </a:cubicBezTo>
                <a:cubicBezTo>
                  <a:pt x="10010553" y="1266575"/>
                  <a:pt x="10010553" y="1276806"/>
                  <a:pt x="9995213" y="1289595"/>
                </a:cubicBezTo>
                <a:cubicBezTo>
                  <a:pt x="9959416" y="1325404"/>
                  <a:pt x="9923620" y="1363771"/>
                  <a:pt x="9875040" y="1391906"/>
                </a:cubicBezTo>
                <a:cubicBezTo>
                  <a:pt x="9877597" y="1391906"/>
                  <a:pt x="9872483" y="1394463"/>
                  <a:pt x="9869926" y="1391906"/>
                </a:cubicBezTo>
                <a:cubicBezTo>
                  <a:pt x="9846915" y="1363770"/>
                  <a:pt x="9813676" y="1345866"/>
                  <a:pt x="9780437" y="1330520"/>
                </a:cubicBezTo>
                <a:cubicBezTo>
                  <a:pt x="9739527" y="1310057"/>
                  <a:pt x="9698618" y="1289595"/>
                  <a:pt x="9670492" y="1246113"/>
                </a:cubicBezTo>
                <a:cubicBezTo>
                  <a:pt x="9647480" y="1207747"/>
                  <a:pt x="9609130" y="1182169"/>
                  <a:pt x="9578447" y="1151475"/>
                </a:cubicBezTo>
                <a:cubicBezTo>
                  <a:pt x="9560548" y="1133572"/>
                  <a:pt x="9542650" y="1115667"/>
                  <a:pt x="9529866" y="1092648"/>
                </a:cubicBezTo>
                <a:cubicBezTo>
                  <a:pt x="9506854" y="1049166"/>
                  <a:pt x="9463388" y="1018472"/>
                  <a:pt x="9430148" y="982663"/>
                </a:cubicBezTo>
                <a:cubicBezTo>
                  <a:pt x="9419921" y="969874"/>
                  <a:pt x="9404580" y="959643"/>
                  <a:pt x="9399466" y="941739"/>
                </a:cubicBezTo>
                <a:cubicBezTo>
                  <a:pt x="9396911" y="928950"/>
                  <a:pt x="9386682" y="913604"/>
                  <a:pt x="9412251" y="911046"/>
                </a:cubicBezTo>
                <a:cubicBezTo>
                  <a:pt x="9414808" y="911046"/>
                  <a:pt x="9417364" y="903372"/>
                  <a:pt x="9417364" y="903372"/>
                </a:cubicBezTo>
                <a:cubicBezTo>
                  <a:pt x="9404580" y="888026"/>
                  <a:pt x="9412250" y="865006"/>
                  <a:pt x="9402023" y="852217"/>
                </a:cubicBezTo>
                <a:cubicBezTo>
                  <a:pt x="9371341" y="818966"/>
                  <a:pt x="9371341" y="775484"/>
                  <a:pt x="9353443" y="739676"/>
                </a:cubicBezTo>
                <a:cubicBezTo>
                  <a:pt x="9332988" y="698751"/>
                  <a:pt x="9363671" y="665500"/>
                  <a:pt x="9356002" y="629691"/>
                </a:cubicBezTo>
                <a:cubicBezTo>
                  <a:pt x="9371341" y="622018"/>
                  <a:pt x="9376455" y="604114"/>
                  <a:pt x="9384125" y="591325"/>
                </a:cubicBezTo>
                <a:cubicBezTo>
                  <a:pt x="9391796" y="570863"/>
                  <a:pt x="9417364" y="555517"/>
                  <a:pt x="9407137" y="527381"/>
                </a:cubicBezTo>
                <a:cubicBezTo>
                  <a:pt x="9417365" y="519708"/>
                  <a:pt x="9417364" y="501804"/>
                  <a:pt x="9430148" y="491572"/>
                </a:cubicBezTo>
                <a:cubicBezTo>
                  <a:pt x="9448046" y="478783"/>
                  <a:pt x="9460831" y="463437"/>
                  <a:pt x="9476172" y="448090"/>
                </a:cubicBezTo>
                <a:cubicBezTo>
                  <a:pt x="9488957" y="435301"/>
                  <a:pt x="9499184" y="417397"/>
                  <a:pt x="9499184" y="396935"/>
                </a:cubicBezTo>
                <a:cubicBezTo>
                  <a:pt x="9499185" y="376473"/>
                  <a:pt x="9478729" y="343222"/>
                  <a:pt x="9458274" y="338107"/>
                </a:cubicBezTo>
                <a:cubicBezTo>
                  <a:pt x="9450603" y="338106"/>
                  <a:pt x="9442933" y="338106"/>
                  <a:pt x="9432708" y="338106"/>
                </a:cubicBezTo>
                <a:cubicBezTo>
                  <a:pt x="9425035" y="340664"/>
                  <a:pt x="9427593" y="350896"/>
                  <a:pt x="9425035" y="356011"/>
                </a:cubicBezTo>
                <a:cubicBezTo>
                  <a:pt x="9407137" y="384146"/>
                  <a:pt x="9389239" y="414840"/>
                  <a:pt x="9396910" y="450648"/>
                </a:cubicBezTo>
                <a:cubicBezTo>
                  <a:pt x="9396910" y="460879"/>
                  <a:pt x="9396910" y="471110"/>
                  <a:pt x="9386683" y="476226"/>
                </a:cubicBezTo>
                <a:cubicBezTo>
                  <a:pt x="9363670" y="494130"/>
                  <a:pt x="9356001" y="519708"/>
                  <a:pt x="9345772" y="542727"/>
                </a:cubicBezTo>
                <a:cubicBezTo>
                  <a:pt x="9327876" y="581094"/>
                  <a:pt x="9307420" y="616903"/>
                  <a:pt x="9284408" y="655269"/>
                </a:cubicBezTo>
                <a:cubicBezTo>
                  <a:pt x="9274181" y="673174"/>
                  <a:pt x="9258840" y="685962"/>
                  <a:pt x="9243499" y="698752"/>
                </a:cubicBezTo>
                <a:cubicBezTo>
                  <a:pt x="9233271" y="711540"/>
                  <a:pt x="9220488" y="711540"/>
                  <a:pt x="9207703" y="696194"/>
                </a:cubicBezTo>
                <a:cubicBezTo>
                  <a:pt x="9192362" y="680847"/>
                  <a:pt x="9182135" y="662943"/>
                  <a:pt x="9171908" y="645038"/>
                </a:cubicBezTo>
                <a:cubicBezTo>
                  <a:pt x="9156566" y="622018"/>
                  <a:pt x="9130998" y="614345"/>
                  <a:pt x="9115656" y="637365"/>
                </a:cubicBezTo>
                <a:cubicBezTo>
                  <a:pt x="9084974" y="678289"/>
                  <a:pt x="9046622" y="668058"/>
                  <a:pt x="9008269" y="655269"/>
                </a:cubicBezTo>
                <a:cubicBezTo>
                  <a:pt x="8992928" y="650153"/>
                  <a:pt x="8977586" y="639923"/>
                  <a:pt x="8977586" y="627133"/>
                </a:cubicBezTo>
                <a:cubicBezTo>
                  <a:pt x="8977586" y="609229"/>
                  <a:pt x="8954575" y="596440"/>
                  <a:pt x="8969916" y="575978"/>
                </a:cubicBezTo>
                <a:cubicBezTo>
                  <a:pt x="8980144" y="563190"/>
                  <a:pt x="8982701" y="550401"/>
                  <a:pt x="8969917" y="542727"/>
                </a:cubicBezTo>
                <a:cubicBezTo>
                  <a:pt x="8954575" y="529938"/>
                  <a:pt x="8936677" y="517150"/>
                  <a:pt x="8921337" y="524823"/>
                </a:cubicBezTo>
                <a:cubicBezTo>
                  <a:pt x="8905995" y="532497"/>
                  <a:pt x="8880426" y="535054"/>
                  <a:pt x="8882983" y="563189"/>
                </a:cubicBezTo>
                <a:cubicBezTo>
                  <a:pt x="8885541" y="575979"/>
                  <a:pt x="8875314" y="583651"/>
                  <a:pt x="8859973" y="583651"/>
                </a:cubicBezTo>
                <a:cubicBezTo>
                  <a:pt x="8847188" y="586209"/>
                  <a:pt x="8836961" y="578536"/>
                  <a:pt x="8834403" y="565747"/>
                </a:cubicBezTo>
                <a:cubicBezTo>
                  <a:pt x="8826732" y="545285"/>
                  <a:pt x="8816505" y="522265"/>
                  <a:pt x="8813949" y="499245"/>
                </a:cubicBezTo>
                <a:cubicBezTo>
                  <a:pt x="8811393" y="483899"/>
                  <a:pt x="8803721" y="486457"/>
                  <a:pt x="8798607" y="478783"/>
                </a:cubicBezTo>
                <a:cubicBezTo>
                  <a:pt x="8785823" y="465994"/>
                  <a:pt x="8780710" y="481341"/>
                  <a:pt x="8773039" y="481341"/>
                </a:cubicBezTo>
                <a:cubicBezTo>
                  <a:pt x="8757698" y="483899"/>
                  <a:pt x="8747470" y="496688"/>
                  <a:pt x="8744914" y="506919"/>
                </a:cubicBezTo>
                <a:cubicBezTo>
                  <a:pt x="8739800" y="529938"/>
                  <a:pt x="8719345" y="532497"/>
                  <a:pt x="8704005" y="542727"/>
                </a:cubicBezTo>
                <a:cubicBezTo>
                  <a:pt x="8683549" y="527381"/>
                  <a:pt x="8652868" y="532496"/>
                  <a:pt x="8640083" y="504361"/>
                </a:cubicBezTo>
                <a:cubicBezTo>
                  <a:pt x="8627299" y="481341"/>
                  <a:pt x="8611959" y="458321"/>
                  <a:pt x="8599173" y="435301"/>
                </a:cubicBezTo>
                <a:cubicBezTo>
                  <a:pt x="8591504" y="419955"/>
                  <a:pt x="8578720" y="417397"/>
                  <a:pt x="8568491" y="425070"/>
                </a:cubicBezTo>
                <a:cubicBezTo>
                  <a:pt x="8542922" y="442975"/>
                  <a:pt x="8532695" y="473668"/>
                  <a:pt x="8540367" y="512034"/>
                </a:cubicBezTo>
                <a:cubicBezTo>
                  <a:pt x="8540366" y="514592"/>
                  <a:pt x="8545480" y="517150"/>
                  <a:pt x="8545480" y="519707"/>
                </a:cubicBezTo>
                <a:cubicBezTo>
                  <a:pt x="8545480" y="524823"/>
                  <a:pt x="8502013" y="537612"/>
                  <a:pt x="8494342" y="535054"/>
                </a:cubicBezTo>
                <a:cubicBezTo>
                  <a:pt x="8476444" y="532497"/>
                  <a:pt x="8461104" y="529938"/>
                  <a:pt x="8450877" y="514592"/>
                </a:cubicBezTo>
                <a:cubicBezTo>
                  <a:pt x="8448319" y="512034"/>
                  <a:pt x="8445762" y="509477"/>
                  <a:pt x="8443206" y="506918"/>
                </a:cubicBezTo>
                <a:cubicBezTo>
                  <a:pt x="8409966" y="476226"/>
                  <a:pt x="8397182" y="473668"/>
                  <a:pt x="8358830" y="501803"/>
                </a:cubicBezTo>
                <a:cubicBezTo>
                  <a:pt x="8335818" y="517150"/>
                  <a:pt x="8330704" y="517149"/>
                  <a:pt x="8310250" y="496687"/>
                </a:cubicBezTo>
                <a:lnTo>
                  <a:pt x="8292945" y="466394"/>
                </a:lnTo>
                <a:lnTo>
                  <a:pt x="8293573" y="462995"/>
                </a:lnTo>
                <a:cubicBezTo>
                  <a:pt x="8294446" y="459046"/>
                  <a:pt x="8294879" y="453344"/>
                  <a:pt x="8293394" y="448357"/>
                </a:cubicBezTo>
                <a:lnTo>
                  <a:pt x="8285333" y="441218"/>
                </a:lnTo>
                <a:lnTo>
                  <a:pt x="8282125" y="430186"/>
                </a:lnTo>
                <a:cubicBezTo>
                  <a:pt x="8266784" y="386704"/>
                  <a:pt x="8256556" y="340665"/>
                  <a:pt x="8238658" y="294624"/>
                </a:cubicBezTo>
                <a:cubicBezTo>
                  <a:pt x="8230988" y="274162"/>
                  <a:pt x="8218204" y="251142"/>
                  <a:pt x="8200305" y="235795"/>
                </a:cubicBezTo>
                <a:cubicBezTo>
                  <a:pt x="8192635" y="226844"/>
                  <a:pt x="8183686" y="220449"/>
                  <a:pt x="8172820" y="217571"/>
                </a:cubicBezTo>
                <a:close/>
                <a:moveTo>
                  <a:pt x="0" y="0"/>
                </a:moveTo>
                <a:lnTo>
                  <a:pt x="12192000" y="0"/>
                </a:lnTo>
                <a:lnTo>
                  <a:pt x="12192000" y="6858000"/>
                </a:lnTo>
                <a:lnTo>
                  <a:pt x="0" y="6858000"/>
                </a:lnTo>
                <a:close/>
              </a:path>
            </a:pathLst>
          </a:custGeom>
          <a:solidFill>
            <a:srgbClr val="D8E6F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nvGrpSpPr>
          <p:cNvPr id="1253" name="Google Shape;1253;p64"/>
          <p:cNvGrpSpPr/>
          <p:nvPr/>
        </p:nvGrpSpPr>
        <p:grpSpPr>
          <a:xfrm rot="-1439495">
            <a:off x="3843976" y="2827693"/>
            <a:ext cx="1931364" cy="1040688"/>
            <a:chOff x="6902071" y="270047"/>
            <a:chExt cx="5150334" cy="2566117"/>
          </a:xfrm>
        </p:grpSpPr>
        <p:sp>
          <p:nvSpPr>
            <p:cNvPr id="1254" name="Google Shape;1254;p64"/>
            <p:cNvSpPr/>
            <p:nvPr/>
          </p:nvSpPr>
          <p:spPr>
            <a:xfrm>
              <a:off x="8307144" y="1271377"/>
              <a:ext cx="2433270" cy="1184617"/>
            </a:xfrm>
            <a:custGeom>
              <a:rect b="b" l="l" r="r" t="t"/>
              <a:pathLst>
                <a:path extrusionOk="0" h="1184617" w="2433270">
                  <a:moveTo>
                    <a:pt x="61293" y="196"/>
                  </a:moveTo>
                  <a:cubicBezTo>
                    <a:pt x="67517" y="-5405"/>
                    <a:pt x="2265201" y="110983"/>
                    <a:pt x="2362295" y="78618"/>
                  </a:cubicBezTo>
                  <a:cubicBezTo>
                    <a:pt x="2397149" y="66793"/>
                    <a:pt x="2398394" y="68660"/>
                    <a:pt x="2401505" y="104759"/>
                  </a:cubicBezTo>
                  <a:cubicBezTo>
                    <a:pt x="2405240" y="142725"/>
                    <a:pt x="2402750" y="180691"/>
                    <a:pt x="2412709" y="218035"/>
                  </a:cubicBezTo>
                  <a:cubicBezTo>
                    <a:pt x="2421422" y="375502"/>
                    <a:pt x="2433870" y="635041"/>
                    <a:pt x="2433248" y="811180"/>
                  </a:cubicBezTo>
                  <a:cubicBezTo>
                    <a:pt x="2421422" y="925701"/>
                    <a:pt x="2341133" y="982339"/>
                    <a:pt x="2247151" y="1024662"/>
                  </a:cubicBezTo>
                  <a:cubicBezTo>
                    <a:pt x="2092797" y="1094370"/>
                    <a:pt x="1707533" y="1184618"/>
                    <a:pt x="1169782" y="1184618"/>
                  </a:cubicBezTo>
                  <a:cubicBezTo>
                    <a:pt x="570414" y="1165946"/>
                    <a:pt x="338260" y="1050180"/>
                    <a:pt x="183283" y="938148"/>
                  </a:cubicBezTo>
                  <a:cubicBezTo>
                    <a:pt x="81832" y="866573"/>
                    <a:pt x="22705" y="768234"/>
                    <a:pt x="921" y="646867"/>
                  </a:cubicBezTo>
                  <a:cubicBezTo>
                    <a:pt x="-5926" y="627572"/>
                    <a:pt x="27062" y="201231"/>
                    <a:pt x="45111" y="48743"/>
                  </a:cubicBezTo>
                  <a:cubicBezTo>
                    <a:pt x="47601" y="31939"/>
                    <a:pt x="46978" y="13267"/>
                    <a:pt x="61293" y="196"/>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5" name="Google Shape;1255;p64"/>
            <p:cNvSpPr/>
            <p:nvPr/>
          </p:nvSpPr>
          <p:spPr>
            <a:xfrm>
              <a:off x="6902071" y="270047"/>
              <a:ext cx="5150334" cy="1469568"/>
            </a:xfrm>
            <a:custGeom>
              <a:rect b="b" l="l" r="r" t="t"/>
              <a:pathLst>
                <a:path extrusionOk="0" h="1469568" w="5150334">
                  <a:moveTo>
                    <a:pt x="2507015" y="2579"/>
                  </a:moveTo>
                  <a:lnTo>
                    <a:pt x="0" y="402158"/>
                  </a:lnTo>
                  <a:lnTo>
                    <a:pt x="2520707" y="1469569"/>
                  </a:lnTo>
                  <a:lnTo>
                    <a:pt x="5150334" y="657341"/>
                  </a:lnTo>
                  <a:lnTo>
                    <a:pt x="2579213" y="5691"/>
                  </a:lnTo>
                  <a:cubicBezTo>
                    <a:pt x="2555562" y="-533"/>
                    <a:pt x="2530666" y="-1777"/>
                    <a:pt x="2507015" y="2579"/>
                  </a:cubicBezTo>
                  <a:close/>
                </a:path>
              </a:pathLst>
            </a:custGeom>
            <a:solidFill>
              <a:srgbClr val="3F3F3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6" name="Google Shape;1256;p64"/>
            <p:cNvSpPr/>
            <p:nvPr/>
          </p:nvSpPr>
          <p:spPr>
            <a:xfrm>
              <a:off x="9698876" y="744740"/>
              <a:ext cx="1212978" cy="543466"/>
            </a:xfrm>
            <a:custGeom>
              <a:rect b="b" l="l" r="r" t="t"/>
              <a:pathLst>
                <a:path extrusionOk="0" h="543466" w="1212978">
                  <a:moveTo>
                    <a:pt x="25764" y="4020"/>
                  </a:moveTo>
                  <a:cubicBezTo>
                    <a:pt x="105431" y="28916"/>
                    <a:pt x="185098" y="52567"/>
                    <a:pt x="264765" y="78085"/>
                  </a:cubicBezTo>
                  <a:cubicBezTo>
                    <a:pt x="366216" y="110450"/>
                    <a:pt x="487583" y="156507"/>
                    <a:pt x="585299" y="198208"/>
                  </a:cubicBezTo>
                  <a:cubicBezTo>
                    <a:pt x="698575" y="246132"/>
                    <a:pt x="1152925" y="483888"/>
                    <a:pt x="1198360" y="513763"/>
                  </a:cubicBezTo>
                  <a:cubicBezTo>
                    <a:pt x="1207074" y="519365"/>
                    <a:pt x="1218277" y="526833"/>
                    <a:pt x="1210186" y="538037"/>
                  </a:cubicBezTo>
                  <a:cubicBezTo>
                    <a:pt x="1203339" y="546750"/>
                    <a:pt x="1191514" y="543638"/>
                    <a:pt x="1181556" y="538037"/>
                  </a:cubicBezTo>
                  <a:cubicBezTo>
                    <a:pt x="1126785" y="507539"/>
                    <a:pt x="677414" y="273518"/>
                    <a:pt x="584677" y="236174"/>
                  </a:cubicBezTo>
                  <a:cubicBezTo>
                    <a:pt x="456463" y="184515"/>
                    <a:pt x="64353" y="47588"/>
                    <a:pt x="1491" y="22692"/>
                  </a:cubicBezTo>
                  <a:cubicBezTo>
                    <a:pt x="-2866" y="-959"/>
                    <a:pt x="1491" y="-4071"/>
                    <a:pt x="25764" y="402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7" name="Google Shape;1257;p64"/>
            <p:cNvSpPr/>
            <p:nvPr/>
          </p:nvSpPr>
          <p:spPr>
            <a:xfrm>
              <a:off x="9712815" y="561219"/>
              <a:ext cx="973535" cy="143972"/>
            </a:xfrm>
            <a:custGeom>
              <a:rect b="b" l="l" r="r" t="t"/>
              <a:pathLst>
                <a:path extrusionOk="0" h="143972" w="973535">
                  <a:moveTo>
                    <a:pt x="0" y="124056"/>
                  </a:moveTo>
                  <a:cubicBezTo>
                    <a:pt x="120745" y="88580"/>
                    <a:pt x="242735" y="60572"/>
                    <a:pt x="365969" y="38165"/>
                  </a:cubicBezTo>
                  <a:cubicBezTo>
                    <a:pt x="459951" y="20738"/>
                    <a:pt x="555178" y="7046"/>
                    <a:pt x="650405" y="2689"/>
                  </a:cubicBezTo>
                  <a:cubicBezTo>
                    <a:pt x="747499" y="-2290"/>
                    <a:pt x="845215" y="822"/>
                    <a:pt x="942309" y="2689"/>
                  </a:cubicBezTo>
                  <a:cubicBezTo>
                    <a:pt x="952267" y="2689"/>
                    <a:pt x="975296" y="-423"/>
                    <a:pt x="973429" y="18249"/>
                  </a:cubicBezTo>
                  <a:cubicBezTo>
                    <a:pt x="972184" y="33186"/>
                    <a:pt x="952890" y="31941"/>
                    <a:pt x="939819" y="31941"/>
                  </a:cubicBezTo>
                  <a:cubicBezTo>
                    <a:pt x="861397" y="32564"/>
                    <a:pt x="617418" y="26340"/>
                    <a:pt x="449370" y="57460"/>
                  </a:cubicBezTo>
                  <a:cubicBezTo>
                    <a:pt x="339829" y="76754"/>
                    <a:pt x="185474" y="114098"/>
                    <a:pt x="75932" y="132147"/>
                  </a:cubicBezTo>
                  <a:cubicBezTo>
                    <a:pt x="56638" y="135259"/>
                    <a:pt x="37966" y="139616"/>
                    <a:pt x="18672" y="143973"/>
                  </a:cubicBezTo>
                  <a:cubicBezTo>
                    <a:pt x="8091" y="141483"/>
                    <a:pt x="1245" y="135259"/>
                    <a:pt x="0" y="124056"/>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8" name="Google Shape;1258;p64"/>
            <p:cNvSpPr/>
            <p:nvPr/>
          </p:nvSpPr>
          <p:spPr>
            <a:xfrm>
              <a:off x="8402593" y="423393"/>
              <a:ext cx="1099780" cy="267426"/>
            </a:xfrm>
            <a:custGeom>
              <a:rect b="b" l="l" r="r" t="t"/>
              <a:pathLst>
                <a:path extrusionOk="0" h="267426" w="1099780">
                  <a:moveTo>
                    <a:pt x="1074333" y="266239"/>
                  </a:moveTo>
                  <a:cubicBezTo>
                    <a:pt x="936161" y="229518"/>
                    <a:pt x="702762" y="165411"/>
                    <a:pt x="563968" y="130557"/>
                  </a:cubicBezTo>
                  <a:cubicBezTo>
                    <a:pt x="412103" y="92591"/>
                    <a:pt x="258993" y="58981"/>
                    <a:pt x="104639" y="33463"/>
                  </a:cubicBezTo>
                  <a:cubicBezTo>
                    <a:pt x="77253" y="29106"/>
                    <a:pt x="49868" y="24749"/>
                    <a:pt x="22482" y="21015"/>
                  </a:cubicBezTo>
                  <a:cubicBezTo>
                    <a:pt x="13146" y="19770"/>
                    <a:pt x="-1169" y="21015"/>
                    <a:pt x="76" y="9812"/>
                  </a:cubicBezTo>
                  <a:cubicBezTo>
                    <a:pt x="1321" y="-5126"/>
                    <a:pt x="16881" y="1098"/>
                    <a:pt x="25594" y="2343"/>
                  </a:cubicBezTo>
                  <a:cubicBezTo>
                    <a:pt x="82232" y="7945"/>
                    <a:pt x="138248" y="13546"/>
                    <a:pt x="194264" y="21637"/>
                  </a:cubicBezTo>
                  <a:cubicBezTo>
                    <a:pt x="336793" y="42177"/>
                    <a:pt x="478077" y="72674"/>
                    <a:pt x="618116" y="107528"/>
                  </a:cubicBezTo>
                  <a:cubicBezTo>
                    <a:pt x="766247" y="144872"/>
                    <a:pt x="943630" y="197153"/>
                    <a:pt x="1088026" y="245078"/>
                  </a:cubicBezTo>
                  <a:cubicBezTo>
                    <a:pt x="1110432" y="252547"/>
                    <a:pt x="1097984" y="272463"/>
                    <a:pt x="1074333" y="266239"/>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9" name="Google Shape;1259;p64"/>
            <p:cNvSpPr/>
            <p:nvPr/>
          </p:nvSpPr>
          <p:spPr>
            <a:xfrm>
              <a:off x="8036700" y="758600"/>
              <a:ext cx="1485044" cy="403497"/>
            </a:xfrm>
            <a:custGeom>
              <a:rect b="b" l="l" r="r" t="t"/>
              <a:pathLst>
                <a:path extrusionOk="0" h="403497" w="1485044">
                  <a:moveTo>
                    <a:pt x="0" y="389739"/>
                  </a:moveTo>
                  <a:cubicBezTo>
                    <a:pt x="176761" y="321897"/>
                    <a:pt x="357256" y="260280"/>
                    <a:pt x="540863" y="204264"/>
                  </a:cubicBezTo>
                  <a:cubicBezTo>
                    <a:pt x="680902" y="161319"/>
                    <a:pt x="822809" y="122108"/>
                    <a:pt x="966582" y="90988"/>
                  </a:cubicBezTo>
                  <a:cubicBezTo>
                    <a:pt x="1113468" y="59246"/>
                    <a:pt x="1262221" y="35595"/>
                    <a:pt x="1410351" y="10699"/>
                  </a:cubicBezTo>
                  <a:cubicBezTo>
                    <a:pt x="1425289" y="8209"/>
                    <a:pt x="1484416" y="-10463"/>
                    <a:pt x="1485039" y="8209"/>
                  </a:cubicBezTo>
                  <a:cubicBezTo>
                    <a:pt x="1485661" y="23769"/>
                    <a:pt x="1431513" y="36217"/>
                    <a:pt x="1411596" y="39952"/>
                  </a:cubicBezTo>
                  <a:cubicBezTo>
                    <a:pt x="1292096" y="62358"/>
                    <a:pt x="920525" y="122730"/>
                    <a:pt x="670944" y="199908"/>
                  </a:cubicBezTo>
                  <a:cubicBezTo>
                    <a:pt x="508498" y="249077"/>
                    <a:pt x="280079" y="328121"/>
                    <a:pt x="117011" y="376046"/>
                  </a:cubicBezTo>
                  <a:cubicBezTo>
                    <a:pt x="88380" y="384137"/>
                    <a:pt x="60372" y="394095"/>
                    <a:pt x="32365" y="403431"/>
                  </a:cubicBezTo>
                  <a:cubicBezTo>
                    <a:pt x="14937" y="404054"/>
                    <a:pt x="3734" y="400319"/>
                    <a:pt x="0" y="389739"/>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0" name="Google Shape;1260;p64"/>
            <p:cNvSpPr/>
            <p:nvPr/>
          </p:nvSpPr>
          <p:spPr>
            <a:xfrm>
              <a:off x="7673417" y="711416"/>
              <a:ext cx="1839610" cy="2124748"/>
            </a:xfrm>
            <a:custGeom>
              <a:rect b="b" l="l" r="r" t="t"/>
              <a:pathLst>
                <a:path extrusionOk="0" h="2124748" w="1839610">
                  <a:moveTo>
                    <a:pt x="1753097" y="0"/>
                  </a:moveTo>
                  <a:cubicBezTo>
                    <a:pt x="1428828" y="32987"/>
                    <a:pt x="594816" y="120123"/>
                    <a:pt x="320961" y="204769"/>
                  </a:cubicBezTo>
                  <a:cubicBezTo>
                    <a:pt x="257477" y="227797"/>
                    <a:pt x="194615" y="246469"/>
                    <a:pt x="169719" y="315555"/>
                  </a:cubicBezTo>
                  <a:cubicBezTo>
                    <a:pt x="162250" y="342941"/>
                    <a:pt x="132998" y="611194"/>
                    <a:pt x="134865" y="718868"/>
                  </a:cubicBezTo>
                  <a:cubicBezTo>
                    <a:pt x="135487" y="747499"/>
                    <a:pt x="131130" y="768660"/>
                    <a:pt x="102500" y="785465"/>
                  </a:cubicBezTo>
                  <a:cubicBezTo>
                    <a:pt x="68891" y="804759"/>
                    <a:pt x="53953" y="842725"/>
                    <a:pt x="51463" y="879447"/>
                  </a:cubicBezTo>
                  <a:cubicBezTo>
                    <a:pt x="48974" y="910567"/>
                    <a:pt x="65779" y="940442"/>
                    <a:pt x="84451" y="967205"/>
                  </a:cubicBezTo>
                  <a:cubicBezTo>
                    <a:pt x="94409" y="979653"/>
                    <a:pt x="104990" y="990233"/>
                    <a:pt x="116815" y="998325"/>
                  </a:cubicBezTo>
                  <a:cubicBezTo>
                    <a:pt x="108102" y="995213"/>
                    <a:pt x="107479" y="998947"/>
                    <a:pt x="107479" y="1013885"/>
                  </a:cubicBezTo>
                  <a:cubicBezTo>
                    <a:pt x="117042" y="1089930"/>
                    <a:pt x="126746" y="1142494"/>
                    <a:pt x="119305" y="1223632"/>
                  </a:cubicBezTo>
                  <a:cubicBezTo>
                    <a:pt x="118682" y="1227367"/>
                    <a:pt x="118060" y="1231101"/>
                    <a:pt x="117438" y="1235458"/>
                  </a:cubicBezTo>
                  <a:cubicBezTo>
                    <a:pt x="116815" y="1258487"/>
                    <a:pt x="11630" y="1916360"/>
                    <a:pt x="6029" y="1948102"/>
                  </a:cubicBezTo>
                  <a:cubicBezTo>
                    <a:pt x="-1440" y="1966774"/>
                    <a:pt x="-4552" y="2038972"/>
                    <a:pt x="12252" y="2054532"/>
                  </a:cubicBezTo>
                  <a:cubicBezTo>
                    <a:pt x="36526" y="2078805"/>
                    <a:pt x="53331" y="2091876"/>
                    <a:pt x="95031" y="2111793"/>
                  </a:cubicBezTo>
                  <a:cubicBezTo>
                    <a:pt x="129263" y="2128597"/>
                    <a:pt x="165985" y="2124241"/>
                    <a:pt x="202083" y="2124241"/>
                  </a:cubicBezTo>
                  <a:cubicBezTo>
                    <a:pt x="246896" y="2119261"/>
                    <a:pt x="287974" y="2104946"/>
                    <a:pt x="327185" y="2083785"/>
                  </a:cubicBezTo>
                  <a:cubicBezTo>
                    <a:pt x="340256" y="2073204"/>
                    <a:pt x="356438" y="2066980"/>
                    <a:pt x="369508" y="2055777"/>
                  </a:cubicBezTo>
                  <a:cubicBezTo>
                    <a:pt x="388180" y="2040217"/>
                    <a:pt x="399383" y="2019678"/>
                    <a:pt x="409342" y="1997894"/>
                  </a:cubicBezTo>
                  <a:cubicBezTo>
                    <a:pt x="413698" y="1980467"/>
                    <a:pt x="413076" y="1963040"/>
                    <a:pt x="412454" y="1945613"/>
                  </a:cubicBezTo>
                  <a:cubicBezTo>
                    <a:pt x="409964" y="1888352"/>
                    <a:pt x="301045" y="1310768"/>
                    <a:pt x="284240" y="1241682"/>
                  </a:cubicBezTo>
                  <a:cubicBezTo>
                    <a:pt x="281128" y="1234213"/>
                    <a:pt x="278016" y="1227367"/>
                    <a:pt x="276149" y="1219275"/>
                  </a:cubicBezTo>
                  <a:lnTo>
                    <a:pt x="278016" y="1224877"/>
                  </a:lnTo>
                  <a:cubicBezTo>
                    <a:pt x="269811" y="1147954"/>
                    <a:pt x="257137" y="1085941"/>
                    <a:pt x="261834" y="1003926"/>
                  </a:cubicBezTo>
                  <a:cubicBezTo>
                    <a:pt x="259966" y="993968"/>
                    <a:pt x="259344" y="988989"/>
                    <a:pt x="255610" y="988989"/>
                  </a:cubicBezTo>
                  <a:cubicBezTo>
                    <a:pt x="264323" y="982765"/>
                    <a:pt x="272414" y="975296"/>
                    <a:pt x="279883" y="967205"/>
                  </a:cubicBezTo>
                  <a:cubicBezTo>
                    <a:pt x="324696" y="911189"/>
                    <a:pt x="314115" y="824053"/>
                    <a:pt x="253742" y="773639"/>
                  </a:cubicBezTo>
                  <a:cubicBezTo>
                    <a:pt x="232581" y="756212"/>
                    <a:pt x="222623" y="740652"/>
                    <a:pt x="223245" y="715134"/>
                  </a:cubicBezTo>
                  <a:cubicBezTo>
                    <a:pt x="225735" y="653517"/>
                    <a:pt x="233203" y="385264"/>
                    <a:pt x="248141" y="351654"/>
                  </a:cubicBezTo>
                  <a:cubicBezTo>
                    <a:pt x="264946" y="316800"/>
                    <a:pt x="271170" y="299995"/>
                    <a:pt x="304157" y="283813"/>
                  </a:cubicBezTo>
                  <a:cubicBezTo>
                    <a:pt x="515772" y="192943"/>
                    <a:pt x="1464304" y="78422"/>
                    <a:pt x="1801021" y="48547"/>
                  </a:cubicBezTo>
                  <a:cubicBezTo>
                    <a:pt x="1812847" y="41078"/>
                    <a:pt x="1834008" y="52904"/>
                    <a:pt x="1839610" y="31120"/>
                  </a:cubicBezTo>
                  <a:cubicBezTo>
                    <a:pt x="1822805" y="26141"/>
                    <a:pt x="1790440" y="0"/>
                    <a:pt x="1753097"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1" name="Google Shape;1261;p64"/>
            <p:cNvSpPr/>
            <p:nvPr/>
          </p:nvSpPr>
          <p:spPr>
            <a:xfrm>
              <a:off x="7781245" y="1700724"/>
              <a:ext cx="170808" cy="251750"/>
            </a:xfrm>
            <a:custGeom>
              <a:rect b="b" l="l" r="r" t="t"/>
              <a:pathLst>
                <a:path extrusionOk="0" h="251750" w="170808">
                  <a:moveTo>
                    <a:pt x="154004" y="15240"/>
                  </a:moveTo>
                  <a:cubicBezTo>
                    <a:pt x="150892" y="-2187"/>
                    <a:pt x="150270" y="-3432"/>
                    <a:pt x="135332" y="5282"/>
                  </a:cubicBezTo>
                  <a:cubicBezTo>
                    <a:pt x="119772" y="13995"/>
                    <a:pt x="100478" y="18974"/>
                    <a:pt x="80561" y="21464"/>
                  </a:cubicBezTo>
                  <a:lnTo>
                    <a:pt x="80561" y="20219"/>
                  </a:lnTo>
                  <a:cubicBezTo>
                    <a:pt x="57533" y="21464"/>
                    <a:pt x="34504" y="20219"/>
                    <a:pt x="16454" y="12128"/>
                  </a:cubicBezTo>
                  <a:cubicBezTo>
                    <a:pt x="894" y="5282"/>
                    <a:pt x="894" y="7149"/>
                    <a:pt x="272" y="25198"/>
                  </a:cubicBezTo>
                  <a:cubicBezTo>
                    <a:pt x="-1595" y="101131"/>
                    <a:pt x="6496" y="176441"/>
                    <a:pt x="13965" y="251751"/>
                  </a:cubicBezTo>
                  <a:cubicBezTo>
                    <a:pt x="17699" y="219386"/>
                    <a:pt x="35126" y="212540"/>
                    <a:pt x="66246" y="214407"/>
                  </a:cubicBezTo>
                  <a:cubicBezTo>
                    <a:pt x="76204" y="215029"/>
                    <a:pt x="102968" y="209428"/>
                    <a:pt x="111059" y="207561"/>
                  </a:cubicBezTo>
                  <a:cubicBezTo>
                    <a:pt x="142801" y="200714"/>
                    <a:pt x="162718" y="205071"/>
                    <a:pt x="170809" y="235569"/>
                  </a:cubicBezTo>
                  <a:cubicBezTo>
                    <a:pt x="167074" y="162126"/>
                    <a:pt x="165830" y="88060"/>
                    <a:pt x="154004" y="15240"/>
                  </a:cubicBezTo>
                  <a:close/>
                </a:path>
              </a:pathLst>
            </a:custGeom>
            <a:solidFill>
              <a:srgbClr val="7F7F7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2" name="Google Shape;1262;p64"/>
            <p:cNvSpPr/>
            <p:nvPr/>
          </p:nvSpPr>
          <p:spPr>
            <a:xfrm>
              <a:off x="9446273" y="702702"/>
              <a:ext cx="288947" cy="83376"/>
            </a:xfrm>
            <a:custGeom>
              <a:rect b="b" l="l" r="r" t="t"/>
              <a:pathLst>
                <a:path extrusionOk="0" h="83376" w="288947">
                  <a:moveTo>
                    <a:pt x="247247" y="70953"/>
                  </a:moveTo>
                  <a:cubicBezTo>
                    <a:pt x="197455" y="85268"/>
                    <a:pt x="106585" y="89625"/>
                    <a:pt x="42479" y="70953"/>
                  </a:cubicBezTo>
                  <a:cubicBezTo>
                    <a:pt x="35632" y="69086"/>
                    <a:pt x="13848" y="64107"/>
                    <a:pt x="7002" y="51659"/>
                  </a:cubicBezTo>
                  <a:cubicBezTo>
                    <a:pt x="-4201" y="29875"/>
                    <a:pt x="1400" y="0"/>
                    <a:pt x="1400" y="0"/>
                  </a:cubicBezTo>
                  <a:lnTo>
                    <a:pt x="288948" y="0"/>
                  </a:lnTo>
                  <a:lnTo>
                    <a:pt x="288948" y="29875"/>
                  </a:lnTo>
                  <a:cubicBezTo>
                    <a:pt x="288948" y="52281"/>
                    <a:pt x="269653" y="64107"/>
                    <a:pt x="247247" y="70953"/>
                  </a:cubicBezTo>
                  <a:close/>
                </a:path>
              </a:pathLst>
            </a:custGeom>
            <a:solidFill>
              <a:srgbClr val="7F7F7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3" name="Google Shape;1263;p64"/>
            <p:cNvSpPr/>
            <p:nvPr/>
          </p:nvSpPr>
          <p:spPr>
            <a:xfrm>
              <a:off x="9447674" y="654778"/>
              <a:ext cx="287547" cy="94604"/>
            </a:xfrm>
            <a:custGeom>
              <a:rect b="b" l="l" r="r" t="t"/>
              <a:pathLst>
                <a:path extrusionOk="0" h="94604" w="287547">
                  <a:moveTo>
                    <a:pt x="287547" y="47302"/>
                  </a:moveTo>
                  <a:cubicBezTo>
                    <a:pt x="287547" y="73426"/>
                    <a:pt x="223178" y="94604"/>
                    <a:pt x="143774" y="94604"/>
                  </a:cubicBezTo>
                  <a:cubicBezTo>
                    <a:pt x="64370" y="94604"/>
                    <a:pt x="0" y="73426"/>
                    <a:pt x="0" y="47302"/>
                  </a:cubicBezTo>
                  <a:cubicBezTo>
                    <a:pt x="0" y="21178"/>
                    <a:pt x="64370" y="0"/>
                    <a:pt x="143774" y="0"/>
                  </a:cubicBezTo>
                  <a:cubicBezTo>
                    <a:pt x="223178" y="0"/>
                    <a:pt x="287547" y="21178"/>
                    <a:pt x="287547" y="47302"/>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264" name="Google Shape;1264;p64"/>
          <p:cNvSpPr txBox="1"/>
          <p:nvPr>
            <p:ph type="ctrTitle"/>
          </p:nvPr>
        </p:nvSpPr>
        <p:spPr>
          <a:xfrm>
            <a:off x="1143000" y="841772"/>
            <a:ext cx="6858000" cy="1790775"/>
          </a:xfrm>
          <a:prstGeom prst="rect">
            <a:avLst/>
          </a:prstGeom>
          <a:noFill/>
          <a:ln>
            <a:noFill/>
          </a:ln>
        </p:spPr>
        <p:txBody>
          <a:bodyPr anchorCtr="0" anchor="t" bIns="182875" lIns="182875" spcFirstLastPara="1" rIns="182875" wrap="square" tIns="182875">
            <a:noAutofit/>
          </a:bodyPr>
          <a:lstStyle/>
          <a:p>
            <a:pPr indent="0" lvl="0" marL="0" rtl="0" algn="ctr">
              <a:lnSpc>
                <a:spcPct val="100000"/>
              </a:lnSpc>
              <a:spcBef>
                <a:spcPts val="0"/>
              </a:spcBef>
              <a:spcAft>
                <a:spcPts val="0"/>
              </a:spcAft>
              <a:buClr>
                <a:schemeClr val="dk1"/>
              </a:buClr>
              <a:buSzPts val="3500"/>
              <a:buFont typeface="Roboto"/>
              <a:buNone/>
            </a:pPr>
            <a:r>
              <a:rPr b="1" lang="en" sz="3200">
                <a:latin typeface="Roboto"/>
                <a:ea typeface="Roboto"/>
                <a:cs typeface="Roboto"/>
                <a:sym typeface="Roboto"/>
              </a:rPr>
              <a:t>Merci pour votre aimable attention !!</a:t>
            </a:r>
            <a:endParaRPr b="1" sz="3200">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Thèm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